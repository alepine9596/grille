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9631B5-78F2-41C9-869B-9F39066F8104}" styleName="Style moyen 3 - Accentuation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71"/>
    <p:restoredTop sz="95490"/>
  </p:normalViewPr>
  <p:slideViewPr>
    <p:cSldViewPr snapToGrid="0">
      <p:cViewPr varScale="1">
        <p:scale>
          <a:sx n="78" d="100"/>
          <a:sy n="78" d="100"/>
        </p:scale>
        <p:origin x="176" y="7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6.xml.rels><?xml version="1.0" encoding="UTF-8" standalone="yes"?>
<Relationships xmlns="http://schemas.openxmlformats.org/package/2006/relationships"><Relationship Id="rId2" Type="http://schemas.openxmlformats.org/officeDocument/2006/relationships/hyperlink" Target="https://docs.oracle.com/javase/tutorial/java/nutsandbolts/operators.html" TargetMode="External"/><Relationship Id="rId1" Type="http://schemas.openxmlformats.org/officeDocument/2006/relationships/hyperlink" Target="https://docs.oracle.com/javase/tutorial/java/nutsandbolts/datatypes.html" TargetMode="External"/></Relationships>
</file>

<file path=ppt/diagrams/_rels/data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6.xml.rels><?xml version="1.0" encoding="UTF-8" standalone="yes"?>
<Relationships xmlns="http://schemas.openxmlformats.org/package/2006/relationships"><Relationship Id="rId2" Type="http://schemas.openxmlformats.org/officeDocument/2006/relationships/hyperlink" Target="https://docs.oracle.com/javase/tutorial/java/nutsandbolts/operators.html" TargetMode="External"/><Relationship Id="rId1" Type="http://schemas.openxmlformats.org/officeDocument/2006/relationships/hyperlink" Target="https://docs.oracle.com/javase/tutorial/java/nutsandbolts/datatypes.html" TargetMode="External"/></Relationships>
</file>

<file path=ppt/diagrams/_rels/drawing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C9FAF4-A05B-FC44-BEFA-2D06311F9740}"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fr-CA"/>
        </a:p>
      </dgm:t>
    </dgm:pt>
    <dgm:pt modelId="{E4ED9A83-1B32-0E4F-88AF-EDC5A3D36F61}">
      <dgm:prSet/>
      <dgm:spPr/>
      <dgm:t>
        <a:bodyPr/>
        <a:lstStyle/>
        <a:p>
          <a:r>
            <a:rPr lang="fr-FR"/>
            <a:t>Structure de données qui permet d’associé des clés à des valeurs et d’accéder très rapidement à une valeur à partir de sa clé. </a:t>
          </a:r>
          <a:endParaRPr lang="fr-CA"/>
        </a:p>
      </dgm:t>
    </dgm:pt>
    <dgm:pt modelId="{74F6A7EA-E217-AC4D-A72E-88260A363789}" type="parTrans" cxnId="{8EFD8757-44D9-3346-9FE8-0DC5F8EA3606}">
      <dgm:prSet/>
      <dgm:spPr/>
      <dgm:t>
        <a:bodyPr/>
        <a:lstStyle/>
        <a:p>
          <a:endParaRPr lang="fr-CA"/>
        </a:p>
      </dgm:t>
    </dgm:pt>
    <dgm:pt modelId="{B94D85F7-90BA-DD43-82F4-5B47E3CC7D02}" type="sibTrans" cxnId="{8EFD8757-44D9-3346-9FE8-0DC5F8EA3606}">
      <dgm:prSet/>
      <dgm:spPr/>
      <dgm:t>
        <a:bodyPr/>
        <a:lstStyle/>
        <a:p>
          <a:endParaRPr lang="fr-CA"/>
        </a:p>
      </dgm:t>
    </dgm:pt>
    <dgm:pt modelId="{96330DAC-F412-FD41-BF34-183060DB2939}">
      <dgm:prSet/>
      <dgm:spPr/>
      <dgm:t>
        <a:bodyPr/>
        <a:lstStyle/>
        <a:p>
          <a:r>
            <a:rPr lang="fr-FR"/>
            <a:t>Le principe repose sur l’utilisation d’une fonction d’hachage qui transforme la clé en un indice de tableau </a:t>
          </a:r>
          <a:endParaRPr lang="fr-CA" dirty="0"/>
        </a:p>
      </dgm:t>
    </dgm:pt>
    <dgm:pt modelId="{213EE092-8BF1-D54B-801C-4B44B6F4A03B}" type="parTrans" cxnId="{673D7051-0469-B048-A977-02F3A6558028}">
      <dgm:prSet/>
      <dgm:spPr/>
      <dgm:t>
        <a:bodyPr/>
        <a:lstStyle/>
        <a:p>
          <a:endParaRPr lang="fr-CA"/>
        </a:p>
      </dgm:t>
    </dgm:pt>
    <dgm:pt modelId="{5A653F28-9758-5941-94AA-C106E7F94A94}" type="sibTrans" cxnId="{673D7051-0469-B048-A977-02F3A6558028}">
      <dgm:prSet/>
      <dgm:spPr/>
      <dgm:t>
        <a:bodyPr/>
        <a:lstStyle/>
        <a:p>
          <a:endParaRPr lang="fr-CA"/>
        </a:p>
      </dgm:t>
    </dgm:pt>
    <dgm:pt modelId="{15465EB6-85CD-524E-893F-3B3B0408C09C}">
      <dgm:prSet/>
      <dgm:spPr/>
      <dgm:t>
        <a:bodyPr/>
        <a:lstStyle/>
        <a:p>
          <a:r>
            <a:rPr lang="fr-FR"/>
            <a:t>La table de hachage est efficace pour retrouver rapidement une information à partir d’une clé </a:t>
          </a:r>
          <a:endParaRPr lang="fr-CA"/>
        </a:p>
      </dgm:t>
    </dgm:pt>
    <dgm:pt modelId="{21B5F98A-171D-A347-B20B-D89C4EDEE3B5}" type="parTrans" cxnId="{F6C76012-1A09-C848-A7DC-FA267E789373}">
      <dgm:prSet/>
      <dgm:spPr/>
      <dgm:t>
        <a:bodyPr/>
        <a:lstStyle/>
        <a:p>
          <a:endParaRPr lang="fr-CA"/>
        </a:p>
      </dgm:t>
    </dgm:pt>
    <dgm:pt modelId="{964299E7-8423-C34F-9E80-25FBD82EFC43}" type="sibTrans" cxnId="{F6C76012-1A09-C848-A7DC-FA267E789373}">
      <dgm:prSet/>
      <dgm:spPr/>
      <dgm:t>
        <a:bodyPr/>
        <a:lstStyle/>
        <a:p>
          <a:endParaRPr lang="fr-CA"/>
        </a:p>
      </dgm:t>
    </dgm:pt>
    <dgm:pt modelId="{856F3E9B-9369-C041-B859-1295A3877D4B}" type="pres">
      <dgm:prSet presAssocID="{54C9FAF4-A05B-FC44-BEFA-2D06311F9740}" presName="linear" presStyleCnt="0">
        <dgm:presLayoutVars>
          <dgm:animLvl val="lvl"/>
          <dgm:resizeHandles val="exact"/>
        </dgm:presLayoutVars>
      </dgm:prSet>
      <dgm:spPr/>
    </dgm:pt>
    <dgm:pt modelId="{2E036BBF-BEB8-4142-B228-EA52598AEBF2}" type="pres">
      <dgm:prSet presAssocID="{96330DAC-F412-FD41-BF34-183060DB2939}" presName="parentText" presStyleLbl="node1" presStyleIdx="0" presStyleCnt="3">
        <dgm:presLayoutVars>
          <dgm:chMax val="0"/>
          <dgm:bulletEnabled val="1"/>
        </dgm:presLayoutVars>
      </dgm:prSet>
      <dgm:spPr/>
    </dgm:pt>
    <dgm:pt modelId="{A3ABC1BF-7752-4141-B097-C5D34EA525C0}" type="pres">
      <dgm:prSet presAssocID="{5A653F28-9758-5941-94AA-C106E7F94A94}" presName="spacer" presStyleCnt="0"/>
      <dgm:spPr/>
    </dgm:pt>
    <dgm:pt modelId="{13CF8760-09AA-7242-9E4E-B5950A7F6F5D}" type="pres">
      <dgm:prSet presAssocID="{15465EB6-85CD-524E-893F-3B3B0408C09C}" presName="parentText" presStyleLbl="node1" presStyleIdx="1" presStyleCnt="3">
        <dgm:presLayoutVars>
          <dgm:chMax val="0"/>
          <dgm:bulletEnabled val="1"/>
        </dgm:presLayoutVars>
      </dgm:prSet>
      <dgm:spPr/>
    </dgm:pt>
    <dgm:pt modelId="{AAA36430-7A37-2641-8C73-EA26DEE5870E}" type="pres">
      <dgm:prSet presAssocID="{964299E7-8423-C34F-9E80-25FBD82EFC43}" presName="spacer" presStyleCnt="0"/>
      <dgm:spPr/>
    </dgm:pt>
    <dgm:pt modelId="{2C14508A-A0F0-A64A-A001-099D98185084}" type="pres">
      <dgm:prSet presAssocID="{E4ED9A83-1B32-0E4F-88AF-EDC5A3D36F61}" presName="parentText" presStyleLbl="node1" presStyleIdx="2" presStyleCnt="3">
        <dgm:presLayoutVars>
          <dgm:chMax val="0"/>
          <dgm:bulletEnabled val="1"/>
        </dgm:presLayoutVars>
      </dgm:prSet>
      <dgm:spPr/>
    </dgm:pt>
  </dgm:ptLst>
  <dgm:cxnLst>
    <dgm:cxn modelId="{F6C76012-1A09-C848-A7DC-FA267E789373}" srcId="{54C9FAF4-A05B-FC44-BEFA-2D06311F9740}" destId="{15465EB6-85CD-524E-893F-3B3B0408C09C}" srcOrd="1" destOrd="0" parTransId="{21B5F98A-171D-A347-B20B-D89C4EDEE3B5}" sibTransId="{964299E7-8423-C34F-9E80-25FBD82EFC43}"/>
    <dgm:cxn modelId="{0E4B3B32-6899-4D4D-8BDF-E410678F933D}" type="presOf" srcId="{96330DAC-F412-FD41-BF34-183060DB2939}" destId="{2E036BBF-BEB8-4142-B228-EA52598AEBF2}" srcOrd="0" destOrd="0" presId="urn:microsoft.com/office/officeart/2005/8/layout/vList2"/>
    <dgm:cxn modelId="{6C787549-9418-A641-8A71-1CCC17137412}" type="presOf" srcId="{54C9FAF4-A05B-FC44-BEFA-2D06311F9740}" destId="{856F3E9B-9369-C041-B859-1295A3877D4B}" srcOrd="0" destOrd="0" presId="urn:microsoft.com/office/officeart/2005/8/layout/vList2"/>
    <dgm:cxn modelId="{673D7051-0469-B048-A977-02F3A6558028}" srcId="{54C9FAF4-A05B-FC44-BEFA-2D06311F9740}" destId="{96330DAC-F412-FD41-BF34-183060DB2939}" srcOrd="0" destOrd="0" parTransId="{213EE092-8BF1-D54B-801C-4B44B6F4A03B}" sibTransId="{5A653F28-9758-5941-94AA-C106E7F94A94}"/>
    <dgm:cxn modelId="{8EFD8757-44D9-3346-9FE8-0DC5F8EA3606}" srcId="{54C9FAF4-A05B-FC44-BEFA-2D06311F9740}" destId="{E4ED9A83-1B32-0E4F-88AF-EDC5A3D36F61}" srcOrd="2" destOrd="0" parTransId="{74F6A7EA-E217-AC4D-A72E-88260A363789}" sibTransId="{B94D85F7-90BA-DD43-82F4-5B47E3CC7D02}"/>
    <dgm:cxn modelId="{37A02381-2914-AA4B-9799-109632415639}" type="presOf" srcId="{15465EB6-85CD-524E-893F-3B3B0408C09C}" destId="{13CF8760-09AA-7242-9E4E-B5950A7F6F5D}" srcOrd="0" destOrd="0" presId="urn:microsoft.com/office/officeart/2005/8/layout/vList2"/>
    <dgm:cxn modelId="{F42D53A2-7BBD-FE42-ACDD-2AD26830C744}" type="presOf" srcId="{E4ED9A83-1B32-0E4F-88AF-EDC5A3D36F61}" destId="{2C14508A-A0F0-A64A-A001-099D98185084}" srcOrd="0" destOrd="0" presId="urn:microsoft.com/office/officeart/2005/8/layout/vList2"/>
    <dgm:cxn modelId="{65D2B579-2BC7-A143-B849-17907BAB4DE6}" type="presParOf" srcId="{856F3E9B-9369-C041-B859-1295A3877D4B}" destId="{2E036BBF-BEB8-4142-B228-EA52598AEBF2}" srcOrd="0" destOrd="0" presId="urn:microsoft.com/office/officeart/2005/8/layout/vList2"/>
    <dgm:cxn modelId="{C387404A-5EE1-4541-B7BE-12B7962E54AB}" type="presParOf" srcId="{856F3E9B-9369-C041-B859-1295A3877D4B}" destId="{A3ABC1BF-7752-4141-B097-C5D34EA525C0}" srcOrd="1" destOrd="0" presId="urn:microsoft.com/office/officeart/2005/8/layout/vList2"/>
    <dgm:cxn modelId="{EEA7E84E-981C-8247-BE6D-CBFC2A8BFAE4}" type="presParOf" srcId="{856F3E9B-9369-C041-B859-1295A3877D4B}" destId="{13CF8760-09AA-7242-9E4E-B5950A7F6F5D}" srcOrd="2" destOrd="0" presId="urn:microsoft.com/office/officeart/2005/8/layout/vList2"/>
    <dgm:cxn modelId="{652C25E3-4DFF-6D4D-9684-33CB7A750A97}" type="presParOf" srcId="{856F3E9B-9369-C041-B859-1295A3877D4B}" destId="{AAA36430-7A37-2641-8C73-EA26DEE5870E}" srcOrd="3" destOrd="0" presId="urn:microsoft.com/office/officeart/2005/8/layout/vList2"/>
    <dgm:cxn modelId="{4255605C-C591-9F47-B24F-A2FCBA7483D9}" type="presParOf" srcId="{856F3E9B-9369-C041-B859-1295A3877D4B}" destId="{2C14508A-A0F0-A64A-A001-099D9818508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12F059-364F-914B-B5EA-79C340E81206}" type="doc">
      <dgm:prSet loTypeId="urn:microsoft.com/office/officeart/2009/3/layout/RandomtoResultProcess" loCatId="" qsTypeId="urn:microsoft.com/office/officeart/2005/8/quickstyle/3d1" qsCatId="3D" csTypeId="urn:microsoft.com/office/officeart/2005/8/colors/colorful4" csCatId="colorful" phldr="1"/>
      <dgm:spPr/>
      <dgm:t>
        <a:bodyPr/>
        <a:lstStyle/>
        <a:p>
          <a:endParaRPr lang="fr-CA"/>
        </a:p>
      </dgm:t>
    </dgm:pt>
    <dgm:pt modelId="{16E90D32-301B-4D49-9101-7C3FCB06F26C}">
      <dgm:prSet phldrT="[Texte]"/>
      <dgm:spPr/>
      <dgm:t>
        <a:bodyPr/>
        <a:lstStyle/>
        <a:p>
          <a:r>
            <a:rPr lang="fr-CA" dirty="0"/>
            <a:t>Appliquer une fonction de hachage à la clé pour obtenir un indice</a:t>
          </a:r>
        </a:p>
      </dgm:t>
    </dgm:pt>
    <dgm:pt modelId="{05E19A56-5B2B-984D-8742-7D650298F3D3}" type="parTrans" cxnId="{A927EBAB-B18A-D94B-8B05-3BEF597A1E71}">
      <dgm:prSet/>
      <dgm:spPr/>
      <dgm:t>
        <a:bodyPr/>
        <a:lstStyle/>
        <a:p>
          <a:endParaRPr lang="fr-CA"/>
        </a:p>
      </dgm:t>
    </dgm:pt>
    <dgm:pt modelId="{91B61C27-2065-4940-BB01-740A915B3B57}" type="sibTrans" cxnId="{A927EBAB-B18A-D94B-8B05-3BEF597A1E71}">
      <dgm:prSet/>
      <dgm:spPr/>
      <dgm:t>
        <a:bodyPr/>
        <a:lstStyle/>
        <a:p>
          <a:endParaRPr lang="fr-CA"/>
        </a:p>
      </dgm:t>
    </dgm:pt>
    <dgm:pt modelId="{1FF0EF52-5501-174C-906F-73684D03B3BD}">
      <dgm:prSet phldrT="[Texte]"/>
      <dgm:spPr/>
      <dgm:t>
        <a:bodyPr/>
        <a:lstStyle/>
        <a:p>
          <a:r>
            <a:rPr lang="fr-CA" dirty="0"/>
            <a:t>Stocker la valeur à cet indice dans un tableau</a:t>
          </a:r>
        </a:p>
      </dgm:t>
    </dgm:pt>
    <dgm:pt modelId="{A7D820B8-8B18-B84A-A8D6-656A83776B5D}" type="parTrans" cxnId="{3BF47B16-861A-7E4B-B3E2-58DAAF528EA1}">
      <dgm:prSet/>
      <dgm:spPr/>
      <dgm:t>
        <a:bodyPr/>
        <a:lstStyle/>
        <a:p>
          <a:endParaRPr lang="fr-CA"/>
        </a:p>
      </dgm:t>
    </dgm:pt>
    <dgm:pt modelId="{848BD2AC-6766-9045-B189-A0CE8E3B8B73}" type="sibTrans" cxnId="{3BF47B16-861A-7E4B-B3E2-58DAAF528EA1}">
      <dgm:prSet/>
      <dgm:spPr/>
      <dgm:t>
        <a:bodyPr/>
        <a:lstStyle/>
        <a:p>
          <a:endParaRPr lang="fr-CA"/>
        </a:p>
      </dgm:t>
    </dgm:pt>
    <dgm:pt modelId="{AC451F2E-B36A-FF4E-BFD3-682F54FBA158}">
      <dgm:prSet phldrT="[Texte]"/>
      <dgm:spPr/>
      <dgm:t>
        <a:bodyPr/>
        <a:lstStyle/>
        <a:p>
          <a:r>
            <a:rPr lang="fr-CA" dirty="0"/>
            <a:t>Lorsque 2 clés différentes donnent le même indice, utiliser une technique de résolution</a:t>
          </a:r>
        </a:p>
      </dgm:t>
    </dgm:pt>
    <dgm:pt modelId="{16AC2FA7-DE6A-2C4A-9EF7-C653BDF176F0}" type="parTrans" cxnId="{DECAAEC9-26C6-0241-85B6-595D0E1AEEA0}">
      <dgm:prSet/>
      <dgm:spPr/>
      <dgm:t>
        <a:bodyPr/>
        <a:lstStyle/>
        <a:p>
          <a:endParaRPr lang="fr-CA"/>
        </a:p>
      </dgm:t>
    </dgm:pt>
    <dgm:pt modelId="{27765964-A427-294C-85CA-1BC6CD4B3502}" type="sibTrans" cxnId="{DECAAEC9-26C6-0241-85B6-595D0E1AEEA0}">
      <dgm:prSet/>
      <dgm:spPr/>
      <dgm:t>
        <a:bodyPr/>
        <a:lstStyle/>
        <a:p>
          <a:endParaRPr lang="fr-CA"/>
        </a:p>
      </dgm:t>
    </dgm:pt>
    <dgm:pt modelId="{254F6ECD-6806-2341-A3C4-7214B9296E30}">
      <dgm:prSet phldrT="[Texte]"/>
      <dgm:spPr/>
      <dgm:t>
        <a:bodyPr/>
        <a:lstStyle/>
        <a:p>
          <a:r>
            <a:rPr lang="fr-CA" dirty="0"/>
            <a:t>Résultat</a:t>
          </a:r>
        </a:p>
      </dgm:t>
    </dgm:pt>
    <dgm:pt modelId="{F3590750-3170-D243-B2FD-6C4350A6F42D}" type="parTrans" cxnId="{28F70E49-62CE-B244-80CF-F679AFE4AA93}">
      <dgm:prSet/>
      <dgm:spPr/>
      <dgm:t>
        <a:bodyPr/>
        <a:lstStyle/>
        <a:p>
          <a:endParaRPr lang="fr-CA"/>
        </a:p>
      </dgm:t>
    </dgm:pt>
    <dgm:pt modelId="{DAC90AFC-22F7-EE42-BF5A-7D6F1A09668E}" type="sibTrans" cxnId="{28F70E49-62CE-B244-80CF-F679AFE4AA93}">
      <dgm:prSet/>
      <dgm:spPr/>
      <dgm:t>
        <a:bodyPr/>
        <a:lstStyle/>
        <a:p>
          <a:endParaRPr lang="fr-CA"/>
        </a:p>
      </dgm:t>
    </dgm:pt>
    <dgm:pt modelId="{559AF5C2-DE01-D042-8082-E74EE48DE8DF}" type="pres">
      <dgm:prSet presAssocID="{E012F059-364F-914B-B5EA-79C340E81206}" presName="Name0" presStyleCnt="0">
        <dgm:presLayoutVars>
          <dgm:dir/>
          <dgm:animOne val="branch"/>
          <dgm:animLvl val="lvl"/>
        </dgm:presLayoutVars>
      </dgm:prSet>
      <dgm:spPr/>
    </dgm:pt>
    <dgm:pt modelId="{297DE0D7-19B2-3746-9651-743E499299F2}" type="pres">
      <dgm:prSet presAssocID="{16E90D32-301B-4D49-9101-7C3FCB06F26C}" presName="chaos" presStyleCnt="0"/>
      <dgm:spPr/>
    </dgm:pt>
    <dgm:pt modelId="{B84ECAA4-2E33-5C4F-9CFA-60A9928E63EA}" type="pres">
      <dgm:prSet presAssocID="{16E90D32-301B-4D49-9101-7C3FCB06F26C}" presName="parTx1" presStyleLbl="revTx" presStyleIdx="0" presStyleCnt="3"/>
      <dgm:spPr/>
    </dgm:pt>
    <dgm:pt modelId="{B10BEE18-067B-D14E-8EF8-6BAA8E4A2380}" type="pres">
      <dgm:prSet presAssocID="{16E90D32-301B-4D49-9101-7C3FCB06F26C}" presName="c1" presStyleLbl="node1" presStyleIdx="0" presStyleCnt="19"/>
      <dgm:spPr/>
    </dgm:pt>
    <dgm:pt modelId="{05C82C8A-58BA-6647-996B-E6FA261F9F69}" type="pres">
      <dgm:prSet presAssocID="{16E90D32-301B-4D49-9101-7C3FCB06F26C}" presName="c2" presStyleLbl="node1" presStyleIdx="1" presStyleCnt="19"/>
      <dgm:spPr/>
    </dgm:pt>
    <dgm:pt modelId="{2E171179-8F31-714B-B1C3-0F4227F50119}" type="pres">
      <dgm:prSet presAssocID="{16E90D32-301B-4D49-9101-7C3FCB06F26C}" presName="c3" presStyleLbl="node1" presStyleIdx="2" presStyleCnt="19"/>
      <dgm:spPr/>
    </dgm:pt>
    <dgm:pt modelId="{341BF121-8AA7-F04E-8D87-F048C0B2B51E}" type="pres">
      <dgm:prSet presAssocID="{16E90D32-301B-4D49-9101-7C3FCB06F26C}" presName="c4" presStyleLbl="node1" presStyleIdx="3" presStyleCnt="19"/>
      <dgm:spPr/>
    </dgm:pt>
    <dgm:pt modelId="{9F07F849-E4B1-B240-9FAD-6688FD25D443}" type="pres">
      <dgm:prSet presAssocID="{16E90D32-301B-4D49-9101-7C3FCB06F26C}" presName="c5" presStyleLbl="node1" presStyleIdx="4" presStyleCnt="19"/>
      <dgm:spPr/>
    </dgm:pt>
    <dgm:pt modelId="{1E3A1445-BDEA-9646-9F99-DB52B95B5C6A}" type="pres">
      <dgm:prSet presAssocID="{16E90D32-301B-4D49-9101-7C3FCB06F26C}" presName="c6" presStyleLbl="node1" presStyleIdx="5" presStyleCnt="19"/>
      <dgm:spPr/>
    </dgm:pt>
    <dgm:pt modelId="{3C077ADA-AFFE-794A-B350-8929C57EEF91}" type="pres">
      <dgm:prSet presAssocID="{16E90D32-301B-4D49-9101-7C3FCB06F26C}" presName="c7" presStyleLbl="node1" presStyleIdx="6" presStyleCnt="19"/>
      <dgm:spPr/>
    </dgm:pt>
    <dgm:pt modelId="{961F1B5D-10DD-E44B-A053-725A1D1A8BD9}" type="pres">
      <dgm:prSet presAssocID="{16E90D32-301B-4D49-9101-7C3FCB06F26C}" presName="c8" presStyleLbl="node1" presStyleIdx="7" presStyleCnt="19"/>
      <dgm:spPr/>
    </dgm:pt>
    <dgm:pt modelId="{3CF7EBC3-C795-3246-B973-7DD5402CB70A}" type="pres">
      <dgm:prSet presAssocID="{16E90D32-301B-4D49-9101-7C3FCB06F26C}" presName="c9" presStyleLbl="node1" presStyleIdx="8" presStyleCnt="19"/>
      <dgm:spPr/>
    </dgm:pt>
    <dgm:pt modelId="{8AE3B92F-E4F5-C045-86FA-C7336D223908}" type="pres">
      <dgm:prSet presAssocID="{16E90D32-301B-4D49-9101-7C3FCB06F26C}" presName="c10" presStyleLbl="node1" presStyleIdx="9" presStyleCnt="19"/>
      <dgm:spPr/>
    </dgm:pt>
    <dgm:pt modelId="{6C47F101-CD1E-9845-A2C8-86DCF8FE81D8}" type="pres">
      <dgm:prSet presAssocID="{16E90D32-301B-4D49-9101-7C3FCB06F26C}" presName="c11" presStyleLbl="node1" presStyleIdx="10" presStyleCnt="19"/>
      <dgm:spPr/>
    </dgm:pt>
    <dgm:pt modelId="{B4372B46-CFF0-824D-B16D-C6E81AFB8D9E}" type="pres">
      <dgm:prSet presAssocID="{16E90D32-301B-4D49-9101-7C3FCB06F26C}" presName="c12" presStyleLbl="node1" presStyleIdx="11" presStyleCnt="19"/>
      <dgm:spPr/>
    </dgm:pt>
    <dgm:pt modelId="{54D405A7-E534-8440-A5B3-4E5D5701A51B}" type="pres">
      <dgm:prSet presAssocID="{16E90D32-301B-4D49-9101-7C3FCB06F26C}" presName="c13" presStyleLbl="node1" presStyleIdx="12" presStyleCnt="19"/>
      <dgm:spPr/>
    </dgm:pt>
    <dgm:pt modelId="{D7C5A407-2E2A-4C4C-9724-D31C7D7DACF2}" type="pres">
      <dgm:prSet presAssocID="{16E90D32-301B-4D49-9101-7C3FCB06F26C}" presName="c14" presStyleLbl="node1" presStyleIdx="13" presStyleCnt="19"/>
      <dgm:spPr/>
    </dgm:pt>
    <dgm:pt modelId="{F878E80D-7DFA-4049-9182-2B554A1BDEB0}" type="pres">
      <dgm:prSet presAssocID="{16E90D32-301B-4D49-9101-7C3FCB06F26C}" presName="c15" presStyleLbl="node1" presStyleIdx="14" presStyleCnt="19"/>
      <dgm:spPr/>
    </dgm:pt>
    <dgm:pt modelId="{AF165F46-BA0A-EB4D-8E99-96991C8F1872}" type="pres">
      <dgm:prSet presAssocID="{16E90D32-301B-4D49-9101-7C3FCB06F26C}" presName="c16" presStyleLbl="node1" presStyleIdx="15" presStyleCnt="19"/>
      <dgm:spPr/>
    </dgm:pt>
    <dgm:pt modelId="{84987EDA-D67F-3044-8655-0C84EFB35F33}" type="pres">
      <dgm:prSet presAssocID="{16E90D32-301B-4D49-9101-7C3FCB06F26C}" presName="c17" presStyleLbl="node1" presStyleIdx="16" presStyleCnt="19"/>
      <dgm:spPr/>
    </dgm:pt>
    <dgm:pt modelId="{079C4013-C228-2B4F-8BB0-5D35D1B19E92}" type="pres">
      <dgm:prSet presAssocID="{16E90D32-301B-4D49-9101-7C3FCB06F26C}" presName="c18" presStyleLbl="node1" presStyleIdx="17" presStyleCnt="19"/>
      <dgm:spPr/>
    </dgm:pt>
    <dgm:pt modelId="{23D953A5-E60A-4942-A49E-E7EDA23D04CA}" type="pres">
      <dgm:prSet presAssocID="{91B61C27-2065-4940-BB01-740A915B3B57}" presName="chevronComposite1" presStyleCnt="0"/>
      <dgm:spPr/>
    </dgm:pt>
    <dgm:pt modelId="{3FC5BDB7-0A7B-124C-965C-7BA3A9D033C1}" type="pres">
      <dgm:prSet presAssocID="{91B61C27-2065-4940-BB01-740A915B3B57}" presName="chevron1" presStyleLbl="sibTrans2D1" presStyleIdx="0" presStyleCnt="3"/>
      <dgm:spPr/>
    </dgm:pt>
    <dgm:pt modelId="{0A5D627C-B976-E749-96DC-7CC1184D5829}" type="pres">
      <dgm:prSet presAssocID="{91B61C27-2065-4940-BB01-740A915B3B57}" presName="spChevron1" presStyleCnt="0"/>
      <dgm:spPr/>
    </dgm:pt>
    <dgm:pt modelId="{F03CE2B8-5564-5942-903F-C48627018159}" type="pres">
      <dgm:prSet presAssocID="{1FF0EF52-5501-174C-906F-73684D03B3BD}" presName="middle" presStyleCnt="0"/>
      <dgm:spPr/>
    </dgm:pt>
    <dgm:pt modelId="{D504B16C-F32D-D048-9FE8-4B4014D179E2}" type="pres">
      <dgm:prSet presAssocID="{1FF0EF52-5501-174C-906F-73684D03B3BD}" presName="parTxMid" presStyleLbl="revTx" presStyleIdx="1" presStyleCnt="3"/>
      <dgm:spPr/>
    </dgm:pt>
    <dgm:pt modelId="{EBD07758-CF61-EB4B-AB54-2552EF0E600F}" type="pres">
      <dgm:prSet presAssocID="{1FF0EF52-5501-174C-906F-73684D03B3BD}" presName="spMid" presStyleCnt="0"/>
      <dgm:spPr/>
    </dgm:pt>
    <dgm:pt modelId="{69E5F743-6E0E-BD42-B4C2-B36DBDF7E6FB}" type="pres">
      <dgm:prSet presAssocID="{848BD2AC-6766-9045-B189-A0CE8E3B8B73}" presName="chevronComposite1" presStyleCnt="0"/>
      <dgm:spPr/>
    </dgm:pt>
    <dgm:pt modelId="{20157C28-D053-014E-A7A0-3A876CD3BA9F}" type="pres">
      <dgm:prSet presAssocID="{848BD2AC-6766-9045-B189-A0CE8E3B8B73}" presName="chevron1" presStyleLbl="sibTrans2D1" presStyleIdx="1" presStyleCnt="3"/>
      <dgm:spPr/>
    </dgm:pt>
    <dgm:pt modelId="{274B0F36-8A48-964A-BE11-001C64BE1EBD}" type="pres">
      <dgm:prSet presAssocID="{848BD2AC-6766-9045-B189-A0CE8E3B8B73}" presName="spChevron1" presStyleCnt="0"/>
      <dgm:spPr/>
    </dgm:pt>
    <dgm:pt modelId="{43D12767-0CC2-7747-865C-BD5CBEA91248}" type="pres">
      <dgm:prSet presAssocID="{AC451F2E-B36A-FF4E-BFD3-682F54FBA158}" presName="middle" presStyleCnt="0"/>
      <dgm:spPr/>
    </dgm:pt>
    <dgm:pt modelId="{EC6401BE-5F23-DB4E-8DC4-339B33FF41C6}" type="pres">
      <dgm:prSet presAssocID="{AC451F2E-B36A-FF4E-BFD3-682F54FBA158}" presName="parTxMid" presStyleLbl="revTx" presStyleIdx="2" presStyleCnt="3"/>
      <dgm:spPr/>
    </dgm:pt>
    <dgm:pt modelId="{9780C66F-BDD7-B545-BC63-5F49A5B16AE8}" type="pres">
      <dgm:prSet presAssocID="{AC451F2E-B36A-FF4E-BFD3-682F54FBA158}" presName="spMid" presStyleCnt="0"/>
      <dgm:spPr/>
    </dgm:pt>
    <dgm:pt modelId="{CFC52495-41C2-DB49-9EF1-29CFEABA9DD1}" type="pres">
      <dgm:prSet presAssocID="{27765964-A427-294C-85CA-1BC6CD4B3502}" presName="chevronComposite1" presStyleCnt="0"/>
      <dgm:spPr/>
    </dgm:pt>
    <dgm:pt modelId="{8FE6956E-BA50-A84C-9580-06A3EDD9F55A}" type="pres">
      <dgm:prSet presAssocID="{27765964-A427-294C-85CA-1BC6CD4B3502}" presName="chevron1" presStyleLbl="sibTrans2D1" presStyleIdx="2" presStyleCnt="3"/>
      <dgm:spPr/>
    </dgm:pt>
    <dgm:pt modelId="{8CFCAE08-7296-B640-959C-4C3CA3DBA215}" type="pres">
      <dgm:prSet presAssocID="{27765964-A427-294C-85CA-1BC6CD4B3502}" presName="spChevron1" presStyleCnt="0"/>
      <dgm:spPr/>
    </dgm:pt>
    <dgm:pt modelId="{6A88B9C5-9AF1-FC4E-A822-8B1ED8C47B97}" type="pres">
      <dgm:prSet presAssocID="{254F6ECD-6806-2341-A3C4-7214B9296E30}" presName="last" presStyleCnt="0"/>
      <dgm:spPr/>
    </dgm:pt>
    <dgm:pt modelId="{94145F29-DD28-284B-9E36-A185C89247FC}" type="pres">
      <dgm:prSet presAssocID="{254F6ECD-6806-2341-A3C4-7214B9296E30}" presName="circleTx" presStyleLbl="node1" presStyleIdx="18" presStyleCnt="19"/>
      <dgm:spPr/>
    </dgm:pt>
    <dgm:pt modelId="{31535395-5BA1-E74F-A174-61CA2389CEB3}" type="pres">
      <dgm:prSet presAssocID="{254F6ECD-6806-2341-A3C4-7214B9296E30}" presName="spN" presStyleCnt="0"/>
      <dgm:spPr/>
    </dgm:pt>
  </dgm:ptLst>
  <dgm:cxnLst>
    <dgm:cxn modelId="{3BF47B16-861A-7E4B-B3E2-58DAAF528EA1}" srcId="{E012F059-364F-914B-B5EA-79C340E81206}" destId="{1FF0EF52-5501-174C-906F-73684D03B3BD}" srcOrd="1" destOrd="0" parTransId="{A7D820B8-8B18-B84A-A8D6-656A83776B5D}" sibTransId="{848BD2AC-6766-9045-B189-A0CE8E3B8B73}"/>
    <dgm:cxn modelId="{7D67E01E-ABF1-D94A-A165-F633DDC31050}" type="presOf" srcId="{E012F059-364F-914B-B5EA-79C340E81206}" destId="{559AF5C2-DE01-D042-8082-E74EE48DE8DF}" srcOrd="0" destOrd="0" presId="urn:microsoft.com/office/officeart/2009/3/layout/RandomtoResultProcess"/>
    <dgm:cxn modelId="{28F70E49-62CE-B244-80CF-F679AFE4AA93}" srcId="{E012F059-364F-914B-B5EA-79C340E81206}" destId="{254F6ECD-6806-2341-A3C4-7214B9296E30}" srcOrd="3" destOrd="0" parTransId="{F3590750-3170-D243-B2FD-6C4350A6F42D}" sibTransId="{DAC90AFC-22F7-EE42-BF5A-7D6F1A09668E}"/>
    <dgm:cxn modelId="{64F0CBA7-28F6-5C41-8354-0796503F215C}" type="presOf" srcId="{254F6ECD-6806-2341-A3C4-7214B9296E30}" destId="{94145F29-DD28-284B-9E36-A185C89247FC}" srcOrd="0" destOrd="0" presId="urn:microsoft.com/office/officeart/2009/3/layout/RandomtoResultProcess"/>
    <dgm:cxn modelId="{A927EBAB-B18A-D94B-8B05-3BEF597A1E71}" srcId="{E012F059-364F-914B-B5EA-79C340E81206}" destId="{16E90D32-301B-4D49-9101-7C3FCB06F26C}" srcOrd="0" destOrd="0" parTransId="{05E19A56-5B2B-984D-8742-7D650298F3D3}" sibTransId="{91B61C27-2065-4940-BB01-740A915B3B57}"/>
    <dgm:cxn modelId="{B68B1AC5-2229-0D44-A5B5-6B005F2CBF9E}" type="presOf" srcId="{16E90D32-301B-4D49-9101-7C3FCB06F26C}" destId="{B84ECAA4-2E33-5C4F-9CFA-60A9928E63EA}" srcOrd="0" destOrd="0" presId="urn:microsoft.com/office/officeart/2009/3/layout/RandomtoResultProcess"/>
    <dgm:cxn modelId="{DECAAEC9-26C6-0241-85B6-595D0E1AEEA0}" srcId="{E012F059-364F-914B-B5EA-79C340E81206}" destId="{AC451F2E-B36A-FF4E-BFD3-682F54FBA158}" srcOrd="2" destOrd="0" parTransId="{16AC2FA7-DE6A-2C4A-9EF7-C653BDF176F0}" sibTransId="{27765964-A427-294C-85CA-1BC6CD4B3502}"/>
    <dgm:cxn modelId="{C77602CC-A8BE-D447-8DBC-934666150102}" type="presOf" srcId="{1FF0EF52-5501-174C-906F-73684D03B3BD}" destId="{D504B16C-F32D-D048-9FE8-4B4014D179E2}" srcOrd="0" destOrd="0" presId="urn:microsoft.com/office/officeart/2009/3/layout/RandomtoResultProcess"/>
    <dgm:cxn modelId="{BFDF16F3-53E6-6E41-BDC6-D163898DC608}" type="presOf" srcId="{AC451F2E-B36A-FF4E-BFD3-682F54FBA158}" destId="{EC6401BE-5F23-DB4E-8DC4-339B33FF41C6}" srcOrd="0" destOrd="0" presId="urn:microsoft.com/office/officeart/2009/3/layout/RandomtoResultProcess"/>
    <dgm:cxn modelId="{4F684BCF-C413-B444-ACDD-0370D300ACE0}" type="presParOf" srcId="{559AF5C2-DE01-D042-8082-E74EE48DE8DF}" destId="{297DE0D7-19B2-3746-9651-743E499299F2}" srcOrd="0" destOrd="0" presId="urn:microsoft.com/office/officeart/2009/3/layout/RandomtoResultProcess"/>
    <dgm:cxn modelId="{9F524AAB-430E-7948-AC97-F08B9EB83206}" type="presParOf" srcId="{297DE0D7-19B2-3746-9651-743E499299F2}" destId="{B84ECAA4-2E33-5C4F-9CFA-60A9928E63EA}" srcOrd="0" destOrd="0" presId="urn:microsoft.com/office/officeart/2009/3/layout/RandomtoResultProcess"/>
    <dgm:cxn modelId="{CEF62E2B-3810-AB4E-93E8-F6F8BD1C92A2}" type="presParOf" srcId="{297DE0D7-19B2-3746-9651-743E499299F2}" destId="{B10BEE18-067B-D14E-8EF8-6BAA8E4A2380}" srcOrd="1" destOrd="0" presId="urn:microsoft.com/office/officeart/2009/3/layout/RandomtoResultProcess"/>
    <dgm:cxn modelId="{F489FEB3-9A20-C940-8834-C5C40FC48F5A}" type="presParOf" srcId="{297DE0D7-19B2-3746-9651-743E499299F2}" destId="{05C82C8A-58BA-6647-996B-E6FA261F9F69}" srcOrd="2" destOrd="0" presId="urn:microsoft.com/office/officeart/2009/3/layout/RandomtoResultProcess"/>
    <dgm:cxn modelId="{A674AF11-3B1D-DC4C-BBEA-3A6B3DD772A5}" type="presParOf" srcId="{297DE0D7-19B2-3746-9651-743E499299F2}" destId="{2E171179-8F31-714B-B1C3-0F4227F50119}" srcOrd="3" destOrd="0" presId="urn:microsoft.com/office/officeart/2009/3/layout/RandomtoResultProcess"/>
    <dgm:cxn modelId="{053921D3-7949-9045-A142-B4FFFF2BD4A5}" type="presParOf" srcId="{297DE0D7-19B2-3746-9651-743E499299F2}" destId="{341BF121-8AA7-F04E-8D87-F048C0B2B51E}" srcOrd="4" destOrd="0" presId="urn:microsoft.com/office/officeart/2009/3/layout/RandomtoResultProcess"/>
    <dgm:cxn modelId="{03A9FEE8-90C6-8A40-B474-1673AF753C34}" type="presParOf" srcId="{297DE0D7-19B2-3746-9651-743E499299F2}" destId="{9F07F849-E4B1-B240-9FAD-6688FD25D443}" srcOrd="5" destOrd="0" presId="urn:microsoft.com/office/officeart/2009/3/layout/RandomtoResultProcess"/>
    <dgm:cxn modelId="{4578A9D6-4162-A348-8401-04F1CA2ADB64}" type="presParOf" srcId="{297DE0D7-19B2-3746-9651-743E499299F2}" destId="{1E3A1445-BDEA-9646-9F99-DB52B95B5C6A}" srcOrd="6" destOrd="0" presId="urn:microsoft.com/office/officeart/2009/3/layout/RandomtoResultProcess"/>
    <dgm:cxn modelId="{F2193C91-97F8-C441-8B12-B5603DC5FAF8}" type="presParOf" srcId="{297DE0D7-19B2-3746-9651-743E499299F2}" destId="{3C077ADA-AFFE-794A-B350-8929C57EEF91}" srcOrd="7" destOrd="0" presId="urn:microsoft.com/office/officeart/2009/3/layout/RandomtoResultProcess"/>
    <dgm:cxn modelId="{80C70BEC-396B-9848-A414-9239B300F9DA}" type="presParOf" srcId="{297DE0D7-19B2-3746-9651-743E499299F2}" destId="{961F1B5D-10DD-E44B-A053-725A1D1A8BD9}" srcOrd="8" destOrd="0" presId="urn:microsoft.com/office/officeart/2009/3/layout/RandomtoResultProcess"/>
    <dgm:cxn modelId="{0C4DEB86-5FA1-3E43-9A9D-DB1614DBFC43}" type="presParOf" srcId="{297DE0D7-19B2-3746-9651-743E499299F2}" destId="{3CF7EBC3-C795-3246-B973-7DD5402CB70A}" srcOrd="9" destOrd="0" presId="urn:microsoft.com/office/officeart/2009/3/layout/RandomtoResultProcess"/>
    <dgm:cxn modelId="{E4B36E54-FA02-2342-981E-7C3221174C51}" type="presParOf" srcId="{297DE0D7-19B2-3746-9651-743E499299F2}" destId="{8AE3B92F-E4F5-C045-86FA-C7336D223908}" srcOrd="10" destOrd="0" presId="urn:microsoft.com/office/officeart/2009/3/layout/RandomtoResultProcess"/>
    <dgm:cxn modelId="{BFD17790-B81F-8441-9B4A-F4A1E3FE64AF}" type="presParOf" srcId="{297DE0D7-19B2-3746-9651-743E499299F2}" destId="{6C47F101-CD1E-9845-A2C8-86DCF8FE81D8}" srcOrd="11" destOrd="0" presId="urn:microsoft.com/office/officeart/2009/3/layout/RandomtoResultProcess"/>
    <dgm:cxn modelId="{F18CB052-062F-7A4D-B208-9B561DE5404C}" type="presParOf" srcId="{297DE0D7-19B2-3746-9651-743E499299F2}" destId="{B4372B46-CFF0-824D-B16D-C6E81AFB8D9E}" srcOrd="12" destOrd="0" presId="urn:microsoft.com/office/officeart/2009/3/layout/RandomtoResultProcess"/>
    <dgm:cxn modelId="{E9E6C972-E0AB-8A48-9806-DD670A51EAFC}" type="presParOf" srcId="{297DE0D7-19B2-3746-9651-743E499299F2}" destId="{54D405A7-E534-8440-A5B3-4E5D5701A51B}" srcOrd="13" destOrd="0" presId="urn:microsoft.com/office/officeart/2009/3/layout/RandomtoResultProcess"/>
    <dgm:cxn modelId="{CB740FEC-315D-AE4B-B036-836666B84B16}" type="presParOf" srcId="{297DE0D7-19B2-3746-9651-743E499299F2}" destId="{D7C5A407-2E2A-4C4C-9724-D31C7D7DACF2}" srcOrd="14" destOrd="0" presId="urn:microsoft.com/office/officeart/2009/3/layout/RandomtoResultProcess"/>
    <dgm:cxn modelId="{90710F7C-2FCD-DE40-BCEF-EB43AC316A06}" type="presParOf" srcId="{297DE0D7-19B2-3746-9651-743E499299F2}" destId="{F878E80D-7DFA-4049-9182-2B554A1BDEB0}" srcOrd="15" destOrd="0" presId="urn:microsoft.com/office/officeart/2009/3/layout/RandomtoResultProcess"/>
    <dgm:cxn modelId="{FEF2D198-9DFC-F04C-A50E-3C0E5A7557E5}" type="presParOf" srcId="{297DE0D7-19B2-3746-9651-743E499299F2}" destId="{AF165F46-BA0A-EB4D-8E99-96991C8F1872}" srcOrd="16" destOrd="0" presId="urn:microsoft.com/office/officeart/2009/3/layout/RandomtoResultProcess"/>
    <dgm:cxn modelId="{50DA741A-D984-044B-91F1-C48819A20513}" type="presParOf" srcId="{297DE0D7-19B2-3746-9651-743E499299F2}" destId="{84987EDA-D67F-3044-8655-0C84EFB35F33}" srcOrd="17" destOrd="0" presId="urn:microsoft.com/office/officeart/2009/3/layout/RandomtoResultProcess"/>
    <dgm:cxn modelId="{516F411F-A156-3441-A125-77AEC0928E5E}" type="presParOf" srcId="{297DE0D7-19B2-3746-9651-743E499299F2}" destId="{079C4013-C228-2B4F-8BB0-5D35D1B19E92}" srcOrd="18" destOrd="0" presId="urn:microsoft.com/office/officeart/2009/3/layout/RandomtoResultProcess"/>
    <dgm:cxn modelId="{4CE5BDA9-1DBA-EB4C-9BBF-373B81B87D43}" type="presParOf" srcId="{559AF5C2-DE01-D042-8082-E74EE48DE8DF}" destId="{23D953A5-E60A-4942-A49E-E7EDA23D04CA}" srcOrd="1" destOrd="0" presId="urn:microsoft.com/office/officeart/2009/3/layout/RandomtoResultProcess"/>
    <dgm:cxn modelId="{492D45E3-320A-524E-9647-FD8B0451C69C}" type="presParOf" srcId="{23D953A5-E60A-4942-A49E-E7EDA23D04CA}" destId="{3FC5BDB7-0A7B-124C-965C-7BA3A9D033C1}" srcOrd="0" destOrd="0" presId="urn:microsoft.com/office/officeart/2009/3/layout/RandomtoResultProcess"/>
    <dgm:cxn modelId="{D947551C-EBF6-3B4C-BC8A-A11E45F0E760}" type="presParOf" srcId="{23D953A5-E60A-4942-A49E-E7EDA23D04CA}" destId="{0A5D627C-B976-E749-96DC-7CC1184D5829}" srcOrd="1" destOrd="0" presId="urn:microsoft.com/office/officeart/2009/3/layout/RandomtoResultProcess"/>
    <dgm:cxn modelId="{30EEEEA0-D125-A642-9A60-A2B25B29E0C5}" type="presParOf" srcId="{559AF5C2-DE01-D042-8082-E74EE48DE8DF}" destId="{F03CE2B8-5564-5942-903F-C48627018159}" srcOrd="2" destOrd="0" presId="urn:microsoft.com/office/officeart/2009/3/layout/RandomtoResultProcess"/>
    <dgm:cxn modelId="{587A5568-6D98-AE45-8690-C9AB6BDA485A}" type="presParOf" srcId="{F03CE2B8-5564-5942-903F-C48627018159}" destId="{D504B16C-F32D-D048-9FE8-4B4014D179E2}" srcOrd="0" destOrd="0" presId="urn:microsoft.com/office/officeart/2009/3/layout/RandomtoResultProcess"/>
    <dgm:cxn modelId="{A5C3F541-CE37-0042-B434-0E934FF6457B}" type="presParOf" srcId="{F03CE2B8-5564-5942-903F-C48627018159}" destId="{EBD07758-CF61-EB4B-AB54-2552EF0E600F}" srcOrd="1" destOrd="0" presId="urn:microsoft.com/office/officeart/2009/3/layout/RandomtoResultProcess"/>
    <dgm:cxn modelId="{8E3AAFBA-4F9E-D540-B37F-5F63DC6573C6}" type="presParOf" srcId="{559AF5C2-DE01-D042-8082-E74EE48DE8DF}" destId="{69E5F743-6E0E-BD42-B4C2-B36DBDF7E6FB}" srcOrd="3" destOrd="0" presId="urn:microsoft.com/office/officeart/2009/3/layout/RandomtoResultProcess"/>
    <dgm:cxn modelId="{E881A29B-E7BE-554A-82E1-53DFA3919261}" type="presParOf" srcId="{69E5F743-6E0E-BD42-B4C2-B36DBDF7E6FB}" destId="{20157C28-D053-014E-A7A0-3A876CD3BA9F}" srcOrd="0" destOrd="0" presId="urn:microsoft.com/office/officeart/2009/3/layout/RandomtoResultProcess"/>
    <dgm:cxn modelId="{E2FCE839-A80B-EF4A-BAD9-9B3F9C7F1B8A}" type="presParOf" srcId="{69E5F743-6E0E-BD42-B4C2-B36DBDF7E6FB}" destId="{274B0F36-8A48-964A-BE11-001C64BE1EBD}" srcOrd="1" destOrd="0" presId="urn:microsoft.com/office/officeart/2009/3/layout/RandomtoResultProcess"/>
    <dgm:cxn modelId="{4D17A2EA-6F1C-7444-8F6F-13583E6BB659}" type="presParOf" srcId="{559AF5C2-DE01-D042-8082-E74EE48DE8DF}" destId="{43D12767-0CC2-7747-865C-BD5CBEA91248}" srcOrd="4" destOrd="0" presId="urn:microsoft.com/office/officeart/2009/3/layout/RandomtoResultProcess"/>
    <dgm:cxn modelId="{5FD22F0F-1349-A441-9316-11D3E1F372AC}" type="presParOf" srcId="{43D12767-0CC2-7747-865C-BD5CBEA91248}" destId="{EC6401BE-5F23-DB4E-8DC4-339B33FF41C6}" srcOrd="0" destOrd="0" presId="urn:microsoft.com/office/officeart/2009/3/layout/RandomtoResultProcess"/>
    <dgm:cxn modelId="{2C7F7E11-9FA5-8D45-9B4D-31DE64AC03D8}" type="presParOf" srcId="{43D12767-0CC2-7747-865C-BD5CBEA91248}" destId="{9780C66F-BDD7-B545-BC63-5F49A5B16AE8}" srcOrd="1" destOrd="0" presId="urn:microsoft.com/office/officeart/2009/3/layout/RandomtoResultProcess"/>
    <dgm:cxn modelId="{EF894364-EA37-774E-AA78-9995FE70D0C3}" type="presParOf" srcId="{559AF5C2-DE01-D042-8082-E74EE48DE8DF}" destId="{CFC52495-41C2-DB49-9EF1-29CFEABA9DD1}" srcOrd="5" destOrd="0" presId="urn:microsoft.com/office/officeart/2009/3/layout/RandomtoResultProcess"/>
    <dgm:cxn modelId="{5BA1063F-FEA1-E648-8B3E-ABF4301D391B}" type="presParOf" srcId="{CFC52495-41C2-DB49-9EF1-29CFEABA9DD1}" destId="{8FE6956E-BA50-A84C-9580-06A3EDD9F55A}" srcOrd="0" destOrd="0" presId="urn:microsoft.com/office/officeart/2009/3/layout/RandomtoResultProcess"/>
    <dgm:cxn modelId="{0BB98B88-C69E-3744-AB4F-4904C9199AD2}" type="presParOf" srcId="{CFC52495-41C2-DB49-9EF1-29CFEABA9DD1}" destId="{8CFCAE08-7296-B640-959C-4C3CA3DBA215}" srcOrd="1" destOrd="0" presId="urn:microsoft.com/office/officeart/2009/3/layout/RandomtoResultProcess"/>
    <dgm:cxn modelId="{85CC0BAA-1CC8-1344-ACFF-1A875F3ED58C}" type="presParOf" srcId="{559AF5C2-DE01-D042-8082-E74EE48DE8DF}" destId="{6A88B9C5-9AF1-FC4E-A822-8B1ED8C47B97}" srcOrd="6" destOrd="0" presId="urn:microsoft.com/office/officeart/2009/3/layout/RandomtoResultProcess"/>
    <dgm:cxn modelId="{F38B2477-BA9E-D046-A3F9-5AE1C113FD75}" type="presParOf" srcId="{6A88B9C5-9AF1-FC4E-A822-8B1ED8C47B97}" destId="{94145F29-DD28-284B-9E36-A185C89247FC}" srcOrd="0" destOrd="0" presId="urn:microsoft.com/office/officeart/2009/3/layout/RandomtoResultProcess"/>
    <dgm:cxn modelId="{BFAA42EC-F944-344B-9E9D-90711761ACF5}" type="presParOf" srcId="{6A88B9C5-9AF1-FC4E-A822-8B1ED8C47B97}" destId="{31535395-5BA1-E74F-A174-61CA2389CEB3}" srcOrd="1" destOrd="0" presId="urn:microsoft.com/office/officeart/2009/3/layout/RandomtoResult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17D99D-B05A-4D59-9FA3-8576B0125773}"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1F094CC0-438F-4E8E-91DE-56217E2A4E17}">
      <dgm:prSet/>
      <dgm:spPr/>
      <dgm:t>
        <a:bodyPr/>
        <a:lstStyle/>
        <a:p>
          <a:r>
            <a:rPr lang="fr-FR"/>
            <a:t>Une variable permet de manipuler des données et des valeurs. </a:t>
          </a:r>
          <a:endParaRPr lang="en-US"/>
        </a:p>
      </dgm:t>
    </dgm:pt>
    <dgm:pt modelId="{8F128E26-F2F0-4101-82FE-4C53A4D9D691}" type="parTrans" cxnId="{1C3C12C7-FA3A-462F-B14E-E8ACD5B4C29E}">
      <dgm:prSet/>
      <dgm:spPr/>
      <dgm:t>
        <a:bodyPr/>
        <a:lstStyle/>
        <a:p>
          <a:endParaRPr lang="en-US"/>
        </a:p>
      </dgm:t>
    </dgm:pt>
    <dgm:pt modelId="{66A2C357-20E3-47D2-9159-969C6F47CD7F}" type="sibTrans" cxnId="{1C3C12C7-FA3A-462F-B14E-E8ACD5B4C29E}">
      <dgm:prSet/>
      <dgm:spPr/>
      <dgm:t>
        <a:bodyPr/>
        <a:lstStyle/>
        <a:p>
          <a:endParaRPr lang="en-US"/>
        </a:p>
      </dgm:t>
    </dgm:pt>
    <dgm:pt modelId="{F281A87B-7F37-4DBA-8729-DB168754D3CE}">
      <dgm:prSet/>
      <dgm:spPr/>
      <dgm:t>
        <a:bodyPr/>
        <a:lstStyle/>
        <a:p>
          <a:r>
            <a:rPr lang="fr-FR"/>
            <a:t>Le nom sert à repérer un emplacement mémoire dans lequel la valeur de la variable sera stockée</a:t>
          </a:r>
          <a:endParaRPr lang="en-US"/>
        </a:p>
      </dgm:t>
    </dgm:pt>
    <dgm:pt modelId="{15538858-E1E4-4FEA-B5A9-31401336540F}" type="parTrans" cxnId="{8D78130C-2F43-4506-A3C6-27A4AED8BB3B}">
      <dgm:prSet/>
      <dgm:spPr/>
      <dgm:t>
        <a:bodyPr/>
        <a:lstStyle/>
        <a:p>
          <a:endParaRPr lang="en-US"/>
        </a:p>
      </dgm:t>
    </dgm:pt>
    <dgm:pt modelId="{EACD61F4-D628-4ED3-AE26-851B7B5CF45A}" type="sibTrans" cxnId="{8D78130C-2F43-4506-A3C6-27A4AED8BB3B}">
      <dgm:prSet/>
      <dgm:spPr/>
      <dgm:t>
        <a:bodyPr/>
        <a:lstStyle/>
        <a:p>
          <a:endParaRPr lang="en-US"/>
        </a:p>
      </dgm:t>
    </dgm:pt>
    <dgm:pt modelId="{57FFE77D-C54F-4B80-A39C-389881414504}">
      <dgm:prSet/>
      <dgm:spPr/>
      <dgm:t>
        <a:bodyPr/>
        <a:lstStyle/>
        <a:p>
          <a:r>
            <a:rPr lang="fr-FR"/>
            <a:t>Le type permet de déterminer la façon dont la valeur de la variable est traduite en code binaire, ainsi que la taille de son emplacement mémoire </a:t>
          </a:r>
          <a:endParaRPr lang="en-US"/>
        </a:p>
      </dgm:t>
    </dgm:pt>
    <dgm:pt modelId="{DEFF3421-161F-4907-964A-8D3F7F5CE0C6}" type="parTrans" cxnId="{48427BEF-7E36-4FD0-8887-0B9C68BEBD6B}">
      <dgm:prSet/>
      <dgm:spPr/>
      <dgm:t>
        <a:bodyPr/>
        <a:lstStyle/>
        <a:p>
          <a:endParaRPr lang="en-US"/>
        </a:p>
      </dgm:t>
    </dgm:pt>
    <dgm:pt modelId="{B1EA22FA-D479-4063-8604-D39A42368DC2}" type="sibTrans" cxnId="{48427BEF-7E36-4FD0-8887-0B9C68BEBD6B}">
      <dgm:prSet/>
      <dgm:spPr/>
      <dgm:t>
        <a:bodyPr/>
        <a:lstStyle/>
        <a:p>
          <a:endParaRPr lang="en-US"/>
        </a:p>
      </dgm:t>
    </dgm:pt>
    <dgm:pt modelId="{012E2005-72CB-474B-9465-99A873DD8A4F}" type="pres">
      <dgm:prSet presAssocID="{0D17D99D-B05A-4D59-9FA3-8576B0125773}" presName="diagram" presStyleCnt="0">
        <dgm:presLayoutVars>
          <dgm:chPref val="1"/>
          <dgm:dir/>
          <dgm:animOne val="branch"/>
          <dgm:animLvl val="lvl"/>
          <dgm:resizeHandles/>
        </dgm:presLayoutVars>
      </dgm:prSet>
      <dgm:spPr/>
    </dgm:pt>
    <dgm:pt modelId="{B70D0753-32B7-FA48-8670-3F574D6BB738}" type="pres">
      <dgm:prSet presAssocID="{1F094CC0-438F-4E8E-91DE-56217E2A4E17}" presName="root" presStyleCnt="0"/>
      <dgm:spPr/>
    </dgm:pt>
    <dgm:pt modelId="{557417B6-380D-F74F-9B3A-5F0F2E504356}" type="pres">
      <dgm:prSet presAssocID="{1F094CC0-438F-4E8E-91DE-56217E2A4E17}" presName="rootComposite" presStyleCnt="0"/>
      <dgm:spPr/>
    </dgm:pt>
    <dgm:pt modelId="{0712E777-BA5B-3341-953F-AD7F9E078920}" type="pres">
      <dgm:prSet presAssocID="{1F094CC0-438F-4E8E-91DE-56217E2A4E17}" presName="rootText" presStyleLbl="node1" presStyleIdx="0" presStyleCnt="2"/>
      <dgm:spPr/>
    </dgm:pt>
    <dgm:pt modelId="{6AB34E16-081F-A747-B0E1-1ECB5880BBA9}" type="pres">
      <dgm:prSet presAssocID="{1F094CC0-438F-4E8E-91DE-56217E2A4E17}" presName="rootConnector" presStyleLbl="node1" presStyleIdx="0" presStyleCnt="2"/>
      <dgm:spPr/>
    </dgm:pt>
    <dgm:pt modelId="{AD40F909-C8E0-9C4F-A1F2-BD5E4C39F364}" type="pres">
      <dgm:prSet presAssocID="{1F094CC0-438F-4E8E-91DE-56217E2A4E17}" presName="childShape" presStyleCnt="0"/>
      <dgm:spPr/>
    </dgm:pt>
    <dgm:pt modelId="{A7ADBBE2-C898-0E41-8B92-F8CCC5811C5F}" type="pres">
      <dgm:prSet presAssocID="{15538858-E1E4-4FEA-B5A9-31401336540F}" presName="Name13" presStyleLbl="parChTrans1D2" presStyleIdx="0" presStyleCnt="1"/>
      <dgm:spPr/>
    </dgm:pt>
    <dgm:pt modelId="{30EEE9D1-613E-9640-807B-F62953A567A8}" type="pres">
      <dgm:prSet presAssocID="{F281A87B-7F37-4DBA-8729-DB168754D3CE}" presName="childText" presStyleLbl="bgAcc1" presStyleIdx="0" presStyleCnt="1">
        <dgm:presLayoutVars>
          <dgm:bulletEnabled val="1"/>
        </dgm:presLayoutVars>
      </dgm:prSet>
      <dgm:spPr/>
    </dgm:pt>
    <dgm:pt modelId="{F3C45F4C-24E6-3246-B475-C55C14C6E2F0}" type="pres">
      <dgm:prSet presAssocID="{57FFE77D-C54F-4B80-A39C-389881414504}" presName="root" presStyleCnt="0"/>
      <dgm:spPr/>
    </dgm:pt>
    <dgm:pt modelId="{7C137261-1034-A942-8725-4E721729C85C}" type="pres">
      <dgm:prSet presAssocID="{57FFE77D-C54F-4B80-A39C-389881414504}" presName="rootComposite" presStyleCnt="0"/>
      <dgm:spPr/>
    </dgm:pt>
    <dgm:pt modelId="{183DE90B-471B-DC4D-AE48-ADD39E62E939}" type="pres">
      <dgm:prSet presAssocID="{57FFE77D-C54F-4B80-A39C-389881414504}" presName="rootText" presStyleLbl="node1" presStyleIdx="1" presStyleCnt="2"/>
      <dgm:spPr/>
    </dgm:pt>
    <dgm:pt modelId="{9AABF32F-C015-964B-95AB-A7EEEA9C0A66}" type="pres">
      <dgm:prSet presAssocID="{57FFE77D-C54F-4B80-A39C-389881414504}" presName="rootConnector" presStyleLbl="node1" presStyleIdx="1" presStyleCnt="2"/>
      <dgm:spPr/>
    </dgm:pt>
    <dgm:pt modelId="{90BE264B-DE4D-9F4C-A03D-6379E3C5307E}" type="pres">
      <dgm:prSet presAssocID="{57FFE77D-C54F-4B80-A39C-389881414504}" presName="childShape" presStyleCnt="0"/>
      <dgm:spPr/>
    </dgm:pt>
  </dgm:ptLst>
  <dgm:cxnLst>
    <dgm:cxn modelId="{8D78130C-2F43-4506-A3C6-27A4AED8BB3B}" srcId="{1F094CC0-438F-4E8E-91DE-56217E2A4E17}" destId="{F281A87B-7F37-4DBA-8729-DB168754D3CE}" srcOrd="0" destOrd="0" parTransId="{15538858-E1E4-4FEA-B5A9-31401336540F}" sibTransId="{EACD61F4-D628-4ED3-AE26-851B7B5CF45A}"/>
    <dgm:cxn modelId="{A469F50E-10EC-D74B-AAE8-BC3823499118}" type="presOf" srcId="{15538858-E1E4-4FEA-B5A9-31401336540F}" destId="{A7ADBBE2-C898-0E41-8B92-F8CCC5811C5F}" srcOrd="0" destOrd="0" presId="urn:microsoft.com/office/officeart/2005/8/layout/hierarchy3"/>
    <dgm:cxn modelId="{CF041225-85AD-9848-9F6D-6CD1A2382B04}" type="presOf" srcId="{0D17D99D-B05A-4D59-9FA3-8576B0125773}" destId="{012E2005-72CB-474B-9465-99A873DD8A4F}" srcOrd="0" destOrd="0" presId="urn:microsoft.com/office/officeart/2005/8/layout/hierarchy3"/>
    <dgm:cxn modelId="{D6F9E150-2CDC-0C4B-AD40-D4FF3F107528}" type="presOf" srcId="{1F094CC0-438F-4E8E-91DE-56217E2A4E17}" destId="{6AB34E16-081F-A747-B0E1-1ECB5880BBA9}" srcOrd="1" destOrd="0" presId="urn:microsoft.com/office/officeart/2005/8/layout/hierarchy3"/>
    <dgm:cxn modelId="{7E4A5185-12B4-9E42-9D9A-2430B90A90C0}" type="presOf" srcId="{1F094CC0-438F-4E8E-91DE-56217E2A4E17}" destId="{0712E777-BA5B-3341-953F-AD7F9E078920}" srcOrd="0" destOrd="0" presId="urn:microsoft.com/office/officeart/2005/8/layout/hierarchy3"/>
    <dgm:cxn modelId="{4C18FE8E-2991-6047-80F7-8C2D095E97C2}" type="presOf" srcId="{57FFE77D-C54F-4B80-A39C-389881414504}" destId="{9AABF32F-C015-964B-95AB-A7EEEA9C0A66}" srcOrd="1" destOrd="0" presId="urn:microsoft.com/office/officeart/2005/8/layout/hierarchy3"/>
    <dgm:cxn modelId="{B4D8E98F-91F6-B440-B274-75D72E2C730A}" type="presOf" srcId="{F281A87B-7F37-4DBA-8729-DB168754D3CE}" destId="{30EEE9D1-613E-9640-807B-F62953A567A8}" srcOrd="0" destOrd="0" presId="urn:microsoft.com/office/officeart/2005/8/layout/hierarchy3"/>
    <dgm:cxn modelId="{1870F2C5-9B04-574C-92F7-85B752BE6147}" type="presOf" srcId="{57FFE77D-C54F-4B80-A39C-389881414504}" destId="{183DE90B-471B-DC4D-AE48-ADD39E62E939}" srcOrd="0" destOrd="0" presId="urn:microsoft.com/office/officeart/2005/8/layout/hierarchy3"/>
    <dgm:cxn modelId="{1C3C12C7-FA3A-462F-B14E-E8ACD5B4C29E}" srcId="{0D17D99D-B05A-4D59-9FA3-8576B0125773}" destId="{1F094CC0-438F-4E8E-91DE-56217E2A4E17}" srcOrd="0" destOrd="0" parTransId="{8F128E26-F2F0-4101-82FE-4C53A4D9D691}" sibTransId="{66A2C357-20E3-47D2-9159-969C6F47CD7F}"/>
    <dgm:cxn modelId="{48427BEF-7E36-4FD0-8887-0B9C68BEBD6B}" srcId="{0D17D99D-B05A-4D59-9FA3-8576B0125773}" destId="{57FFE77D-C54F-4B80-A39C-389881414504}" srcOrd="1" destOrd="0" parTransId="{DEFF3421-161F-4907-964A-8D3F7F5CE0C6}" sibTransId="{B1EA22FA-D479-4063-8604-D39A42368DC2}"/>
    <dgm:cxn modelId="{F5F40767-F3CE-434B-82AD-2E7567AB52C8}" type="presParOf" srcId="{012E2005-72CB-474B-9465-99A873DD8A4F}" destId="{B70D0753-32B7-FA48-8670-3F574D6BB738}" srcOrd="0" destOrd="0" presId="urn:microsoft.com/office/officeart/2005/8/layout/hierarchy3"/>
    <dgm:cxn modelId="{AF76FB0E-0C25-834B-8D4E-38BC6992DBFC}" type="presParOf" srcId="{B70D0753-32B7-FA48-8670-3F574D6BB738}" destId="{557417B6-380D-F74F-9B3A-5F0F2E504356}" srcOrd="0" destOrd="0" presId="urn:microsoft.com/office/officeart/2005/8/layout/hierarchy3"/>
    <dgm:cxn modelId="{8F7E907A-DAE9-A94C-8114-F41E0DBE1E15}" type="presParOf" srcId="{557417B6-380D-F74F-9B3A-5F0F2E504356}" destId="{0712E777-BA5B-3341-953F-AD7F9E078920}" srcOrd="0" destOrd="0" presId="urn:microsoft.com/office/officeart/2005/8/layout/hierarchy3"/>
    <dgm:cxn modelId="{2A9BCFD4-5450-3948-8302-4FE79D6CB9FB}" type="presParOf" srcId="{557417B6-380D-F74F-9B3A-5F0F2E504356}" destId="{6AB34E16-081F-A747-B0E1-1ECB5880BBA9}" srcOrd="1" destOrd="0" presId="urn:microsoft.com/office/officeart/2005/8/layout/hierarchy3"/>
    <dgm:cxn modelId="{BAEF066B-3B78-3149-A992-5AA8A08D375B}" type="presParOf" srcId="{B70D0753-32B7-FA48-8670-3F574D6BB738}" destId="{AD40F909-C8E0-9C4F-A1F2-BD5E4C39F364}" srcOrd="1" destOrd="0" presId="urn:microsoft.com/office/officeart/2005/8/layout/hierarchy3"/>
    <dgm:cxn modelId="{3928086A-0D42-E047-A66E-86E85D0BAA6F}" type="presParOf" srcId="{AD40F909-C8E0-9C4F-A1F2-BD5E4C39F364}" destId="{A7ADBBE2-C898-0E41-8B92-F8CCC5811C5F}" srcOrd="0" destOrd="0" presId="urn:microsoft.com/office/officeart/2005/8/layout/hierarchy3"/>
    <dgm:cxn modelId="{4E5E4295-4E39-C549-802A-516B87964236}" type="presParOf" srcId="{AD40F909-C8E0-9C4F-A1F2-BD5E4C39F364}" destId="{30EEE9D1-613E-9640-807B-F62953A567A8}" srcOrd="1" destOrd="0" presId="urn:microsoft.com/office/officeart/2005/8/layout/hierarchy3"/>
    <dgm:cxn modelId="{B55A1D6D-68E1-D04A-9ACA-B18A61413B96}" type="presParOf" srcId="{012E2005-72CB-474B-9465-99A873DD8A4F}" destId="{F3C45F4C-24E6-3246-B475-C55C14C6E2F0}" srcOrd="1" destOrd="0" presId="urn:microsoft.com/office/officeart/2005/8/layout/hierarchy3"/>
    <dgm:cxn modelId="{C050A2CB-A7D7-6C42-8370-138B310F4D65}" type="presParOf" srcId="{F3C45F4C-24E6-3246-B475-C55C14C6E2F0}" destId="{7C137261-1034-A942-8725-4E721729C85C}" srcOrd="0" destOrd="0" presId="urn:microsoft.com/office/officeart/2005/8/layout/hierarchy3"/>
    <dgm:cxn modelId="{E2E87437-216D-1544-8561-80AF2C2C22A3}" type="presParOf" srcId="{7C137261-1034-A942-8725-4E721729C85C}" destId="{183DE90B-471B-DC4D-AE48-ADD39E62E939}" srcOrd="0" destOrd="0" presId="urn:microsoft.com/office/officeart/2005/8/layout/hierarchy3"/>
    <dgm:cxn modelId="{88B8F0D0-9CDC-084A-A109-1098A1603B6C}" type="presParOf" srcId="{7C137261-1034-A942-8725-4E721729C85C}" destId="{9AABF32F-C015-964B-95AB-A7EEEA9C0A66}" srcOrd="1" destOrd="0" presId="urn:microsoft.com/office/officeart/2005/8/layout/hierarchy3"/>
    <dgm:cxn modelId="{BD5AB239-A630-114B-B608-1B89873CC7D8}" type="presParOf" srcId="{F3C45F4C-24E6-3246-B475-C55C14C6E2F0}" destId="{90BE264B-DE4D-9F4C-A03D-6379E3C5307E}"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DFE74D7-0F12-4CA4-807F-063A985A4065}" type="doc">
      <dgm:prSet loTypeId="urn:microsoft.com/office/officeart/2005/8/layout/vList2" loCatId="list" qsTypeId="urn:microsoft.com/office/officeart/2005/8/quickstyle/simple3" qsCatId="simple" csTypeId="urn:microsoft.com/office/officeart/2005/8/colors/colorful1" csCatId="colorful"/>
      <dgm:spPr/>
      <dgm:t>
        <a:bodyPr/>
        <a:lstStyle/>
        <a:p>
          <a:endParaRPr lang="en-US"/>
        </a:p>
      </dgm:t>
    </dgm:pt>
    <dgm:pt modelId="{576CE0AF-3C33-41AA-9DAD-5D661EB01384}">
      <dgm:prSet/>
      <dgm:spPr/>
      <dgm:t>
        <a:bodyPr/>
        <a:lstStyle/>
        <a:p>
          <a:r>
            <a:rPr lang="fr-FR" dirty="0"/>
            <a:t>En Java, le mot-clé var permet de déclarer des variables locales avec une inférence de type</a:t>
          </a:r>
          <a:endParaRPr lang="en-US" dirty="0"/>
        </a:p>
      </dgm:t>
    </dgm:pt>
    <dgm:pt modelId="{984E287F-DEF0-4C06-9CD1-E741E25E4628}" type="parTrans" cxnId="{949633B8-980A-42C1-9ED8-2D10078E28DA}">
      <dgm:prSet/>
      <dgm:spPr/>
      <dgm:t>
        <a:bodyPr/>
        <a:lstStyle/>
        <a:p>
          <a:endParaRPr lang="en-US"/>
        </a:p>
      </dgm:t>
    </dgm:pt>
    <dgm:pt modelId="{0953AAFE-C438-4FE9-8E21-B77E7CD4A5FE}" type="sibTrans" cxnId="{949633B8-980A-42C1-9ED8-2D10078E28DA}">
      <dgm:prSet/>
      <dgm:spPr/>
      <dgm:t>
        <a:bodyPr/>
        <a:lstStyle/>
        <a:p>
          <a:endParaRPr lang="en-US"/>
        </a:p>
      </dgm:t>
    </dgm:pt>
    <dgm:pt modelId="{23FFF1A8-A9D3-41AC-B0B1-F1582FC830A1}">
      <dgm:prSet/>
      <dgm:spPr/>
      <dgm:t>
        <a:bodyPr/>
        <a:lstStyle/>
        <a:p>
          <a:r>
            <a:rPr lang="fr-FR" dirty="0"/>
            <a:t>Il simplifie le code en évitant de spécifier explicitement le type d’une variable lorsque celui-ci peut être déduit par le compilateur à partir de l’expression d’initialisation. Celui-ci améliore la lisibilité</a:t>
          </a:r>
          <a:endParaRPr lang="en-US" dirty="0"/>
        </a:p>
      </dgm:t>
    </dgm:pt>
    <dgm:pt modelId="{E7BBE38E-F87D-48C9-B252-5999C7438BF9}" type="parTrans" cxnId="{2FE9D504-8137-4CDD-B23B-35BEA49ADB79}">
      <dgm:prSet/>
      <dgm:spPr/>
      <dgm:t>
        <a:bodyPr/>
        <a:lstStyle/>
        <a:p>
          <a:endParaRPr lang="en-US"/>
        </a:p>
      </dgm:t>
    </dgm:pt>
    <dgm:pt modelId="{C13730FD-E2C4-4CC5-B875-50299ED76406}" type="sibTrans" cxnId="{2FE9D504-8137-4CDD-B23B-35BEA49ADB79}">
      <dgm:prSet/>
      <dgm:spPr/>
      <dgm:t>
        <a:bodyPr/>
        <a:lstStyle/>
        <a:p>
          <a:endParaRPr lang="en-US"/>
        </a:p>
      </dgm:t>
    </dgm:pt>
    <dgm:pt modelId="{71C6416B-9E93-4A22-B07A-5D50153FF6D7}">
      <dgm:prSet/>
      <dgm:spPr/>
      <dgm:t>
        <a:bodyPr/>
        <a:lstStyle/>
        <a:p>
          <a:r>
            <a:rPr lang="fr-FR"/>
            <a:t>Var ne peut être utilisé que pour des variables locales dans des blocs de code, comme les méthodes ou les blocs d’initialisation et nécessite une initialisation immédiate</a:t>
          </a:r>
          <a:endParaRPr lang="en-US"/>
        </a:p>
      </dgm:t>
    </dgm:pt>
    <dgm:pt modelId="{BE768844-AB1E-49D0-BB03-623B32702036}" type="parTrans" cxnId="{B3357E91-9ECF-4DAC-AA5B-29AD2E7D0267}">
      <dgm:prSet/>
      <dgm:spPr/>
      <dgm:t>
        <a:bodyPr/>
        <a:lstStyle/>
        <a:p>
          <a:endParaRPr lang="en-US"/>
        </a:p>
      </dgm:t>
    </dgm:pt>
    <dgm:pt modelId="{23F79E3C-97F8-439C-B166-8498AB3D6258}" type="sibTrans" cxnId="{B3357E91-9ECF-4DAC-AA5B-29AD2E7D0267}">
      <dgm:prSet/>
      <dgm:spPr/>
      <dgm:t>
        <a:bodyPr/>
        <a:lstStyle/>
        <a:p>
          <a:endParaRPr lang="en-US"/>
        </a:p>
      </dgm:t>
    </dgm:pt>
    <dgm:pt modelId="{01A13CAD-0C44-4D17-A05D-E456EA0F1500}">
      <dgm:prSet/>
      <dgm:spPr/>
      <dgm:t>
        <a:bodyPr/>
        <a:lstStyle/>
        <a:p>
          <a:r>
            <a:rPr lang="fr-FR" dirty="0"/>
            <a:t>VAR ne peut pas être utilisé pour les champs de classe, les paramètres de méthode ou les types de retour. </a:t>
          </a:r>
          <a:endParaRPr lang="en-US" dirty="0"/>
        </a:p>
      </dgm:t>
    </dgm:pt>
    <dgm:pt modelId="{8F3AEA6E-4AB7-426A-BFDC-19976B573872}" type="parTrans" cxnId="{978BBC82-C537-48DE-9A9C-0CA4945A1BC8}">
      <dgm:prSet/>
      <dgm:spPr/>
      <dgm:t>
        <a:bodyPr/>
        <a:lstStyle/>
        <a:p>
          <a:endParaRPr lang="en-US"/>
        </a:p>
      </dgm:t>
    </dgm:pt>
    <dgm:pt modelId="{E9581570-C47C-4675-9686-17D8CF91265D}" type="sibTrans" cxnId="{978BBC82-C537-48DE-9A9C-0CA4945A1BC8}">
      <dgm:prSet/>
      <dgm:spPr/>
      <dgm:t>
        <a:bodyPr/>
        <a:lstStyle/>
        <a:p>
          <a:endParaRPr lang="en-US"/>
        </a:p>
      </dgm:t>
    </dgm:pt>
    <dgm:pt modelId="{2A631CD4-9678-0244-8BEB-7A56AD79BD88}" type="pres">
      <dgm:prSet presAssocID="{9DFE74D7-0F12-4CA4-807F-063A985A4065}" presName="linear" presStyleCnt="0">
        <dgm:presLayoutVars>
          <dgm:animLvl val="lvl"/>
          <dgm:resizeHandles val="exact"/>
        </dgm:presLayoutVars>
      </dgm:prSet>
      <dgm:spPr/>
    </dgm:pt>
    <dgm:pt modelId="{5FB4653C-3DAD-B74E-AB2D-208D10CA438A}" type="pres">
      <dgm:prSet presAssocID="{576CE0AF-3C33-41AA-9DAD-5D661EB01384}" presName="parentText" presStyleLbl="node1" presStyleIdx="0" presStyleCnt="4">
        <dgm:presLayoutVars>
          <dgm:chMax val="0"/>
          <dgm:bulletEnabled val="1"/>
        </dgm:presLayoutVars>
      </dgm:prSet>
      <dgm:spPr/>
    </dgm:pt>
    <dgm:pt modelId="{800E86F5-9D94-E44E-80B4-29A828014543}" type="pres">
      <dgm:prSet presAssocID="{0953AAFE-C438-4FE9-8E21-B77E7CD4A5FE}" presName="spacer" presStyleCnt="0"/>
      <dgm:spPr/>
    </dgm:pt>
    <dgm:pt modelId="{525D006B-1FCE-0740-A250-6C7793AA9398}" type="pres">
      <dgm:prSet presAssocID="{23FFF1A8-A9D3-41AC-B0B1-F1582FC830A1}" presName="parentText" presStyleLbl="node1" presStyleIdx="1" presStyleCnt="4">
        <dgm:presLayoutVars>
          <dgm:chMax val="0"/>
          <dgm:bulletEnabled val="1"/>
        </dgm:presLayoutVars>
      </dgm:prSet>
      <dgm:spPr/>
    </dgm:pt>
    <dgm:pt modelId="{A14EAB6E-6887-EF4A-A0FB-EF3A2C08D58C}" type="pres">
      <dgm:prSet presAssocID="{C13730FD-E2C4-4CC5-B875-50299ED76406}" presName="spacer" presStyleCnt="0"/>
      <dgm:spPr/>
    </dgm:pt>
    <dgm:pt modelId="{D836437E-6643-1D49-8023-BE7DFA1D8591}" type="pres">
      <dgm:prSet presAssocID="{71C6416B-9E93-4A22-B07A-5D50153FF6D7}" presName="parentText" presStyleLbl="node1" presStyleIdx="2" presStyleCnt="4">
        <dgm:presLayoutVars>
          <dgm:chMax val="0"/>
          <dgm:bulletEnabled val="1"/>
        </dgm:presLayoutVars>
      </dgm:prSet>
      <dgm:spPr/>
    </dgm:pt>
    <dgm:pt modelId="{49119A92-D302-B540-9170-D0BF4580E1E4}" type="pres">
      <dgm:prSet presAssocID="{23F79E3C-97F8-439C-B166-8498AB3D6258}" presName="spacer" presStyleCnt="0"/>
      <dgm:spPr/>
    </dgm:pt>
    <dgm:pt modelId="{3C20C7A3-D425-6945-840D-08E083A4A283}" type="pres">
      <dgm:prSet presAssocID="{01A13CAD-0C44-4D17-A05D-E456EA0F1500}" presName="parentText" presStyleLbl="node1" presStyleIdx="3" presStyleCnt="4">
        <dgm:presLayoutVars>
          <dgm:chMax val="0"/>
          <dgm:bulletEnabled val="1"/>
        </dgm:presLayoutVars>
      </dgm:prSet>
      <dgm:spPr/>
    </dgm:pt>
  </dgm:ptLst>
  <dgm:cxnLst>
    <dgm:cxn modelId="{2FE9D504-8137-4CDD-B23B-35BEA49ADB79}" srcId="{9DFE74D7-0F12-4CA4-807F-063A985A4065}" destId="{23FFF1A8-A9D3-41AC-B0B1-F1582FC830A1}" srcOrd="1" destOrd="0" parTransId="{E7BBE38E-F87D-48C9-B252-5999C7438BF9}" sibTransId="{C13730FD-E2C4-4CC5-B875-50299ED76406}"/>
    <dgm:cxn modelId="{74A3551E-6D37-BE49-B357-37C145E5C8DB}" type="presOf" srcId="{576CE0AF-3C33-41AA-9DAD-5D661EB01384}" destId="{5FB4653C-3DAD-B74E-AB2D-208D10CA438A}" srcOrd="0" destOrd="0" presId="urn:microsoft.com/office/officeart/2005/8/layout/vList2"/>
    <dgm:cxn modelId="{EBB52B2F-9CEA-3342-9003-5AD5F23CA320}" type="presOf" srcId="{9DFE74D7-0F12-4CA4-807F-063A985A4065}" destId="{2A631CD4-9678-0244-8BEB-7A56AD79BD88}" srcOrd="0" destOrd="0" presId="urn:microsoft.com/office/officeart/2005/8/layout/vList2"/>
    <dgm:cxn modelId="{C8D0C464-300D-8346-A053-B4038EAFEF0F}" type="presOf" srcId="{23FFF1A8-A9D3-41AC-B0B1-F1582FC830A1}" destId="{525D006B-1FCE-0740-A250-6C7793AA9398}" srcOrd="0" destOrd="0" presId="urn:microsoft.com/office/officeart/2005/8/layout/vList2"/>
    <dgm:cxn modelId="{978BBC82-C537-48DE-9A9C-0CA4945A1BC8}" srcId="{9DFE74D7-0F12-4CA4-807F-063A985A4065}" destId="{01A13CAD-0C44-4D17-A05D-E456EA0F1500}" srcOrd="3" destOrd="0" parTransId="{8F3AEA6E-4AB7-426A-BFDC-19976B573872}" sibTransId="{E9581570-C47C-4675-9686-17D8CF91265D}"/>
    <dgm:cxn modelId="{B3357E91-9ECF-4DAC-AA5B-29AD2E7D0267}" srcId="{9DFE74D7-0F12-4CA4-807F-063A985A4065}" destId="{71C6416B-9E93-4A22-B07A-5D50153FF6D7}" srcOrd="2" destOrd="0" parTransId="{BE768844-AB1E-49D0-BB03-623B32702036}" sibTransId="{23F79E3C-97F8-439C-B166-8498AB3D6258}"/>
    <dgm:cxn modelId="{851E58B7-45A6-3F42-8A46-CE3826F731A5}" type="presOf" srcId="{71C6416B-9E93-4A22-B07A-5D50153FF6D7}" destId="{D836437E-6643-1D49-8023-BE7DFA1D8591}" srcOrd="0" destOrd="0" presId="urn:microsoft.com/office/officeart/2005/8/layout/vList2"/>
    <dgm:cxn modelId="{949633B8-980A-42C1-9ED8-2D10078E28DA}" srcId="{9DFE74D7-0F12-4CA4-807F-063A985A4065}" destId="{576CE0AF-3C33-41AA-9DAD-5D661EB01384}" srcOrd="0" destOrd="0" parTransId="{984E287F-DEF0-4C06-9CD1-E741E25E4628}" sibTransId="{0953AAFE-C438-4FE9-8E21-B77E7CD4A5FE}"/>
    <dgm:cxn modelId="{D22851F6-9D83-EE4A-AAAC-AF7A480720AC}" type="presOf" srcId="{01A13CAD-0C44-4D17-A05D-E456EA0F1500}" destId="{3C20C7A3-D425-6945-840D-08E083A4A283}" srcOrd="0" destOrd="0" presId="urn:microsoft.com/office/officeart/2005/8/layout/vList2"/>
    <dgm:cxn modelId="{CDDE1635-9E84-434F-B668-C666366F6420}" type="presParOf" srcId="{2A631CD4-9678-0244-8BEB-7A56AD79BD88}" destId="{5FB4653C-3DAD-B74E-AB2D-208D10CA438A}" srcOrd="0" destOrd="0" presId="urn:microsoft.com/office/officeart/2005/8/layout/vList2"/>
    <dgm:cxn modelId="{8D5C481B-6588-4C4B-A686-8ABD608CDDA9}" type="presParOf" srcId="{2A631CD4-9678-0244-8BEB-7A56AD79BD88}" destId="{800E86F5-9D94-E44E-80B4-29A828014543}" srcOrd="1" destOrd="0" presId="urn:microsoft.com/office/officeart/2005/8/layout/vList2"/>
    <dgm:cxn modelId="{00435E2D-4294-F649-BEF2-911CC1CC4DC0}" type="presParOf" srcId="{2A631CD4-9678-0244-8BEB-7A56AD79BD88}" destId="{525D006B-1FCE-0740-A250-6C7793AA9398}" srcOrd="2" destOrd="0" presId="urn:microsoft.com/office/officeart/2005/8/layout/vList2"/>
    <dgm:cxn modelId="{67628585-FF06-AE49-A7F8-33C484B38760}" type="presParOf" srcId="{2A631CD4-9678-0244-8BEB-7A56AD79BD88}" destId="{A14EAB6E-6887-EF4A-A0FB-EF3A2C08D58C}" srcOrd="3" destOrd="0" presId="urn:microsoft.com/office/officeart/2005/8/layout/vList2"/>
    <dgm:cxn modelId="{2454EC53-08A0-294E-BA09-19A2781E11F9}" type="presParOf" srcId="{2A631CD4-9678-0244-8BEB-7A56AD79BD88}" destId="{D836437E-6643-1D49-8023-BE7DFA1D8591}" srcOrd="4" destOrd="0" presId="urn:microsoft.com/office/officeart/2005/8/layout/vList2"/>
    <dgm:cxn modelId="{03E49F34-DDB2-6547-AA31-6A231C04F1A4}" type="presParOf" srcId="{2A631CD4-9678-0244-8BEB-7A56AD79BD88}" destId="{49119A92-D302-B540-9170-D0BF4580E1E4}" srcOrd="5" destOrd="0" presId="urn:microsoft.com/office/officeart/2005/8/layout/vList2"/>
    <dgm:cxn modelId="{947E7707-32D1-384D-86A4-377813D0B1F0}" type="presParOf" srcId="{2A631CD4-9678-0244-8BEB-7A56AD79BD88}" destId="{3C20C7A3-D425-6945-840D-08E083A4A28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DFE74D7-0F12-4CA4-807F-063A985A4065}"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US"/>
        </a:p>
      </dgm:t>
    </dgm:pt>
    <dgm:pt modelId="{576CE0AF-3C33-41AA-9DAD-5D661EB01384}">
      <dgm:prSet/>
      <dgm:spPr/>
      <dgm:t>
        <a:bodyPr/>
        <a:lstStyle/>
        <a:p>
          <a:r>
            <a:rPr lang="en-US" dirty="0"/>
            <a:t>Un record </a:t>
          </a:r>
          <a:r>
            <a:rPr lang="en-US" dirty="0" err="1"/>
            <a:t>déclare</a:t>
          </a:r>
          <a:r>
            <a:rPr lang="en-US" dirty="0"/>
            <a:t> </a:t>
          </a:r>
          <a:r>
            <a:rPr lang="en-US" dirty="0" err="1"/>
            <a:t>automatiquement</a:t>
          </a:r>
          <a:r>
            <a:rPr lang="en-US" dirty="0"/>
            <a:t> des champs </a:t>
          </a:r>
          <a:r>
            <a:rPr lang="en-US" dirty="0" err="1"/>
            <a:t>privés</a:t>
          </a:r>
          <a:r>
            <a:rPr lang="en-US" dirty="0"/>
            <a:t> </a:t>
          </a:r>
          <a:r>
            <a:rPr lang="en-US" dirty="0" err="1"/>
            <a:t>finaux</a:t>
          </a:r>
          <a:r>
            <a:rPr lang="en-US" dirty="0"/>
            <a:t>, un </a:t>
          </a:r>
          <a:r>
            <a:rPr lang="en-US" dirty="0" err="1"/>
            <a:t>constructeur</a:t>
          </a:r>
          <a:r>
            <a:rPr lang="en-US" dirty="0"/>
            <a:t>, et </a:t>
          </a:r>
          <a:r>
            <a:rPr lang="en-US" dirty="0" err="1"/>
            <a:t>tous</a:t>
          </a:r>
          <a:r>
            <a:rPr lang="en-US" dirty="0"/>
            <a:t> les </a:t>
          </a:r>
          <a:r>
            <a:rPr lang="en-US" dirty="0" err="1"/>
            <a:t>autrse</a:t>
          </a:r>
          <a:r>
            <a:rPr lang="en-US" dirty="0"/>
            <a:t> champs </a:t>
          </a:r>
          <a:r>
            <a:rPr lang="en-US" dirty="0" err="1"/>
            <a:t>requis</a:t>
          </a:r>
          <a:r>
            <a:rPr lang="en-US" dirty="0"/>
            <a:t> </a:t>
          </a:r>
          <a:r>
            <a:rPr lang="en-US" dirty="0" err="1"/>
            <a:t>réduisant</a:t>
          </a:r>
          <a:r>
            <a:rPr lang="en-US" dirty="0"/>
            <a:t> </a:t>
          </a:r>
          <a:r>
            <a:rPr lang="en-US" dirty="0" err="1"/>
            <a:t>ainsi</a:t>
          </a:r>
          <a:r>
            <a:rPr lang="en-US" dirty="0"/>
            <a:t> le code </a:t>
          </a:r>
          <a:r>
            <a:rPr lang="en-US" dirty="0" err="1"/>
            <a:t>répétitif</a:t>
          </a:r>
          <a:r>
            <a:rPr lang="en-US" dirty="0"/>
            <a:t> </a:t>
          </a:r>
        </a:p>
      </dgm:t>
    </dgm:pt>
    <dgm:pt modelId="{984E287F-DEF0-4C06-9CD1-E741E25E4628}" type="parTrans" cxnId="{949633B8-980A-42C1-9ED8-2D10078E28DA}">
      <dgm:prSet/>
      <dgm:spPr/>
      <dgm:t>
        <a:bodyPr/>
        <a:lstStyle/>
        <a:p>
          <a:endParaRPr lang="en-US"/>
        </a:p>
      </dgm:t>
    </dgm:pt>
    <dgm:pt modelId="{0953AAFE-C438-4FE9-8E21-B77E7CD4A5FE}" type="sibTrans" cxnId="{949633B8-980A-42C1-9ED8-2D10078E28DA}">
      <dgm:prSet/>
      <dgm:spPr/>
      <dgm:t>
        <a:bodyPr/>
        <a:lstStyle/>
        <a:p>
          <a:endParaRPr lang="en-US"/>
        </a:p>
      </dgm:t>
    </dgm:pt>
    <dgm:pt modelId="{91C55CEB-40C6-2F43-A309-3612C914A5D0}">
      <dgm:prSet/>
      <dgm:spPr/>
      <dgm:t>
        <a:bodyPr/>
        <a:lstStyle/>
        <a:p>
          <a:r>
            <a:rPr lang="en-US" dirty="0" err="1"/>
            <a:t>Ils</a:t>
          </a:r>
          <a:r>
            <a:rPr lang="en-US" dirty="0"/>
            <a:t> </a:t>
          </a:r>
          <a:r>
            <a:rPr lang="en-US" dirty="0" err="1"/>
            <a:t>sont</a:t>
          </a:r>
          <a:r>
            <a:rPr lang="en-US" dirty="0"/>
            <a:t> </a:t>
          </a:r>
          <a:r>
            <a:rPr lang="en-US" dirty="0" err="1"/>
            <a:t>idéaux</a:t>
          </a:r>
          <a:r>
            <a:rPr lang="en-US" dirty="0"/>
            <a:t> pour les </a:t>
          </a:r>
          <a:r>
            <a:rPr lang="en-US" dirty="0" err="1"/>
            <a:t>objets</a:t>
          </a:r>
          <a:r>
            <a:rPr lang="en-US" dirty="0"/>
            <a:t> de </a:t>
          </a:r>
          <a:r>
            <a:rPr lang="en-US" dirty="0" err="1"/>
            <a:t>transfert</a:t>
          </a:r>
          <a:r>
            <a:rPr lang="en-US" dirty="0"/>
            <a:t> de données – DTO </a:t>
          </a:r>
          <a:r>
            <a:rPr lang="en-US" dirty="0" err="1"/>
            <a:t>ou</a:t>
          </a:r>
          <a:r>
            <a:rPr lang="en-US" dirty="0"/>
            <a:t> les structures de données simples</a:t>
          </a:r>
        </a:p>
      </dgm:t>
    </dgm:pt>
    <dgm:pt modelId="{FAB39B3C-D0B0-E547-A7D8-FA0DA26303DD}" type="parTrans" cxnId="{DAF42D8C-3B29-364F-8C40-1AF76A198CE6}">
      <dgm:prSet/>
      <dgm:spPr/>
    </dgm:pt>
    <dgm:pt modelId="{F03AA4BB-62C4-1449-8924-440728F9D712}" type="sibTrans" cxnId="{DAF42D8C-3B29-364F-8C40-1AF76A198CE6}">
      <dgm:prSet/>
      <dgm:spPr/>
    </dgm:pt>
    <dgm:pt modelId="{8CF96FF9-FE9F-234C-A742-4E9C0EA21B6D}">
      <dgm:prSet/>
      <dgm:spPr/>
      <dgm:t>
        <a:bodyPr/>
        <a:lstStyle/>
        <a:p>
          <a:r>
            <a:rPr lang="en-US" dirty="0"/>
            <a:t>Les records ne </a:t>
          </a:r>
          <a:r>
            <a:rPr lang="en-US" dirty="0" err="1"/>
            <a:t>peuvent</a:t>
          </a:r>
          <a:r>
            <a:rPr lang="en-US" dirty="0"/>
            <a:t> pas </a:t>
          </a:r>
          <a:r>
            <a:rPr lang="en-US" dirty="0" err="1"/>
            <a:t>être</a:t>
          </a:r>
          <a:r>
            <a:rPr lang="en-US" dirty="0"/>
            <a:t> </a:t>
          </a:r>
          <a:r>
            <a:rPr lang="en-US" dirty="0" err="1"/>
            <a:t>modifiés</a:t>
          </a:r>
          <a:r>
            <a:rPr lang="en-US" dirty="0"/>
            <a:t> après </a:t>
          </a:r>
          <a:r>
            <a:rPr lang="en-US" dirty="0" err="1"/>
            <a:t>leur</a:t>
          </a:r>
          <a:r>
            <a:rPr lang="en-US" dirty="0"/>
            <a:t> </a:t>
          </a:r>
          <a:r>
            <a:rPr lang="en-US" dirty="0" err="1"/>
            <a:t>création</a:t>
          </a:r>
          <a:r>
            <a:rPr lang="en-US" dirty="0"/>
            <a:t> et </a:t>
          </a:r>
          <a:r>
            <a:rPr lang="en-US" dirty="0" err="1"/>
            <a:t>leurs</a:t>
          </a:r>
          <a:r>
            <a:rPr lang="en-US" dirty="0"/>
            <a:t> champs </a:t>
          </a:r>
          <a:r>
            <a:rPr lang="en-US" dirty="0" err="1"/>
            <a:t>doivent</a:t>
          </a:r>
          <a:r>
            <a:rPr lang="en-US" dirty="0"/>
            <a:t> </a:t>
          </a:r>
          <a:r>
            <a:rPr lang="en-US" dirty="0" err="1"/>
            <a:t>être</a:t>
          </a:r>
          <a:r>
            <a:rPr lang="en-US" dirty="0"/>
            <a:t> </a:t>
          </a:r>
          <a:r>
            <a:rPr lang="en-US" dirty="0" err="1"/>
            <a:t>initialisés</a:t>
          </a:r>
          <a:r>
            <a:rPr lang="en-US" dirty="0"/>
            <a:t> via le </a:t>
          </a:r>
          <a:r>
            <a:rPr lang="en-US" dirty="0" err="1"/>
            <a:t>constructeur</a:t>
          </a:r>
          <a:r>
            <a:rPr lang="en-US" dirty="0"/>
            <a:t> </a:t>
          </a:r>
          <a:r>
            <a:rPr lang="en-US" dirty="0" err="1"/>
            <a:t>généré</a:t>
          </a:r>
          <a:endParaRPr lang="en-US" dirty="0"/>
        </a:p>
      </dgm:t>
    </dgm:pt>
    <dgm:pt modelId="{A8CF0A3C-C331-A24A-9ECF-AC304CF1BC6D}" type="parTrans" cxnId="{7E13C935-0D54-3248-9777-F343B8C77BAD}">
      <dgm:prSet/>
      <dgm:spPr/>
    </dgm:pt>
    <dgm:pt modelId="{E7FBBB90-5AC9-4340-A7F2-1BF498D205A2}" type="sibTrans" cxnId="{7E13C935-0D54-3248-9777-F343B8C77BAD}">
      <dgm:prSet/>
      <dgm:spPr/>
    </dgm:pt>
    <dgm:pt modelId="{2A631CD4-9678-0244-8BEB-7A56AD79BD88}" type="pres">
      <dgm:prSet presAssocID="{9DFE74D7-0F12-4CA4-807F-063A985A4065}" presName="linear" presStyleCnt="0">
        <dgm:presLayoutVars>
          <dgm:animLvl val="lvl"/>
          <dgm:resizeHandles val="exact"/>
        </dgm:presLayoutVars>
      </dgm:prSet>
      <dgm:spPr/>
    </dgm:pt>
    <dgm:pt modelId="{5FB4653C-3DAD-B74E-AB2D-208D10CA438A}" type="pres">
      <dgm:prSet presAssocID="{576CE0AF-3C33-41AA-9DAD-5D661EB01384}" presName="parentText" presStyleLbl="node1" presStyleIdx="0" presStyleCnt="3">
        <dgm:presLayoutVars>
          <dgm:chMax val="0"/>
          <dgm:bulletEnabled val="1"/>
        </dgm:presLayoutVars>
      </dgm:prSet>
      <dgm:spPr/>
    </dgm:pt>
    <dgm:pt modelId="{A0A95DDD-A65E-FC4D-B955-77D6D7BEF854}" type="pres">
      <dgm:prSet presAssocID="{0953AAFE-C438-4FE9-8E21-B77E7CD4A5FE}" presName="spacer" presStyleCnt="0"/>
      <dgm:spPr/>
    </dgm:pt>
    <dgm:pt modelId="{6A4D6127-477A-AF4C-85D3-966A47FBCE00}" type="pres">
      <dgm:prSet presAssocID="{91C55CEB-40C6-2F43-A309-3612C914A5D0}" presName="parentText" presStyleLbl="node1" presStyleIdx="1" presStyleCnt="3">
        <dgm:presLayoutVars>
          <dgm:chMax val="0"/>
          <dgm:bulletEnabled val="1"/>
        </dgm:presLayoutVars>
      </dgm:prSet>
      <dgm:spPr/>
    </dgm:pt>
    <dgm:pt modelId="{A5325515-B886-184A-80CE-B6C7995E93CB}" type="pres">
      <dgm:prSet presAssocID="{F03AA4BB-62C4-1449-8924-440728F9D712}" presName="spacer" presStyleCnt="0"/>
      <dgm:spPr/>
    </dgm:pt>
    <dgm:pt modelId="{8AEB95FE-19C2-0D43-A11B-EC025B3FF3C7}" type="pres">
      <dgm:prSet presAssocID="{8CF96FF9-FE9F-234C-A742-4E9C0EA21B6D}" presName="parentText" presStyleLbl="node1" presStyleIdx="2" presStyleCnt="3">
        <dgm:presLayoutVars>
          <dgm:chMax val="0"/>
          <dgm:bulletEnabled val="1"/>
        </dgm:presLayoutVars>
      </dgm:prSet>
      <dgm:spPr/>
    </dgm:pt>
  </dgm:ptLst>
  <dgm:cxnLst>
    <dgm:cxn modelId="{74A3551E-6D37-BE49-B357-37C145E5C8DB}" type="presOf" srcId="{576CE0AF-3C33-41AA-9DAD-5D661EB01384}" destId="{5FB4653C-3DAD-B74E-AB2D-208D10CA438A}" srcOrd="0" destOrd="0" presId="urn:microsoft.com/office/officeart/2005/8/layout/vList2"/>
    <dgm:cxn modelId="{EBB52B2F-9CEA-3342-9003-5AD5F23CA320}" type="presOf" srcId="{9DFE74D7-0F12-4CA4-807F-063A985A4065}" destId="{2A631CD4-9678-0244-8BEB-7A56AD79BD88}" srcOrd="0" destOrd="0" presId="urn:microsoft.com/office/officeart/2005/8/layout/vList2"/>
    <dgm:cxn modelId="{7E13C935-0D54-3248-9777-F343B8C77BAD}" srcId="{9DFE74D7-0F12-4CA4-807F-063A985A4065}" destId="{8CF96FF9-FE9F-234C-A742-4E9C0EA21B6D}" srcOrd="2" destOrd="0" parTransId="{A8CF0A3C-C331-A24A-9ECF-AC304CF1BC6D}" sibTransId="{E7FBBB90-5AC9-4340-A7F2-1BF498D205A2}"/>
    <dgm:cxn modelId="{DAF42D8C-3B29-364F-8C40-1AF76A198CE6}" srcId="{9DFE74D7-0F12-4CA4-807F-063A985A4065}" destId="{91C55CEB-40C6-2F43-A309-3612C914A5D0}" srcOrd="1" destOrd="0" parTransId="{FAB39B3C-D0B0-E547-A7D8-FA0DA26303DD}" sibTransId="{F03AA4BB-62C4-1449-8924-440728F9D712}"/>
    <dgm:cxn modelId="{F3A74EB5-711A-AD49-9BCC-9ACB216C5372}" type="presOf" srcId="{91C55CEB-40C6-2F43-A309-3612C914A5D0}" destId="{6A4D6127-477A-AF4C-85D3-966A47FBCE00}" srcOrd="0" destOrd="0" presId="urn:microsoft.com/office/officeart/2005/8/layout/vList2"/>
    <dgm:cxn modelId="{949633B8-980A-42C1-9ED8-2D10078E28DA}" srcId="{9DFE74D7-0F12-4CA4-807F-063A985A4065}" destId="{576CE0AF-3C33-41AA-9DAD-5D661EB01384}" srcOrd="0" destOrd="0" parTransId="{984E287F-DEF0-4C06-9CD1-E741E25E4628}" sibTransId="{0953AAFE-C438-4FE9-8E21-B77E7CD4A5FE}"/>
    <dgm:cxn modelId="{DD6346E2-BC99-684B-8315-1F66CC1161D2}" type="presOf" srcId="{8CF96FF9-FE9F-234C-A742-4E9C0EA21B6D}" destId="{8AEB95FE-19C2-0D43-A11B-EC025B3FF3C7}" srcOrd="0" destOrd="0" presId="urn:microsoft.com/office/officeart/2005/8/layout/vList2"/>
    <dgm:cxn modelId="{CDDE1635-9E84-434F-B668-C666366F6420}" type="presParOf" srcId="{2A631CD4-9678-0244-8BEB-7A56AD79BD88}" destId="{5FB4653C-3DAD-B74E-AB2D-208D10CA438A}" srcOrd="0" destOrd="0" presId="urn:microsoft.com/office/officeart/2005/8/layout/vList2"/>
    <dgm:cxn modelId="{8781B1A1-705A-0B48-9BB7-6B3B7F7B6914}" type="presParOf" srcId="{2A631CD4-9678-0244-8BEB-7A56AD79BD88}" destId="{A0A95DDD-A65E-FC4D-B955-77D6D7BEF854}" srcOrd="1" destOrd="0" presId="urn:microsoft.com/office/officeart/2005/8/layout/vList2"/>
    <dgm:cxn modelId="{F0ED7905-55B0-844A-9471-70D462D0BA31}" type="presParOf" srcId="{2A631CD4-9678-0244-8BEB-7A56AD79BD88}" destId="{6A4D6127-477A-AF4C-85D3-966A47FBCE00}" srcOrd="2" destOrd="0" presId="urn:microsoft.com/office/officeart/2005/8/layout/vList2"/>
    <dgm:cxn modelId="{A1622A99-7E27-7949-B0F0-F4DCFCEB52E6}" type="presParOf" srcId="{2A631CD4-9678-0244-8BEB-7A56AD79BD88}" destId="{A5325515-B886-184A-80CE-B6C7995E93CB}" srcOrd="3" destOrd="0" presId="urn:microsoft.com/office/officeart/2005/8/layout/vList2"/>
    <dgm:cxn modelId="{5B3D2BBD-B2A1-684F-89B5-2DD036B651FE}" type="presParOf" srcId="{2A631CD4-9678-0244-8BEB-7A56AD79BD88}" destId="{8AEB95FE-19C2-0D43-A11B-EC025B3FF3C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974EDA0-13DF-F641-9382-CA5DB2135321}"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fr-CA"/>
        </a:p>
      </dgm:t>
    </dgm:pt>
    <dgm:pt modelId="{8D00D584-8FCF-6748-9004-A86805486D3E}">
      <dgm:prSet/>
      <dgm:spPr/>
      <dgm:t>
        <a:bodyPr/>
        <a:lstStyle/>
        <a:p>
          <a:r>
            <a:rPr lang="fr-FR"/>
            <a:t>Primitive Data Type</a:t>
          </a:r>
          <a:br>
            <a:rPr lang="fr-FR"/>
          </a:br>
          <a:r>
            <a:rPr lang="fr-FR">
              <a:hlinkClick xmlns:r="http://schemas.openxmlformats.org/officeDocument/2006/relationships" r:id="rId1"/>
            </a:rPr>
            <a:t>https://docs.oracle.com/javase/tutorial/java/nutsandbolts/datatypes.html</a:t>
          </a:r>
          <a:r>
            <a:rPr lang="fr-FR"/>
            <a:t> </a:t>
          </a:r>
          <a:endParaRPr lang="fr-CA"/>
        </a:p>
      </dgm:t>
    </dgm:pt>
    <dgm:pt modelId="{DF57AF94-969E-944C-B899-6D09E067198E}" type="parTrans" cxnId="{F4CC40C1-919D-7E46-AA50-43AD3A1B7727}">
      <dgm:prSet/>
      <dgm:spPr/>
      <dgm:t>
        <a:bodyPr/>
        <a:lstStyle/>
        <a:p>
          <a:endParaRPr lang="fr-CA"/>
        </a:p>
      </dgm:t>
    </dgm:pt>
    <dgm:pt modelId="{9657119C-41DC-664D-A3D2-A49AA6DABA28}" type="sibTrans" cxnId="{F4CC40C1-919D-7E46-AA50-43AD3A1B7727}">
      <dgm:prSet/>
      <dgm:spPr/>
      <dgm:t>
        <a:bodyPr/>
        <a:lstStyle/>
        <a:p>
          <a:endParaRPr lang="fr-CA"/>
        </a:p>
      </dgm:t>
    </dgm:pt>
    <dgm:pt modelId="{44D80F2C-B7EF-1E42-A46E-E13D9CDD9874}">
      <dgm:prSet/>
      <dgm:spPr/>
      <dgm:t>
        <a:bodyPr/>
        <a:lstStyle/>
        <a:p>
          <a:r>
            <a:rPr lang="fr-FR"/>
            <a:t>Operators </a:t>
          </a:r>
          <a:br>
            <a:rPr lang="fr-FR"/>
          </a:br>
          <a:r>
            <a:rPr lang="fr-FR">
              <a:hlinkClick xmlns:r="http://schemas.openxmlformats.org/officeDocument/2006/relationships" r:id="rId2"/>
            </a:rPr>
            <a:t>https://docs.oracle.com/javase/tutorial/java/nutsandbolts/operators.html</a:t>
          </a:r>
          <a:r>
            <a:rPr lang="fr-FR"/>
            <a:t> </a:t>
          </a:r>
          <a:endParaRPr lang="fr-CA"/>
        </a:p>
      </dgm:t>
    </dgm:pt>
    <dgm:pt modelId="{D57886D7-D730-F143-9284-8D502A66DC29}" type="parTrans" cxnId="{234D2EDE-6FBD-1849-BD27-D6FA75093B16}">
      <dgm:prSet/>
      <dgm:spPr/>
      <dgm:t>
        <a:bodyPr/>
        <a:lstStyle/>
        <a:p>
          <a:endParaRPr lang="fr-CA"/>
        </a:p>
      </dgm:t>
    </dgm:pt>
    <dgm:pt modelId="{B27776D2-1730-7B41-BCF2-1532EBA7C356}" type="sibTrans" cxnId="{234D2EDE-6FBD-1849-BD27-D6FA75093B16}">
      <dgm:prSet/>
      <dgm:spPr/>
      <dgm:t>
        <a:bodyPr/>
        <a:lstStyle/>
        <a:p>
          <a:endParaRPr lang="fr-CA"/>
        </a:p>
      </dgm:t>
    </dgm:pt>
    <dgm:pt modelId="{8A933FA3-1092-6144-8669-1FB9057A597C}" type="pres">
      <dgm:prSet presAssocID="{F974EDA0-13DF-F641-9382-CA5DB2135321}" presName="linear" presStyleCnt="0">
        <dgm:presLayoutVars>
          <dgm:animLvl val="lvl"/>
          <dgm:resizeHandles val="exact"/>
        </dgm:presLayoutVars>
      </dgm:prSet>
      <dgm:spPr/>
    </dgm:pt>
    <dgm:pt modelId="{8B33E8A0-1D61-244A-A2BD-7BEFC49001A7}" type="pres">
      <dgm:prSet presAssocID="{8D00D584-8FCF-6748-9004-A86805486D3E}" presName="parentText" presStyleLbl="node1" presStyleIdx="0" presStyleCnt="2">
        <dgm:presLayoutVars>
          <dgm:chMax val="0"/>
          <dgm:bulletEnabled val="1"/>
        </dgm:presLayoutVars>
      </dgm:prSet>
      <dgm:spPr/>
    </dgm:pt>
    <dgm:pt modelId="{16B6049C-EAF4-A04A-B11C-9E03B4D5FD4C}" type="pres">
      <dgm:prSet presAssocID="{9657119C-41DC-664D-A3D2-A49AA6DABA28}" presName="spacer" presStyleCnt="0"/>
      <dgm:spPr/>
    </dgm:pt>
    <dgm:pt modelId="{1275269B-52B7-974A-973B-66D481E45DD2}" type="pres">
      <dgm:prSet presAssocID="{44D80F2C-B7EF-1E42-A46E-E13D9CDD9874}" presName="parentText" presStyleLbl="node1" presStyleIdx="1" presStyleCnt="2">
        <dgm:presLayoutVars>
          <dgm:chMax val="0"/>
          <dgm:bulletEnabled val="1"/>
        </dgm:presLayoutVars>
      </dgm:prSet>
      <dgm:spPr/>
    </dgm:pt>
  </dgm:ptLst>
  <dgm:cxnLst>
    <dgm:cxn modelId="{1327CD21-67C4-B94D-B141-E44FC3A9A51D}" type="presOf" srcId="{8D00D584-8FCF-6748-9004-A86805486D3E}" destId="{8B33E8A0-1D61-244A-A2BD-7BEFC49001A7}" srcOrd="0" destOrd="0" presId="urn:microsoft.com/office/officeart/2005/8/layout/vList2"/>
    <dgm:cxn modelId="{42570C34-40D2-BB44-9372-85D51903EC96}" type="presOf" srcId="{44D80F2C-B7EF-1E42-A46E-E13D9CDD9874}" destId="{1275269B-52B7-974A-973B-66D481E45DD2}" srcOrd="0" destOrd="0" presId="urn:microsoft.com/office/officeart/2005/8/layout/vList2"/>
    <dgm:cxn modelId="{2A43E675-BBEB-944A-9775-8696EB1F94EA}" type="presOf" srcId="{F974EDA0-13DF-F641-9382-CA5DB2135321}" destId="{8A933FA3-1092-6144-8669-1FB9057A597C}" srcOrd="0" destOrd="0" presId="urn:microsoft.com/office/officeart/2005/8/layout/vList2"/>
    <dgm:cxn modelId="{F4CC40C1-919D-7E46-AA50-43AD3A1B7727}" srcId="{F974EDA0-13DF-F641-9382-CA5DB2135321}" destId="{8D00D584-8FCF-6748-9004-A86805486D3E}" srcOrd="0" destOrd="0" parTransId="{DF57AF94-969E-944C-B899-6D09E067198E}" sibTransId="{9657119C-41DC-664D-A3D2-A49AA6DABA28}"/>
    <dgm:cxn modelId="{234D2EDE-6FBD-1849-BD27-D6FA75093B16}" srcId="{F974EDA0-13DF-F641-9382-CA5DB2135321}" destId="{44D80F2C-B7EF-1E42-A46E-E13D9CDD9874}" srcOrd="1" destOrd="0" parTransId="{D57886D7-D730-F143-9284-8D502A66DC29}" sibTransId="{B27776D2-1730-7B41-BCF2-1532EBA7C356}"/>
    <dgm:cxn modelId="{704C83C8-72A9-9C48-85BD-07F28B3773AE}" type="presParOf" srcId="{8A933FA3-1092-6144-8669-1FB9057A597C}" destId="{8B33E8A0-1D61-244A-A2BD-7BEFC49001A7}" srcOrd="0" destOrd="0" presId="urn:microsoft.com/office/officeart/2005/8/layout/vList2"/>
    <dgm:cxn modelId="{6775DBFA-3E1D-A84E-AAD2-AEBAB89C9FF2}" type="presParOf" srcId="{8A933FA3-1092-6144-8669-1FB9057A597C}" destId="{16B6049C-EAF4-A04A-B11C-9E03B4D5FD4C}" srcOrd="1" destOrd="0" presId="urn:microsoft.com/office/officeart/2005/8/layout/vList2"/>
    <dgm:cxn modelId="{B59AC00F-73D1-6944-8CCB-C0A5E1F25021}" type="presParOf" srcId="{8A933FA3-1092-6144-8669-1FB9057A597C}" destId="{1275269B-52B7-974A-973B-66D481E45DD2}"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A27868-13D5-418E-8F46-36ED1234DA2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0BBB7DD-9BF2-47AB-9D19-31C93422BFD9}">
      <dgm:prSet/>
      <dgm:spPr/>
      <dgm:t>
        <a:bodyPr/>
        <a:lstStyle/>
        <a:p>
          <a:r>
            <a:rPr lang="fr-FR"/>
            <a:t>Les variables d’instance et de classe répondent à des besoins distincts. </a:t>
          </a:r>
          <a:endParaRPr lang="en-US"/>
        </a:p>
      </dgm:t>
    </dgm:pt>
    <dgm:pt modelId="{5BEAF385-B540-4555-B69A-FC2548E48C1F}" type="parTrans" cxnId="{B033FB62-4F4B-42E1-A2D2-AC812A3683E0}">
      <dgm:prSet/>
      <dgm:spPr/>
      <dgm:t>
        <a:bodyPr/>
        <a:lstStyle/>
        <a:p>
          <a:endParaRPr lang="en-US"/>
        </a:p>
      </dgm:t>
    </dgm:pt>
    <dgm:pt modelId="{52B3445A-FF45-4EC2-8E8B-C33505E24F5F}" type="sibTrans" cxnId="{B033FB62-4F4B-42E1-A2D2-AC812A3683E0}">
      <dgm:prSet/>
      <dgm:spPr/>
      <dgm:t>
        <a:bodyPr/>
        <a:lstStyle/>
        <a:p>
          <a:endParaRPr lang="en-US"/>
        </a:p>
      </dgm:t>
    </dgm:pt>
    <dgm:pt modelId="{0C677EEE-6181-4BE2-AFE3-91D3B2A4CDBC}">
      <dgm:prSet/>
      <dgm:spPr/>
      <dgm:t>
        <a:bodyPr/>
        <a:lstStyle/>
        <a:p>
          <a:r>
            <a:rPr lang="fr-FR"/>
            <a:t>Les variables d’instance, avec une portée liée à l’objet, modélisent des données spécifiques.</a:t>
          </a:r>
          <a:endParaRPr lang="en-US"/>
        </a:p>
      </dgm:t>
    </dgm:pt>
    <dgm:pt modelId="{D61F6426-173B-429E-AE7B-6FEE9C7D45A5}" type="parTrans" cxnId="{E04AE6D6-BCE2-4E1D-A411-69C0414F5AB6}">
      <dgm:prSet/>
      <dgm:spPr/>
      <dgm:t>
        <a:bodyPr/>
        <a:lstStyle/>
        <a:p>
          <a:endParaRPr lang="en-US"/>
        </a:p>
      </dgm:t>
    </dgm:pt>
    <dgm:pt modelId="{7AA4B490-1B7D-4351-A186-3ACDCD127AA4}" type="sibTrans" cxnId="{E04AE6D6-BCE2-4E1D-A411-69C0414F5AB6}">
      <dgm:prSet/>
      <dgm:spPr/>
      <dgm:t>
        <a:bodyPr/>
        <a:lstStyle/>
        <a:p>
          <a:endParaRPr lang="en-US"/>
        </a:p>
      </dgm:t>
    </dgm:pt>
    <dgm:pt modelId="{C7C8418D-2494-4AD4-BB36-ED54751CF279}">
      <dgm:prSet/>
      <dgm:spPr/>
      <dgm:t>
        <a:bodyPr/>
        <a:lstStyle/>
        <a:p>
          <a:r>
            <a:rPr lang="fr-FR"/>
            <a:t>Les variables, avec une portée globale, gèrent des informations communes. </a:t>
          </a:r>
          <a:endParaRPr lang="en-US"/>
        </a:p>
      </dgm:t>
    </dgm:pt>
    <dgm:pt modelId="{E55B24F4-09F3-48F3-AB52-5C0F34AF57FB}" type="parTrans" cxnId="{2DD46196-8AEF-4B29-B9CE-E37D4B2ECCC5}">
      <dgm:prSet/>
      <dgm:spPr/>
      <dgm:t>
        <a:bodyPr/>
        <a:lstStyle/>
        <a:p>
          <a:endParaRPr lang="en-US"/>
        </a:p>
      </dgm:t>
    </dgm:pt>
    <dgm:pt modelId="{F9C58A87-594E-464B-95ED-996DDF94A213}" type="sibTrans" cxnId="{2DD46196-8AEF-4B29-B9CE-E37D4B2ECCC5}">
      <dgm:prSet/>
      <dgm:spPr/>
      <dgm:t>
        <a:bodyPr/>
        <a:lstStyle/>
        <a:p>
          <a:endParaRPr lang="en-US"/>
        </a:p>
      </dgm:t>
    </dgm:pt>
    <dgm:pt modelId="{75BE074C-0101-4ED9-BACE-6DC0FF6D216E}">
      <dgm:prSet/>
      <dgm:spPr/>
      <dgm:t>
        <a:bodyPr/>
        <a:lstStyle/>
        <a:p>
          <a:r>
            <a:rPr lang="fr-FR"/>
            <a:t>Comprendre leurs portée et leur interaction avec les méthodes est crucial pour concevoir des programmes Java robustes et clairs </a:t>
          </a:r>
          <a:endParaRPr lang="en-US"/>
        </a:p>
      </dgm:t>
    </dgm:pt>
    <dgm:pt modelId="{2567C2E0-4310-463D-AC42-D66F428A9718}" type="parTrans" cxnId="{D99D5300-D08C-430F-A2B9-76DEC412958D}">
      <dgm:prSet/>
      <dgm:spPr/>
      <dgm:t>
        <a:bodyPr/>
        <a:lstStyle/>
        <a:p>
          <a:endParaRPr lang="en-US"/>
        </a:p>
      </dgm:t>
    </dgm:pt>
    <dgm:pt modelId="{95797E89-B4B8-4CF1-BABA-24E0F35F9AF3}" type="sibTrans" cxnId="{D99D5300-D08C-430F-A2B9-76DEC412958D}">
      <dgm:prSet/>
      <dgm:spPr/>
      <dgm:t>
        <a:bodyPr/>
        <a:lstStyle/>
        <a:p>
          <a:endParaRPr lang="en-US"/>
        </a:p>
      </dgm:t>
    </dgm:pt>
    <dgm:pt modelId="{4F8F1410-24D0-420D-90E8-16348FD79949}" type="pres">
      <dgm:prSet presAssocID="{8BA27868-13D5-418E-8F46-36ED1234DA2C}" presName="root" presStyleCnt="0">
        <dgm:presLayoutVars>
          <dgm:dir/>
          <dgm:resizeHandles val="exact"/>
        </dgm:presLayoutVars>
      </dgm:prSet>
      <dgm:spPr/>
    </dgm:pt>
    <dgm:pt modelId="{90B9AC3A-B6A2-4793-8CD8-C548FA693C48}" type="pres">
      <dgm:prSet presAssocID="{00BBB7DD-9BF2-47AB-9D19-31C93422BFD9}" presName="compNode" presStyleCnt="0"/>
      <dgm:spPr/>
    </dgm:pt>
    <dgm:pt modelId="{4517921B-0D4D-48E9-BB0F-B33C694768AA}" type="pres">
      <dgm:prSet presAssocID="{00BBB7DD-9BF2-47AB-9D19-31C93422BFD9}" presName="bgRect" presStyleLbl="bgShp" presStyleIdx="0" presStyleCnt="4"/>
      <dgm:spPr/>
    </dgm:pt>
    <dgm:pt modelId="{E5578A44-9A04-4E4B-84DC-A30B7110797E}" type="pres">
      <dgm:prSet presAssocID="{00BBB7DD-9BF2-47AB-9D19-31C93422BFD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e"/>
        </a:ext>
      </dgm:extLst>
    </dgm:pt>
    <dgm:pt modelId="{835A15AA-4007-4DA2-954A-5401890B19F8}" type="pres">
      <dgm:prSet presAssocID="{00BBB7DD-9BF2-47AB-9D19-31C93422BFD9}" presName="spaceRect" presStyleCnt="0"/>
      <dgm:spPr/>
    </dgm:pt>
    <dgm:pt modelId="{66332DAE-43C6-4F4F-B743-AA3C3A53D067}" type="pres">
      <dgm:prSet presAssocID="{00BBB7DD-9BF2-47AB-9D19-31C93422BFD9}" presName="parTx" presStyleLbl="revTx" presStyleIdx="0" presStyleCnt="4">
        <dgm:presLayoutVars>
          <dgm:chMax val="0"/>
          <dgm:chPref val="0"/>
        </dgm:presLayoutVars>
      </dgm:prSet>
      <dgm:spPr/>
    </dgm:pt>
    <dgm:pt modelId="{DEA8D3D5-62CE-4DD0-A1C6-8552E032A581}" type="pres">
      <dgm:prSet presAssocID="{52B3445A-FF45-4EC2-8E8B-C33505E24F5F}" presName="sibTrans" presStyleCnt="0"/>
      <dgm:spPr/>
    </dgm:pt>
    <dgm:pt modelId="{B8F7E4D9-8609-4E62-94CC-F41FFDE27421}" type="pres">
      <dgm:prSet presAssocID="{0C677EEE-6181-4BE2-AFE3-91D3B2A4CDBC}" presName="compNode" presStyleCnt="0"/>
      <dgm:spPr/>
    </dgm:pt>
    <dgm:pt modelId="{0B92B673-F689-49D6-8C34-4C734C62D956}" type="pres">
      <dgm:prSet presAssocID="{0C677EEE-6181-4BE2-AFE3-91D3B2A4CDBC}" presName="bgRect" presStyleLbl="bgShp" presStyleIdx="1" presStyleCnt="4"/>
      <dgm:spPr/>
    </dgm:pt>
    <dgm:pt modelId="{7B155083-46B8-4614-BD69-224290CEE85A}" type="pres">
      <dgm:prSet presAssocID="{0C677EEE-6181-4BE2-AFE3-91D3B2A4CDB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ques"/>
        </a:ext>
      </dgm:extLst>
    </dgm:pt>
    <dgm:pt modelId="{C31E58CC-71FF-47F8-AE70-924FE43BF6FE}" type="pres">
      <dgm:prSet presAssocID="{0C677EEE-6181-4BE2-AFE3-91D3B2A4CDBC}" presName="spaceRect" presStyleCnt="0"/>
      <dgm:spPr/>
    </dgm:pt>
    <dgm:pt modelId="{F7962783-DE7A-426F-BD1A-797A7CDAD9A4}" type="pres">
      <dgm:prSet presAssocID="{0C677EEE-6181-4BE2-AFE3-91D3B2A4CDBC}" presName="parTx" presStyleLbl="revTx" presStyleIdx="1" presStyleCnt="4">
        <dgm:presLayoutVars>
          <dgm:chMax val="0"/>
          <dgm:chPref val="0"/>
        </dgm:presLayoutVars>
      </dgm:prSet>
      <dgm:spPr/>
    </dgm:pt>
    <dgm:pt modelId="{7E5F6783-D851-40AC-9222-68F8FAB7E637}" type="pres">
      <dgm:prSet presAssocID="{7AA4B490-1B7D-4351-A186-3ACDCD127AA4}" presName="sibTrans" presStyleCnt="0"/>
      <dgm:spPr/>
    </dgm:pt>
    <dgm:pt modelId="{2D8925B9-C593-4E20-A6E6-D8475B943389}" type="pres">
      <dgm:prSet presAssocID="{C7C8418D-2494-4AD4-BB36-ED54751CF279}" presName="compNode" presStyleCnt="0"/>
      <dgm:spPr/>
    </dgm:pt>
    <dgm:pt modelId="{3CD68CD0-A7A6-4434-8042-C13B2F0032F9}" type="pres">
      <dgm:prSet presAssocID="{C7C8418D-2494-4AD4-BB36-ED54751CF279}" presName="bgRect" presStyleLbl="bgShp" presStyleIdx="2" presStyleCnt="4"/>
      <dgm:spPr/>
    </dgm:pt>
    <dgm:pt modelId="{1C47697C-6E6D-43CB-B48D-13EFDFEF261F}" type="pres">
      <dgm:prSet presAssocID="{C7C8418D-2494-4AD4-BB36-ED54751CF27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ecycle Sign"/>
        </a:ext>
      </dgm:extLst>
    </dgm:pt>
    <dgm:pt modelId="{181E4257-D165-4756-9D61-296B7634950B}" type="pres">
      <dgm:prSet presAssocID="{C7C8418D-2494-4AD4-BB36-ED54751CF279}" presName="spaceRect" presStyleCnt="0"/>
      <dgm:spPr/>
    </dgm:pt>
    <dgm:pt modelId="{48906317-C6EC-456C-9D69-DEC637D86DE5}" type="pres">
      <dgm:prSet presAssocID="{C7C8418D-2494-4AD4-BB36-ED54751CF279}" presName="parTx" presStyleLbl="revTx" presStyleIdx="2" presStyleCnt="4">
        <dgm:presLayoutVars>
          <dgm:chMax val="0"/>
          <dgm:chPref val="0"/>
        </dgm:presLayoutVars>
      </dgm:prSet>
      <dgm:spPr/>
    </dgm:pt>
    <dgm:pt modelId="{5660C7A2-89AD-415A-8173-C40714A4CB38}" type="pres">
      <dgm:prSet presAssocID="{F9C58A87-594E-464B-95ED-996DDF94A213}" presName="sibTrans" presStyleCnt="0"/>
      <dgm:spPr/>
    </dgm:pt>
    <dgm:pt modelId="{68670B63-AF27-40C4-8712-941347AD9EE9}" type="pres">
      <dgm:prSet presAssocID="{75BE074C-0101-4ED9-BACE-6DC0FF6D216E}" presName="compNode" presStyleCnt="0"/>
      <dgm:spPr/>
    </dgm:pt>
    <dgm:pt modelId="{84AEA95B-CB78-4416-A1E9-ADBAC5CA15A2}" type="pres">
      <dgm:prSet presAssocID="{75BE074C-0101-4ED9-BACE-6DC0FF6D216E}" presName="bgRect" presStyleLbl="bgShp" presStyleIdx="3" presStyleCnt="4"/>
      <dgm:spPr/>
    </dgm:pt>
    <dgm:pt modelId="{9B9304C6-8FD3-46B9-A470-FF8FB3911610}" type="pres">
      <dgm:prSet presAssocID="{75BE074C-0101-4ED9-BACE-6DC0FF6D216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F4C68BE3-9A6F-4CBA-B5FA-DE17526735DE}" type="pres">
      <dgm:prSet presAssocID="{75BE074C-0101-4ED9-BACE-6DC0FF6D216E}" presName="spaceRect" presStyleCnt="0"/>
      <dgm:spPr/>
    </dgm:pt>
    <dgm:pt modelId="{9C4C991F-972D-4AC6-9CE2-FCED8FB0060D}" type="pres">
      <dgm:prSet presAssocID="{75BE074C-0101-4ED9-BACE-6DC0FF6D216E}" presName="parTx" presStyleLbl="revTx" presStyleIdx="3" presStyleCnt="4">
        <dgm:presLayoutVars>
          <dgm:chMax val="0"/>
          <dgm:chPref val="0"/>
        </dgm:presLayoutVars>
      </dgm:prSet>
      <dgm:spPr/>
    </dgm:pt>
  </dgm:ptLst>
  <dgm:cxnLst>
    <dgm:cxn modelId="{D99D5300-D08C-430F-A2B9-76DEC412958D}" srcId="{8BA27868-13D5-418E-8F46-36ED1234DA2C}" destId="{75BE074C-0101-4ED9-BACE-6DC0FF6D216E}" srcOrd="3" destOrd="0" parTransId="{2567C2E0-4310-463D-AC42-D66F428A9718}" sibTransId="{95797E89-B4B8-4CF1-BABA-24E0F35F9AF3}"/>
    <dgm:cxn modelId="{7018DD04-5EB5-49C8-9093-4AE1E3024740}" type="presOf" srcId="{C7C8418D-2494-4AD4-BB36-ED54751CF279}" destId="{48906317-C6EC-456C-9D69-DEC637D86DE5}" srcOrd="0" destOrd="0" presId="urn:microsoft.com/office/officeart/2018/2/layout/IconVerticalSolidList"/>
    <dgm:cxn modelId="{1671F555-D3B7-4483-B21F-340BB8AD439C}" type="presOf" srcId="{75BE074C-0101-4ED9-BACE-6DC0FF6D216E}" destId="{9C4C991F-972D-4AC6-9CE2-FCED8FB0060D}" srcOrd="0" destOrd="0" presId="urn:microsoft.com/office/officeart/2018/2/layout/IconVerticalSolidList"/>
    <dgm:cxn modelId="{B033FB62-4F4B-42E1-A2D2-AC812A3683E0}" srcId="{8BA27868-13D5-418E-8F46-36ED1234DA2C}" destId="{00BBB7DD-9BF2-47AB-9D19-31C93422BFD9}" srcOrd="0" destOrd="0" parTransId="{5BEAF385-B540-4555-B69A-FC2548E48C1F}" sibTransId="{52B3445A-FF45-4EC2-8E8B-C33505E24F5F}"/>
    <dgm:cxn modelId="{2DD46196-8AEF-4B29-B9CE-E37D4B2ECCC5}" srcId="{8BA27868-13D5-418E-8F46-36ED1234DA2C}" destId="{C7C8418D-2494-4AD4-BB36-ED54751CF279}" srcOrd="2" destOrd="0" parTransId="{E55B24F4-09F3-48F3-AB52-5C0F34AF57FB}" sibTransId="{F9C58A87-594E-464B-95ED-996DDF94A213}"/>
    <dgm:cxn modelId="{E04AE6D6-BCE2-4E1D-A411-69C0414F5AB6}" srcId="{8BA27868-13D5-418E-8F46-36ED1234DA2C}" destId="{0C677EEE-6181-4BE2-AFE3-91D3B2A4CDBC}" srcOrd="1" destOrd="0" parTransId="{D61F6426-173B-429E-AE7B-6FEE9C7D45A5}" sibTransId="{7AA4B490-1B7D-4351-A186-3ACDCD127AA4}"/>
    <dgm:cxn modelId="{75B3F3E2-AE48-4D54-8701-63D9A26156C5}" type="presOf" srcId="{00BBB7DD-9BF2-47AB-9D19-31C93422BFD9}" destId="{66332DAE-43C6-4F4F-B743-AA3C3A53D067}" srcOrd="0" destOrd="0" presId="urn:microsoft.com/office/officeart/2018/2/layout/IconVerticalSolidList"/>
    <dgm:cxn modelId="{FD6E94F7-5392-4D11-AA3F-E55E596D81EB}" type="presOf" srcId="{0C677EEE-6181-4BE2-AFE3-91D3B2A4CDBC}" destId="{F7962783-DE7A-426F-BD1A-797A7CDAD9A4}" srcOrd="0" destOrd="0" presId="urn:microsoft.com/office/officeart/2018/2/layout/IconVerticalSolidList"/>
    <dgm:cxn modelId="{1C550EFF-816B-4D8A-B6C4-8F75706BD794}" type="presOf" srcId="{8BA27868-13D5-418E-8F46-36ED1234DA2C}" destId="{4F8F1410-24D0-420D-90E8-16348FD79949}" srcOrd="0" destOrd="0" presId="urn:microsoft.com/office/officeart/2018/2/layout/IconVerticalSolidList"/>
    <dgm:cxn modelId="{A38B452F-C7DC-4009-8199-2C3DDA08E1E9}" type="presParOf" srcId="{4F8F1410-24D0-420D-90E8-16348FD79949}" destId="{90B9AC3A-B6A2-4793-8CD8-C548FA693C48}" srcOrd="0" destOrd="0" presId="urn:microsoft.com/office/officeart/2018/2/layout/IconVerticalSolidList"/>
    <dgm:cxn modelId="{C783423F-98D8-4A12-97B1-1FAF3156DF1A}" type="presParOf" srcId="{90B9AC3A-B6A2-4793-8CD8-C548FA693C48}" destId="{4517921B-0D4D-48E9-BB0F-B33C694768AA}" srcOrd="0" destOrd="0" presId="urn:microsoft.com/office/officeart/2018/2/layout/IconVerticalSolidList"/>
    <dgm:cxn modelId="{C5BEA223-FF52-4E25-8F88-CA7E1F390AFB}" type="presParOf" srcId="{90B9AC3A-B6A2-4793-8CD8-C548FA693C48}" destId="{E5578A44-9A04-4E4B-84DC-A30B7110797E}" srcOrd="1" destOrd="0" presId="urn:microsoft.com/office/officeart/2018/2/layout/IconVerticalSolidList"/>
    <dgm:cxn modelId="{B491D20B-2B64-428B-B69A-C239DED2674A}" type="presParOf" srcId="{90B9AC3A-B6A2-4793-8CD8-C548FA693C48}" destId="{835A15AA-4007-4DA2-954A-5401890B19F8}" srcOrd="2" destOrd="0" presId="urn:microsoft.com/office/officeart/2018/2/layout/IconVerticalSolidList"/>
    <dgm:cxn modelId="{A1AA342D-FEA7-482C-B772-FC6A0844EB29}" type="presParOf" srcId="{90B9AC3A-B6A2-4793-8CD8-C548FA693C48}" destId="{66332DAE-43C6-4F4F-B743-AA3C3A53D067}" srcOrd="3" destOrd="0" presId="urn:microsoft.com/office/officeart/2018/2/layout/IconVerticalSolidList"/>
    <dgm:cxn modelId="{619D88AC-67C2-423B-A940-418098F2DD0A}" type="presParOf" srcId="{4F8F1410-24D0-420D-90E8-16348FD79949}" destId="{DEA8D3D5-62CE-4DD0-A1C6-8552E032A581}" srcOrd="1" destOrd="0" presId="urn:microsoft.com/office/officeart/2018/2/layout/IconVerticalSolidList"/>
    <dgm:cxn modelId="{12F4D107-8EE2-4748-B8FA-63A70AC492DB}" type="presParOf" srcId="{4F8F1410-24D0-420D-90E8-16348FD79949}" destId="{B8F7E4D9-8609-4E62-94CC-F41FFDE27421}" srcOrd="2" destOrd="0" presId="urn:microsoft.com/office/officeart/2018/2/layout/IconVerticalSolidList"/>
    <dgm:cxn modelId="{EF460D0B-0784-492D-B7B1-7D76A475F367}" type="presParOf" srcId="{B8F7E4D9-8609-4E62-94CC-F41FFDE27421}" destId="{0B92B673-F689-49D6-8C34-4C734C62D956}" srcOrd="0" destOrd="0" presId="urn:microsoft.com/office/officeart/2018/2/layout/IconVerticalSolidList"/>
    <dgm:cxn modelId="{9087F61D-B507-4BDC-A6A7-DF5D380DD637}" type="presParOf" srcId="{B8F7E4D9-8609-4E62-94CC-F41FFDE27421}" destId="{7B155083-46B8-4614-BD69-224290CEE85A}" srcOrd="1" destOrd="0" presId="urn:microsoft.com/office/officeart/2018/2/layout/IconVerticalSolidList"/>
    <dgm:cxn modelId="{2C2ADD53-7902-4B94-8E8A-EAECE0341FAF}" type="presParOf" srcId="{B8F7E4D9-8609-4E62-94CC-F41FFDE27421}" destId="{C31E58CC-71FF-47F8-AE70-924FE43BF6FE}" srcOrd="2" destOrd="0" presId="urn:microsoft.com/office/officeart/2018/2/layout/IconVerticalSolidList"/>
    <dgm:cxn modelId="{D5152ED5-2837-4805-97E8-1DF79C25B01D}" type="presParOf" srcId="{B8F7E4D9-8609-4E62-94CC-F41FFDE27421}" destId="{F7962783-DE7A-426F-BD1A-797A7CDAD9A4}" srcOrd="3" destOrd="0" presId="urn:microsoft.com/office/officeart/2018/2/layout/IconVerticalSolidList"/>
    <dgm:cxn modelId="{808823FC-0953-4F50-975D-E8A7AA9ED539}" type="presParOf" srcId="{4F8F1410-24D0-420D-90E8-16348FD79949}" destId="{7E5F6783-D851-40AC-9222-68F8FAB7E637}" srcOrd="3" destOrd="0" presId="urn:microsoft.com/office/officeart/2018/2/layout/IconVerticalSolidList"/>
    <dgm:cxn modelId="{7BF20A72-A754-4FE8-AB2F-17A34C457081}" type="presParOf" srcId="{4F8F1410-24D0-420D-90E8-16348FD79949}" destId="{2D8925B9-C593-4E20-A6E6-D8475B943389}" srcOrd="4" destOrd="0" presId="urn:microsoft.com/office/officeart/2018/2/layout/IconVerticalSolidList"/>
    <dgm:cxn modelId="{866ACB5A-B735-4888-B655-BBB8EE325302}" type="presParOf" srcId="{2D8925B9-C593-4E20-A6E6-D8475B943389}" destId="{3CD68CD0-A7A6-4434-8042-C13B2F0032F9}" srcOrd="0" destOrd="0" presId="urn:microsoft.com/office/officeart/2018/2/layout/IconVerticalSolidList"/>
    <dgm:cxn modelId="{C4443B6C-4681-455D-8EB8-6660BED942D0}" type="presParOf" srcId="{2D8925B9-C593-4E20-A6E6-D8475B943389}" destId="{1C47697C-6E6D-43CB-B48D-13EFDFEF261F}" srcOrd="1" destOrd="0" presId="urn:microsoft.com/office/officeart/2018/2/layout/IconVerticalSolidList"/>
    <dgm:cxn modelId="{53DDF386-C39F-4617-8C37-4A7EE228E3B4}" type="presParOf" srcId="{2D8925B9-C593-4E20-A6E6-D8475B943389}" destId="{181E4257-D165-4756-9D61-296B7634950B}" srcOrd="2" destOrd="0" presId="urn:microsoft.com/office/officeart/2018/2/layout/IconVerticalSolidList"/>
    <dgm:cxn modelId="{72855C22-996A-4978-98EC-1B095189F6E0}" type="presParOf" srcId="{2D8925B9-C593-4E20-A6E6-D8475B943389}" destId="{48906317-C6EC-456C-9D69-DEC637D86DE5}" srcOrd="3" destOrd="0" presId="urn:microsoft.com/office/officeart/2018/2/layout/IconVerticalSolidList"/>
    <dgm:cxn modelId="{E12D1372-A959-4A03-8A17-8F2BD8B92EE7}" type="presParOf" srcId="{4F8F1410-24D0-420D-90E8-16348FD79949}" destId="{5660C7A2-89AD-415A-8173-C40714A4CB38}" srcOrd="5" destOrd="0" presId="urn:microsoft.com/office/officeart/2018/2/layout/IconVerticalSolidList"/>
    <dgm:cxn modelId="{6C7ACCFC-E129-4850-833E-C2CBBD7F5A18}" type="presParOf" srcId="{4F8F1410-24D0-420D-90E8-16348FD79949}" destId="{68670B63-AF27-40C4-8712-941347AD9EE9}" srcOrd="6" destOrd="0" presId="urn:microsoft.com/office/officeart/2018/2/layout/IconVerticalSolidList"/>
    <dgm:cxn modelId="{75381767-8178-4A23-8BD5-12421942357A}" type="presParOf" srcId="{68670B63-AF27-40C4-8712-941347AD9EE9}" destId="{84AEA95B-CB78-4416-A1E9-ADBAC5CA15A2}" srcOrd="0" destOrd="0" presId="urn:microsoft.com/office/officeart/2018/2/layout/IconVerticalSolidList"/>
    <dgm:cxn modelId="{00F7D1F3-A686-4265-84A6-30D84E8292E7}" type="presParOf" srcId="{68670B63-AF27-40C4-8712-941347AD9EE9}" destId="{9B9304C6-8FD3-46B9-A470-FF8FB3911610}" srcOrd="1" destOrd="0" presId="urn:microsoft.com/office/officeart/2018/2/layout/IconVerticalSolidList"/>
    <dgm:cxn modelId="{6E11F26F-D655-4C29-9400-C4F1CBFEE538}" type="presParOf" srcId="{68670B63-AF27-40C4-8712-941347AD9EE9}" destId="{F4C68BE3-9A6F-4CBA-B5FA-DE17526735DE}" srcOrd="2" destOrd="0" presId="urn:microsoft.com/office/officeart/2018/2/layout/IconVerticalSolidList"/>
    <dgm:cxn modelId="{5A2C58A7-B3A7-4FFB-8279-83C024C2ACC7}" type="presParOf" srcId="{68670B63-AF27-40C4-8712-941347AD9EE9}" destId="{9C4C991F-972D-4AC6-9CE2-FCED8FB0060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4E9C8B5-200B-484E-8D72-90AB932122CF}" type="doc">
      <dgm:prSet loTypeId="urn:microsoft.com/office/officeart/2016/7/layout/LinearBlockProcessNumbered" loCatId="process" qsTypeId="urn:microsoft.com/office/officeart/2005/8/quickstyle/simple2" qsCatId="simple" csTypeId="urn:microsoft.com/office/officeart/2005/8/colors/colorful2" csCatId="colorful"/>
      <dgm:spPr/>
      <dgm:t>
        <a:bodyPr/>
        <a:lstStyle/>
        <a:p>
          <a:endParaRPr lang="fr-CA"/>
        </a:p>
      </dgm:t>
    </dgm:pt>
    <dgm:pt modelId="{999C88DB-9619-1149-B07D-9A3CACE0E1DE}">
      <dgm:prSet/>
      <dgm:spPr/>
      <dgm:t>
        <a:bodyPr/>
        <a:lstStyle/>
        <a:p>
          <a:r>
            <a:rPr lang="fr-FR" dirty="0"/>
            <a:t>Si la fonction ne retourne aucune valeur, alors on utilise le mot-clé </a:t>
          </a:r>
          <a:r>
            <a:rPr lang="fr-FR" i="1" dirty="0" err="1"/>
            <a:t>void</a:t>
          </a:r>
          <a:r>
            <a:rPr lang="fr-FR" dirty="0"/>
            <a:t> au lieu de </a:t>
          </a:r>
          <a:r>
            <a:rPr lang="fr-FR" i="1" dirty="0" err="1"/>
            <a:t>typeretourné</a:t>
          </a:r>
          <a:endParaRPr lang="fr-CA" dirty="0"/>
        </a:p>
      </dgm:t>
    </dgm:pt>
    <dgm:pt modelId="{F6D6317A-AECA-3748-8FBF-503F60912F1C}" type="parTrans" cxnId="{7EAB7B26-3763-2840-9178-84D9ED0F8BBE}">
      <dgm:prSet/>
      <dgm:spPr/>
      <dgm:t>
        <a:bodyPr/>
        <a:lstStyle/>
        <a:p>
          <a:endParaRPr lang="fr-CA"/>
        </a:p>
      </dgm:t>
    </dgm:pt>
    <dgm:pt modelId="{C433FF26-90B1-A54C-AD41-3B7FCE8B197F}" type="sibTrans" cxnId="{7EAB7B26-3763-2840-9178-84D9ED0F8BBE}">
      <dgm:prSet phldrT="01"/>
      <dgm:spPr/>
      <dgm:t>
        <a:bodyPr/>
        <a:lstStyle/>
        <a:p>
          <a:r>
            <a:rPr lang="fr-CA"/>
            <a:t>01</a:t>
          </a:r>
        </a:p>
      </dgm:t>
    </dgm:pt>
    <dgm:pt modelId="{1B107FB0-E2AB-9148-849D-006E0F2E2043}">
      <dgm:prSet/>
      <dgm:spPr/>
      <dgm:t>
        <a:bodyPr/>
        <a:lstStyle/>
        <a:p>
          <a:r>
            <a:rPr lang="fr-FR"/>
            <a:t>Si la fonction retourne un type de valeur, ce type remplace </a:t>
          </a:r>
          <a:r>
            <a:rPr lang="fr-FR" i="1"/>
            <a:t>typeretourné </a:t>
          </a:r>
          <a:r>
            <a:rPr lang="fr-FR"/>
            <a:t>dans la définition de la fonction</a:t>
          </a:r>
          <a:endParaRPr lang="fr-CA"/>
        </a:p>
      </dgm:t>
    </dgm:pt>
    <dgm:pt modelId="{5929B3C9-A1B5-784C-9321-583349DE288D}" type="parTrans" cxnId="{CC6EA31C-7A82-A646-A0B6-3DB378B88003}">
      <dgm:prSet/>
      <dgm:spPr/>
      <dgm:t>
        <a:bodyPr/>
        <a:lstStyle/>
        <a:p>
          <a:endParaRPr lang="fr-CA"/>
        </a:p>
      </dgm:t>
    </dgm:pt>
    <dgm:pt modelId="{52534A4D-CA05-4944-AEFA-0555ED6C49E1}" type="sibTrans" cxnId="{CC6EA31C-7A82-A646-A0B6-3DB378B88003}">
      <dgm:prSet phldrT="02"/>
      <dgm:spPr/>
      <dgm:t>
        <a:bodyPr/>
        <a:lstStyle/>
        <a:p>
          <a:r>
            <a:rPr lang="fr-CA"/>
            <a:t>02</a:t>
          </a:r>
        </a:p>
      </dgm:t>
    </dgm:pt>
    <dgm:pt modelId="{65D688BE-6590-4B46-81B1-2ED4EF8486BC}">
      <dgm:prSet/>
      <dgm:spPr/>
      <dgm:t>
        <a:bodyPr/>
        <a:lstStyle/>
        <a:p>
          <a:r>
            <a:rPr lang="fr-FR"/>
            <a:t>Si la fonction ne reçoit aucun paramètre, on affiche des parenthèses vides au nom de la fonction</a:t>
          </a:r>
          <a:endParaRPr lang="fr-CA"/>
        </a:p>
      </dgm:t>
    </dgm:pt>
    <dgm:pt modelId="{B92153A3-3D11-8849-B608-DF829E20135C}" type="parTrans" cxnId="{9FE00095-7749-584F-8645-10A8BE14797F}">
      <dgm:prSet/>
      <dgm:spPr/>
      <dgm:t>
        <a:bodyPr/>
        <a:lstStyle/>
        <a:p>
          <a:endParaRPr lang="fr-CA"/>
        </a:p>
      </dgm:t>
    </dgm:pt>
    <dgm:pt modelId="{86EFC32D-557B-FC40-9042-6C21939CA9E8}" type="sibTrans" cxnId="{9FE00095-7749-584F-8645-10A8BE14797F}">
      <dgm:prSet phldrT="03"/>
      <dgm:spPr/>
      <dgm:t>
        <a:bodyPr/>
        <a:lstStyle/>
        <a:p>
          <a:r>
            <a:rPr lang="fr-CA"/>
            <a:t>03</a:t>
          </a:r>
        </a:p>
      </dgm:t>
    </dgm:pt>
    <dgm:pt modelId="{6ACECC85-24E2-A94B-B381-8978A47D6EE8}">
      <dgm:prSet/>
      <dgm:spPr/>
      <dgm:t>
        <a:bodyPr/>
        <a:lstStyle/>
        <a:p>
          <a:r>
            <a:rPr lang="fr-FR"/>
            <a:t>Si la fonction reçoit plusieurs paramètres, on place ces paramètres séparés par des virgules entre parenthèses après le nom de la fonction </a:t>
          </a:r>
          <a:endParaRPr lang="fr-CA"/>
        </a:p>
      </dgm:t>
    </dgm:pt>
    <dgm:pt modelId="{40E7536E-DF97-094D-B5DD-706A30EB410D}" type="parTrans" cxnId="{A215EB13-A81A-A643-8C92-B7EB39832FE9}">
      <dgm:prSet/>
      <dgm:spPr/>
      <dgm:t>
        <a:bodyPr/>
        <a:lstStyle/>
        <a:p>
          <a:endParaRPr lang="fr-CA"/>
        </a:p>
      </dgm:t>
    </dgm:pt>
    <dgm:pt modelId="{DC395055-69E1-2C4F-96B6-663207CD5FFA}" type="sibTrans" cxnId="{A215EB13-A81A-A643-8C92-B7EB39832FE9}">
      <dgm:prSet phldrT="04"/>
      <dgm:spPr/>
      <dgm:t>
        <a:bodyPr/>
        <a:lstStyle/>
        <a:p>
          <a:r>
            <a:rPr lang="fr-CA"/>
            <a:t>04</a:t>
          </a:r>
        </a:p>
      </dgm:t>
    </dgm:pt>
    <dgm:pt modelId="{F0922F4F-EA66-CA4D-95AF-8EB5CBCE9E7D}" type="pres">
      <dgm:prSet presAssocID="{74E9C8B5-200B-484E-8D72-90AB932122CF}" presName="Name0" presStyleCnt="0">
        <dgm:presLayoutVars>
          <dgm:animLvl val="lvl"/>
          <dgm:resizeHandles val="exact"/>
        </dgm:presLayoutVars>
      </dgm:prSet>
      <dgm:spPr/>
    </dgm:pt>
    <dgm:pt modelId="{936420ED-7A77-3A45-960D-C1B24128CDF1}" type="pres">
      <dgm:prSet presAssocID="{999C88DB-9619-1149-B07D-9A3CACE0E1DE}" presName="compositeNode" presStyleCnt="0">
        <dgm:presLayoutVars>
          <dgm:bulletEnabled val="1"/>
        </dgm:presLayoutVars>
      </dgm:prSet>
      <dgm:spPr/>
    </dgm:pt>
    <dgm:pt modelId="{6D1075F0-8338-604A-B957-995A1BBFAF1B}" type="pres">
      <dgm:prSet presAssocID="{999C88DB-9619-1149-B07D-9A3CACE0E1DE}" presName="bgRect" presStyleLbl="alignNode1" presStyleIdx="0" presStyleCnt="4"/>
      <dgm:spPr/>
    </dgm:pt>
    <dgm:pt modelId="{5936229D-FE6E-394A-A6C4-D7C491410F5C}" type="pres">
      <dgm:prSet presAssocID="{C433FF26-90B1-A54C-AD41-3B7FCE8B197F}" presName="sibTransNodeRect" presStyleLbl="alignNode1" presStyleIdx="0" presStyleCnt="4">
        <dgm:presLayoutVars>
          <dgm:chMax val="0"/>
          <dgm:bulletEnabled val="1"/>
        </dgm:presLayoutVars>
      </dgm:prSet>
      <dgm:spPr/>
    </dgm:pt>
    <dgm:pt modelId="{6BD356C5-3ACA-DC4E-AB50-CDE3B247E242}" type="pres">
      <dgm:prSet presAssocID="{999C88DB-9619-1149-B07D-9A3CACE0E1DE}" presName="nodeRect" presStyleLbl="alignNode1" presStyleIdx="0" presStyleCnt="4">
        <dgm:presLayoutVars>
          <dgm:bulletEnabled val="1"/>
        </dgm:presLayoutVars>
      </dgm:prSet>
      <dgm:spPr/>
    </dgm:pt>
    <dgm:pt modelId="{FB970C6F-E563-A545-A05E-BE97F5283CB7}" type="pres">
      <dgm:prSet presAssocID="{C433FF26-90B1-A54C-AD41-3B7FCE8B197F}" presName="sibTrans" presStyleCnt="0"/>
      <dgm:spPr/>
    </dgm:pt>
    <dgm:pt modelId="{6A789557-A1E3-6349-9EE4-16A710B12967}" type="pres">
      <dgm:prSet presAssocID="{1B107FB0-E2AB-9148-849D-006E0F2E2043}" presName="compositeNode" presStyleCnt="0">
        <dgm:presLayoutVars>
          <dgm:bulletEnabled val="1"/>
        </dgm:presLayoutVars>
      </dgm:prSet>
      <dgm:spPr/>
    </dgm:pt>
    <dgm:pt modelId="{8855AE0E-7750-D443-B38A-67632325D142}" type="pres">
      <dgm:prSet presAssocID="{1B107FB0-E2AB-9148-849D-006E0F2E2043}" presName="bgRect" presStyleLbl="alignNode1" presStyleIdx="1" presStyleCnt="4"/>
      <dgm:spPr/>
    </dgm:pt>
    <dgm:pt modelId="{DE2ACB5F-A466-ED4A-B3AC-0D5B64027FDF}" type="pres">
      <dgm:prSet presAssocID="{52534A4D-CA05-4944-AEFA-0555ED6C49E1}" presName="sibTransNodeRect" presStyleLbl="alignNode1" presStyleIdx="1" presStyleCnt="4">
        <dgm:presLayoutVars>
          <dgm:chMax val="0"/>
          <dgm:bulletEnabled val="1"/>
        </dgm:presLayoutVars>
      </dgm:prSet>
      <dgm:spPr/>
    </dgm:pt>
    <dgm:pt modelId="{2267E6B5-0689-FB4F-B6EE-1CEE8D6BEB2D}" type="pres">
      <dgm:prSet presAssocID="{1B107FB0-E2AB-9148-849D-006E0F2E2043}" presName="nodeRect" presStyleLbl="alignNode1" presStyleIdx="1" presStyleCnt="4">
        <dgm:presLayoutVars>
          <dgm:bulletEnabled val="1"/>
        </dgm:presLayoutVars>
      </dgm:prSet>
      <dgm:spPr/>
    </dgm:pt>
    <dgm:pt modelId="{6ABEF93F-8C61-9942-8110-D3758B592FC5}" type="pres">
      <dgm:prSet presAssocID="{52534A4D-CA05-4944-AEFA-0555ED6C49E1}" presName="sibTrans" presStyleCnt="0"/>
      <dgm:spPr/>
    </dgm:pt>
    <dgm:pt modelId="{EB4DC0EE-823D-B641-9F7B-125711291937}" type="pres">
      <dgm:prSet presAssocID="{65D688BE-6590-4B46-81B1-2ED4EF8486BC}" presName="compositeNode" presStyleCnt="0">
        <dgm:presLayoutVars>
          <dgm:bulletEnabled val="1"/>
        </dgm:presLayoutVars>
      </dgm:prSet>
      <dgm:spPr/>
    </dgm:pt>
    <dgm:pt modelId="{C692DB97-39F6-CC4D-9B67-42931459B1D7}" type="pres">
      <dgm:prSet presAssocID="{65D688BE-6590-4B46-81B1-2ED4EF8486BC}" presName="bgRect" presStyleLbl="alignNode1" presStyleIdx="2" presStyleCnt="4"/>
      <dgm:spPr/>
    </dgm:pt>
    <dgm:pt modelId="{E09C26CD-2FEA-C44C-97F0-874D0BC09F47}" type="pres">
      <dgm:prSet presAssocID="{86EFC32D-557B-FC40-9042-6C21939CA9E8}" presName="sibTransNodeRect" presStyleLbl="alignNode1" presStyleIdx="2" presStyleCnt="4">
        <dgm:presLayoutVars>
          <dgm:chMax val="0"/>
          <dgm:bulletEnabled val="1"/>
        </dgm:presLayoutVars>
      </dgm:prSet>
      <dgm:spPr/>
    </dgm:pt>
    <dgm:pt modelId="{8183D5AB-0AC8-5B48-9E8A-C628F45F68C4}" type="pres">
      <dgm:prSet presAssocID="{65D688BE-6590-4B46-81B1-2ED4EF8486BC}" presName="nodeRect" presStyleLbl="alignNode1" presStyleIdx="2" presStyleCnt="4">
        <dgm:presLayoutVars>
          <dgm:bulletEnabled val="1"/>
        </dgm:presLayoutVars>
      </dgm:prSet>
      <dgm:spPr/>
    </dgm:pt>
    <dgm:pt modelId="{FD532B84-38F1-7344-A351-5B0B686E24E0}" type="pres">
      <dgm:prSet presAssocID="{86EFC32D-557B-FC40-9042-6C21939CA9E8}" presName="sibTrans" presStyleCnt="0"/>
      <dgm:spPr/>
    </dgm:pt>
    <dgm:pt modelId="{C1D01490-A438-CB45-9279-9EAB4EAC3462}" type="pres">
      <dgm:prSet presAssocID="{6ACECC85-24E2-A94B-B381-8978A47D6EE8}" presName="compositeNode" presStyleCnt="0">
        <dgm:presLayoutVars>
          <dgm:bulletEnabled val="1"/>
        </dgm:presLayoutVars>
      </dgm:prSet>
      <dgm:spPr/>
    </dgm:pt>
    <dgm:pt modelId="{758994E6-7E84-FE40-8E5E-3EC66647DA80}" type="pres">
      <dgm:prSet presAssocID="{6ACECC85-24E2-A94B-B381-8978A47D6EE8}" presName="bgRect" presStyleLbl="alignNode1" presStyleIdx="3" presStyleCnt="4"/>
      <dgm:spPr/>
    </dgm:pt>
    <dgm:pt modelId="{0DD127ED-356C-6642-8484-D472AB32F550}" type="pres">
      <dgm:prSet presAssocID="{DC395055-69E1-2C4F-96B6-663207CD5FFA}" presName="sibTransNodeRect" presStyleLbl="alignNode1" presStyleIdx="3" presStyleCnt="4">
        <dgm:presLayoutVars>
          <dgm:chMax val="0"/>
          <dgm:bulletEnabled val="1"/>
        </dgm:presLayoutVars>
      </dgm:prSet>
      <dgm:spPr/>
    </dgm:pt>
    <dgm:pt modelId="{234D0810-56F2-BE4F-9E20-526A906C276A}" type="pres">
      <dgm:prSet presAssocID="{6ACECC85-24E2-A94B-B381-8978A47D6EE8}" presName="nodeRect" presStyleLbl="alignNode1" presStyleIdx="3" presStyleCnt="4">
        <dgm:presLayoutVars>
          <dgm:bulletEnabled val="1"/>
        </dgm:presLayoutVars>
      </dgm:prSet>
      <dgm:spPr/>
    </dgm:pt>
  </dgm:ptLst>
  <dgm:cxnLst>
    <dgm:cxn modelId="{A215EB13-A81A-A643-8C92-B7EB39832FE9}" srcId="{74E9C8B5-200B-484E-8D72-90AB932122CF}" destId="{6ACECC85-24E2-A94B-B381-8978A47D6EE8}" srcOrd="3" destOrd="0" parTransId="{40E7536E-DF97-094D-B5DD-706A30EB410D}" sibTransId="{DC395055-69E1-2C4F-96B6-663207CD5FFA}"/>
    <dgm:cxn modelId="{CC6EA31C-7A82-A646-A0B6-3DB378B88003}" srcId="{74E9C8B5-200B-484E-8D72-90AB932122CF}" destId="{1B107FB0-E2AB-9148-849D-006E0F2E2043}" srcOrd="1" destOrd="0" parTransId="{5929B3C9-A1B5-784C-9321-583349DE288D}" sibTransId="{52534A4D-CA05-4944-AEFA-0555ED6C49E1}"/>
    <dgm:cxn modelId="{7EAB7B26-3763-2840-9178-84D9ED0F8BBE}" srcId="{74E9C8B5-200B-484E-8D72-90AB932122CF}" destId="{999C88DB-9619-1149-B07D-9A3CACE0E1DE}" srcOrd="0" destOrd="0" parTransId="{F6D6317A-AECA-3748-8FBF-503F60912F1C}" sibTransId="{C433FF26-90B1-A54C-AD41-3B7FCE8B197F}"/>
    <dgm:cxn modelId="{A7076727-264A-B648-8978-2586F817FB2C}" type="presOf" srcId="{74E9C8B5-200B-484E-8D72-90AB932122CF}" destId="{F0922F4F-EA66-CA4D-95AF-8EB5CBCE9E7D}" srcOrd="0" destOrd="0" presId="urn:microsoft.com/office/officeart/2016/7/layout/LinearBlockProcessNumbered"/>
    <dgm:cxn modelId="{A9EA0C51-303F-7243-B8EA-3B350BBBC2A5}" type="presOf" srcId="{DC395055-69E1-2C4F-96B6-663207CD5FFA}" destId="{0DD127ED-356C-6642-8484-D472AB32F550}" srcOrd="0" destOrd="0" presId="urn:microsoft.com/office/officeart/2016/7/layout/LinearBlockProcessNumbered"/>
    <dgm:cxn modelId="{33387268-A9D5-3A42-B082-5FC9FE677469}" type="presOf" srcId="{6ACECC85-24E2-A94B-B381-8978A47D6EE8}" destId="{234D0810-56F2-BE4F-9E20-526A906C276A}" srcOrd="1" destOrd="0" presId="urn:microsoft.com/office/officeart/2016/7/layout/LinearBlockProcessNumbered"/>
    <dgm:cxn modelId="{EE981D69-FA3C-C045-8A69-029C2F681937}" type="presOf" srcId="{65D688BE-6590-4B46-81B1-2ED4EF8486BC}" destId="{C692DB97-39F6-CC4D-9B67-42931459B1D7}" srcOrd="0" destOrd="0" presId="urn:microsoft.com/office/officeart/2016/7/layout/LinearBlockProcessNumbered"/>
    <dgm:cxn modelId="{B5D5E96D-0EDC-B341-8E8E-FFA77C3BDA6D}" type="presOf" srcId="{6ACECC85-24E2-A94B-B381-8978A47D6EE8}" destId="{758994E6-7E84-FE40-8E5E-3EC66647DA80}" srcOrd="0" destOrd="0" presId="urn:microsoft.com/office/officeart/2016/7/layout/LinearBlockProcessNumbered"/>
    <dgm:cxn modelId="{32B85B7C-010D-B943-87EF-9ABC85F4197D}" type="presOf" srcId="{999C88DB-9619-1149-B07D-9A3CACE0E1DE}" destId="{6D1075F0-8338-604A-B957-995A1BBFAF1B}" srcOrd="0" destOrd="0" presId="urn:microsoft.com/office/officeart/2016/7/layout/LinearBlockProcessNumbered"/>
    <dgm:cxn modelId="{CD94837C-4CD0-0343-8D2E-0787C521FF9E}" type="presOf" srcId="{52534A4D-CA05-4944-AEFA-0555ED6C49E1}" destId="{DE2ACB5F-A466-ED4A-B3AC-0D5B64027FDF}" srcOrd="0" destOrd="0" presId="urn:microsoft.com/office/officeart/2016/7/layout/LinearBlockProcessNumbered"/>
    <dgm:cxn modelId="{98A0B686-9D13-844E-98BB-CAB0D75B61A1}" type="presOf" srcId="{999C88DB-9619-1149-B07D-9A3CACE0E1DE}" destId="{6BD356C5-3ACA-DC4E-AB50-CDE3B247E242}" srcOrd="1" destOrd="0" presId="urn:microsoft.com/office/officeart/2016/7/layout/LinearBlockProcessNumbered"/>
    <dgm:cxn modelId="{E90FC88A-05E2-FE49-A5E4-0E39E6CD17F5}" type="presOf" srcId="{65D688BE-6590-4B46-81B1-2ED4EF8486BC}" destId="{8183D5AB-0AC8-5B48-9E8A-C628F45F68C4}" srcOrd="1" destOrd="0" presId="urn:microsoft.com/office/officeart/2016/7/layout/LinearBlockProcessNumbered"/>
    <dgm:cxn modelId="{9FE00095-7749-584F-8645-10A8BE14797F}" srcId="{74E9C8B5-200B-484E-8D72-90AB932122CF}" destId="{65D688BE-6590-4B46-81B1-2ED4EF8486BC}" srcOrd="2" destOrd="0" parTransId="{B92153A3-3D11-8849-B608-DF829E20135C}" sibTransId="{86EFC32D-557B-FC40-9042-6C21939CA9E8}"/>
    <dgm:cxn modelId="{EE4784AD-F226-E24D-B361-74671077B6EA}" type="presOf" srcId="{1B107FB0-E2AB-9148-849D-006E0F2E2043}" destId="{2267E6B5-0689-FB4F-B6EE-1CEE8D6BEB2D}" srcOrd="1" destOrd="0" presId="urn:microsoft.com/office/officeart/2016/7/layout/LinearBlockProcessNumbered"/>
    <dgm:cxn modelId="{6ACE6EBE-D468-344C-9E93-F3B289F56899}" type="presOf" srcId="{C433FF26-90B1-A54C-AD41-3B7FCE8B197F}" destId="{5936229D-FE6E-394A-A6C4-D7C491410F5C}" srcOrd="0" destOrd="0" presId="urn:microsoft.com/office/officeart/2016/7/layout/LinearBlockProcessNumbered"/>
    <dgm:cxn modelId="{1709B9CE-0162-4946-8C6F-3029702B36AC}" type="presOf" srcId="{1B107FB0-E2AB-9148-849D-006E0F2E2043}" destId="{8855AE0E-7750-D443-B38A-67632325D142}" srcOrd="0" destOrd="0" presId="urn:microsoft.com/office/officeart/2016/7/layout/LinearBlockProcessNumbered"/>
    <dgm:cxn modelId="{7BA9A3D0-8C6F-7142-A1A5-71F82ACCA301}" type="presOf" srcId="{86EFC32D-557B-FC40-9042-6C21939CA9E8}" destId="{E09C26CD-2FEA-C44C-97F0-874D0BC09F47}" srcOrd="0" destOrd="0" presId="urn:microsoft.com/office/officeart/2016/7/layout/LinearBlockProcessNumbered"/>
    <dgm:cxn modelId="{DD1187BD-8BF2-0E43-B8A8-64C143432B91}" type="presParOf" srcId="{F0922F4F-EA66-CA4D-95AF-8EB5CBCE9E7D}" destId="{936420ED-7A77-3A45-960D-C1B24128CDF1}" srcOrd="0" destOrd="0" presId="urn:microsoft.com/office/officeart/2016/7/layout/LinearBlockProcessNumbered"/>
    <dgm:cxn modelId="{E8804062-F91E-7245-930F-4403F5FB5DF1}" type="presParOf" srcId="{936420ED-7A77-3A45-960D-C1B24128CDF1}" destId="{6D1075F0-8338-604A-B957-995A1BBFAF1B}" srcOrd="0" destOrd="0" presId="urn:microsoft.com/office/officeart/2016/7/layout/LinearBlockProcessNumbered"/>
    <dgm:cxn modelId="{D9AFC7EC-19C3-464B-9C6A-563558C21FE7}" type="presParOf" srcId="{936420ED-7A77-3A45-960D-C1B24128CDF1}" destId="{5936229D-FE6E-394A-A6C4-D7C491410F5C}" srcOrd="1" destOrd="0" presId="urn:microsoft.com/office/officeart/2016/7/layout/LinearBlockProcessNumbered"/>
    <dgm:cxn modelId="{A4318EE5-56E8-354F-BE85-34BAB36D828C}" type="presParOf" srcId="{936420ED-7A77-3A45-960D-C1B24128CDF1}" destId="{6BD356C5-3ACA-DC4E-AB50-CDE3B247E242}" srcOrd="2" destOrd="0" presId="urn:microsoft.com/office/officeart/2016/7/layout/LinearBlockProcessNumbered"/>
    <dgm:cxn modelId="{73D23D56-24A4-A341-9C99-8DB96A49F931}" type="presParOf" srcId="{F0922F4F-EA66-CA4D-95AF-8EB5CBCE9E7D}" destId="{FB970C6F-E563-A545-A05E-BE97F5283CB7}" srcOrd="1" destOrd="0" presId="urn:microsoft.com/office/officeart/2016/7/layout/LinearBlockProcessNumbered"/>
    <dgm:cxn modelId="{418A0C54-0AC7-4849-82C0-75A3CBD892CE}" type="presParOf" srcId="{F0922F4F-EA66-CA4D-95AF-8EB5CBCE9E7D}" destId="{6A789557-A1E3-6349-9EE4-16A710B12967}" srcOrd="2" destOrd="0" presId="urn:microsoft.com/office/officeart/2016/7/layout/LinearBlockProcessNumbered"/>
    <dgm:cxn modelId="{1F56B04B-7690-1D4D-AA6F-4AD8DACA9F74}" type="presParOf" srcId="{6A789557-A1E3-6349-9EE4-16A710B12967}" destId="{8855AE0E-7750-D443-B38A-67632325D142}" srcOrd="0" destOrd="0" presId="urn:microsoft.com/office/officeart/2016/7/layout/LinearBlockProcessNumbered"/>
    <dgm:cxn modelId="{6CF0BD80-C537-D94E-BC92-CB265A3D2245}" type="presParOf" srcId="{6A789557-A1E3-6349-9EE4-16A710B12967}" destId="{DE2ACB5F-A466-ED4A-B3AC-0D5B64027FDF}" srcOrd="1" destOrd="0" presId="urn:microsoft.com/office/officeart/2016/7/layout/LinearBlockProcessNumbered"/>
    <dgm:cxn modelId="{55C09F35-4A31-8C4C-8C5E-8B5D4D3D644B}" type="presParOf" srcId="{6A789557-A1E3-6349-9EE4-16A710B12967}" destId="{2267E6B5-0689-FB4F-B6EE-1CEE8D6BEB2D}" srcOrd="2" destOrd="0" presId="urn:microsoft.com/office/officeart/2016/7/layout/LinearBlockProcessNumbered"/>
    <dgm:cxn modelId="{D8AC52E1-396A-0144-8A87-94A5ADA005DE}" type="presParOf" srcId="{F0922F4F-EA66-CA4D-95AF-8EB5CBCE9E7D}" destId="{6ABEF93F-8C61-9942-8110-D3758B592FC5}" srcOrd="3" destOrd="0" presId="urn:microsoft.com/office/officeart/2016/7/layout/LinearBlockProcessNumbered"/>
    <dgm:cxn modelId="{A8462416-56A8-DD44-A291-D7BF542A4584}" type="presParOf" srcId="{F0922F4F-EA66-CA4D-95AF-8EB5CBCE9E7D}" destId="{EB4DC0EE-823D-B641-9F7B-125711291937}" srcOrd="4" destOrd="0" presId="urn:microsoft.com/office/officeart/2016/7/layout/LinearBlockProcessNumbered"/>
    <dgm:cxn modelId="{A7D67C49-2C2B-F84A-93F3-C7D056E6121F}" type="presParOf" srcId="{EB4DC0EE-823D-B641-9F7B-125711291937}" destId="{C692DB97-39F6-CC4D-9B67-42931459B1D7}" srcOrd="0" destOrd="0" presId="urn:microsoft.com/office/officeart/2016/7/layout/LinearBlockProcessNumbered"/>
    <dgm:cxn modelId="{D66B0727-B91F-7D42-A595-6889C02395D3}" type="presParOf" srcId="{EB4DC0EE-823D-B641-9F7B-125711291937}" destId="{E09C26CD-2FEA-C44C-97F0-874D0BC09F47}" srcOrd="1" destOrd="0" presId="urn:microsoft.com/office/officeart/2016/7/layout/LinearBlockProcessNumbered"/>
    <dgm:cxn modelId="{CB68EE69-FE1F-B94E-B2CA-93D55E6CE9C7}" type="presParOf" srcId="{EB4DC0EE-823D-B641-9F7B-125711291937}" destId="{8183D5AB-0AC8-5B48-9E8A-C628F45F68C4}" srcOrd="2" destOrd="0" presId="urn:microsoft.com/office/officeart/2016/7/layout/LinearBlockProcessNumbered"/>
    <dgm:cxn modelId="{951BB52D-4930-514B-AEAD-AFFFB36CBE0A}" type="presParOf" srcId="{F0922F4F-EA66-CA4D-95AF-8EB5CBCE9E7D}" destId="{FD532B84-38F1-7344-A351-5B0B686E24E0}" srcOrd="5" destOrd="0" presId="urn:microsoft.com/office/officeart/2016/7/layout/LinearBlockProcessNumbered"/>
    <dgm:cxn modelId="{85276E24-6DA7-0D47-8000-E2FDCEE031C3}" type="presParOf" srcId="{F0922F4F-EA66-CA4D-95AF-8EB5CBCE9E7D}" destId="{C1D01490-A438-CB45-9279-9EAB4EAC3462}" srcOrd="6" destOrd="0" presId="urn:microsoft.com/office/officeart/2016/7/layout/LinearBlockProcessNumbered"/>
    <dgm:cxn modelId="{B4935203-0B7F-1D44-BB8E-19D325977CE5}" type="presParOf" srcId="{C1D01490-A438-CB45-9279-9EAB4EAC3462}" destId="{758994E6-7E84-FE40-8E5E-3EC66647DA80}" srcOrd="0" destOrd="0" presId="urn:microsoft.com/office/officeart/2016/7/layout/LinearBlockProcessNumbered"/>
    <dgm:cxn modelId="{7CE50DDC-D63E-6A4F-B306-89BF4A24A27B}" type="presParOf" srcId="{C1D01490-A438-CB45-9279-9EAB4EAC3462}" destId="{0DD127ED-356C-6642-8484-D472AB32F550}" srcOrd="1" destOrd="0" presId="urn:microsoft.com/office/officeart/2016/7/layout/LinearBlockProcessNumbered"/>
    <dgm:cxn modelId="{9430465D-3716-8045-ABC5-057F02548059}" type="presParOf" srcId="{C1D01490-A438-CB45-9279-9EAB4EAC3462}" destId="{234D0810-56F2-BE4F-9E20-526A906C276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79FF769-2C5B-4D9B-AC3A-5A53C488DF77}"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FDAC778-D9CD-4F02-818B-4533615C7C66}">
      <dgm:prSet/>
      <dgm:spPr/>
      <dgm:t>
        <a:bodyPr/>
        <a:lstStyle/>
        <a:p>
          <a:r>
            <a:rPr lang="fr-FR"/>
            <a:t>L’instruction while (condition) permet d’exécuter les instructions dans sa portée tant que la condition est vraie</a:t>
          </a:r>
          <a:endParaRPr lang="en-US"/>
        </a:p>
      </dgm:t>
    </dgm:pt>
    <dgm:pt modelId="{327DE6F3-D49E-4164-BDAE-F2B4FC60E6A1}" type="parTrans" cxnId="{2728778C-06FE-466F-91B5-C2ED27FF0793}">
      <dgm:prSet/>
      <dgm:spPr/>
      <dgm:t>
        <a:bodyPr/>
        <a:lstStyle/>
        <a:p>
          <a:endParaRPr lang="en-US"/>
        </a:p>
      </dgm:t>
    </dgm:pt>
    <dgm:pt modelId="{FD7A776B-7FAE-4297-91ED-7EEF17A13D71}" type="sibTrans" cxnId="{2728778C-06FE-466F-91B5-C2ED27FF0793}">
      <dgm:prSet/>
      <dgm:spPr/>
      <dgm:t>
        <a:bodyPr/>
        <a:lstStyle/>
        <a:p>
          <a:endParaRPr lang="en-US"/>
        </a:p>
      </dgm:t>
    </dgm:pt>
    <dgm:pt modelId="{583A0FA9-A967-4D0D-B109-48F05F5D9220}">
      <dgm:prSet/>
      <dgm:spPr/>
      <dgm:t>
        <a:bodyPr/>
        <a:lstStyle/>
        <a:p>
          <a:r>
            <a:rPr lang="fr-FR"/>
            <a:t>Les instructions peuvent ne jamais s’exécuter si la condition n’est pas vérifiée dès l’entrée de la boucle </a:t>
          </a:r>
          <a:endParaRPr lang="en-US"/>
        </a:p>
      </dgm:t>
    </dgm:pt>
    <dgm:pt modelId="{3E8D24C9-69F3-4A03-8267-FE4BEEC1D35B}" type="parTrans" cxnId="{FD15B84B-6002-4986-9ACC-1309DD9C9DE4}">
      <dgm:prSet/>
      <dgm:spPr/>
      <dgm:t>
        <a:bodyPr/>
        <a:lstStyle/>
        <a:p>
          <a:endParaRPr lang="en-US"/>
        </a:p>
      </dgm:t>
    </dgm:pt>
    <dgm:pt modelId="{B2742005-8E50-4C20-954C-B2DD6A27A47A}" type="sibTrans" cxnId="{FD15B84B-6002-4986-9ACC-1309DD9C9DE4}">
      <dgm:prSet/>
      <dgm:spPr/>
      <dgm:t>
        <a:bodyPr/>
        <a:lstStyle/>
        <a:p>
          <a:endParaRPr lang="en-US"/>
        </a:p>
      </dgm:t>
    </dgm:pt>
    <dgm:pt modelId="{4BA15F92-CB41-4FE7-99D7-D737A7B79D69}">
      <dgm:prSet/>
      <dgm:spPr/>
      <dgm:t>
        <a:bodyPr/>
        <a:lstStyle/>
        <a:p>
          <a:r>
            <a:rPr lang="fr-FR"/>
            <a:t>Il est possible de terminer une itération, ou la boucle entière grâce à deux instructions </a:t>
          </a:r>
          <a:r>
            <a:rPr lang="fr-FR" b="1"/>
            <a:t>continue </a:t>
          </a:r>
          <a:r>
            <a:rPr lang="fr-FR"/>
            <a:t>et </a:t>
          </a:r>
          <a:r>
            <a:rPr lang="fr-FR" b="1"/>
            <a:t>break</a:t>
          </a:r>
          <a:endParaRPr lang="en-US"/>
        </a:p>
      </dgm:t>
    </dgm:pt>
    <dgm:pt modelId="{A4594104-90D5-48B7-9B5F-B1E775B1570C}" type="parTrans" cxnId="{37ECB21F-E618-4DD2-B7E4-741E7E61CE65}">
      <dgm:prSet/>
      <dgm:spPr/>
      <dgm:t>
        <a:bodyPr/>
        <a:lstStyle/>
        <a:p>
          <a:endParaRPr lang="en-US"/>
        </a:p>
      </dgm:t>
    </dgm:pt>
    <dgm:pt modelId="{222F393D-1B33-4995-8BB1-BB3D0FE70988}" type="sibTrans" cxnId="{37ECB21F-E618-4DD2-B7E4-741E7E61CE65}">
      <dgm:prSet/>
      <dgm:spPr/>
      <dgm:t>
        <a:bodyPr/>
        <a:lstStyle/>
        <a:p>
          <a:endParaRPr lang="en-US"/>
        </a:p>
      </dgm:t>
    </dgm:pt>
    <dgm:pt modelId="{53171713-8101-47CC-8227-4DC37724105D}">
      <dgm:prSet/>
      <dgm:spPr/>
      <dgm:t>
        <a:bodyPr/>
        <a:lstStyle/>
        <a:p>
          <a:r>
            <a:rPr lang="fr-FR"/>
            <a:t>L’instruction </a:t>
          </a:r>
          <a:r>
            <a:rPr lang="fr-FR" b="1"/>
            <a:t>continue</a:t>
          </a:r>
          <a:r>
            <a:rPr lang="fr-FR"/>
            <a:t> permet de sauter toutes les instructions qui suivent et revenir au début de la boucle </a:t>
          </a:r>
          <a:endParaRPr lang="en-US"/>
        </a:p>
      </dgm:t>
    </dgm:pt>
    <dgm:pt modelId="{DD02ED35-495B-41F9-9C5B-ED6EBAE47326}" type="parTrans" cxnId="{EE055758-6B01-4132-A4B7-5E3BCBC257CE}">
      <dgm:prSet/>
      <dgm:spPr/>
      <dgm:t>
        <a:bodyPr/>
        <a:lstStyle/>
        <a:p>
          <a:endParaRPr lang="en-US"/>
        </a:p>
      </dgm:t>
    </dgm:pt>
    <dgm:pt modelId="{BBB9DF72-ADE7-4EEC-8B25-C7AA6C8B42E9}" type="sibTrans" cxnId="{EE055758-6B01-4132-A4B7-5E3BCBC257CE}">
      <dgm:prSet/>
      <dgm:spPr/>
      <dgm:t>
        <a:bodyPr/>
        <a:lstStyle/>
        <a:p>
          <a:endParaRPr lang="en-US"/>
        </a:p>
      </dgm:t>
    </dgm:pt>
    <dgm:pt modelId="{6D74F983-3989-4DEF-8799-CFCA66E5BEA0}">
      <dgm:prSet/>
      <dgm:spPr/>
      <dgm:t>
        <a:bodyPr/>
        <a:lstStyle/>
        <a:p>
          <a:r>
            <a:rPr lang="fr-FR"/>
            <a:t>Le mot-clé </a:t>
          </a:r>
          <a:r>
            <a:rPr lang="fr-FR" b="1"/>
            <a:t>continue</a:t>
          </a:r>
          <a:r>
            <a:rPr lang="fr-FR"/>
            <a:t> permet de sauter une partie de l’exécution du code d’une structure d’itération pour commencer une nouvelle itération</a:t>
          </a:r>
          <a:endParaRPr lang="en-US"/>
        </a:p>
      </dgm:t>
    </dgm:pt>
    <dgm:pt modelId="{7F9C93EB-3E75-40C6-887B-8D146F234397}" type="parTrans" cxnId="{65016340-D8AF-4ACD-BF11-F8432032DA46}">
      <dgm:prSet/>
      <dgm:spPr/>
      <dgm:t>
        <a:bodyPr/>
        <a:lstStyle/>
        <a:p>
          <a:endParaRPr lang="en-US"/>
        </a:p>
      </dgm:t>
    </dgm:pt>
    <dgm:pt modelId="{587C3D49-3991-480E-842B-55ECD7406416}" type="sibTrans" cxnId="{65016340-D8AF-4ACD-BF11-F8432032DA46}">
      <dgm:prSet/>
      <dgm:spPr/>
      <dgm:t>
        <a:bodyPr/>
        <a:lstStyle/>
        <a:p>
          <a:endParaRPr lang="en-US"/>
        </a:p>
      </dgm:t>
    </dgm:pt>
    <dgm:pt modelId="{83CC6629-F4E2-C340-ABB5-27C225EB7CD8}" type="pres">
      <dgm:prSet presAssocID="{679FF769-2C5B-4D9B-AC3A-5A53C488DF77}" presName="linear" presStyleCnt="0">
        <dgm:presLayoutVars>
          <dgm:animLvl val="lvl"/>
          <dgm:resizeHandles val="exact"/>
        </dgm:presLayoutVars>
      </dgm:prSet>
      <dgm:spPr/>
    </dgm:pt>
    <dgm:pt modelId="{9A8CF933-C501-FB45-87B7-7586544825C5}" type="pres">
      <dgm:prSet presAssocID="{7FDAC778-D9CD-4F02-818B-4533615C7C66}" presName="parentText" presStyleLbl="node1" presStyleIdx="0" presStyleCnt="5">
        <dgm:presLayoutVars>
          <dgm:chMax val="0"/>
          <dgm:bulletEnabled val="1"/>
        </dgm:presLayoutVars>
      </dgm:prSet>
      <dgm:spPr/>
    </dgm:pt>
    <dgm:pt modelId="{E52FDAFC-BAE1-074D-834A-C4E0E3322A91}" type="pres">
      <dgm:prSet presAssocID="{FD7A776B-7FAE-4297-91ED-7EEF17A13D71}" presName="spacer" presStyleCnt="0"/>
      <dgm:spPr/>
    </dgm:pt>
    <dgm:pt modelId="{9A453EC7-C608-C04F-929B-8DFCBE666A16}" type="pres">
      <dgm:prSet presAssocID="{583A0FA9-A967-4D0D-B109-48F05F5D9220}" presName="parentText" presStyleLbl="node1" presStyleIdx="1" presStyleCnt="5">
        <dgm:presLayoutVars>
          <dgm:chMax val="0"/>
          <dgm:bulletEnabled val="1"/>
        </dgm:presLayoutVars>
      </dgm:prSet>
      <dgm:spPr/>
    </dgm:pt>
    <dgm:pt modelId="{5A756584-7724-9E46-8B4E-220B3A424B59}" type="pres">
      <dgm:prSet presAssocID="{B2742005-8E50-4C20-954C-B2DD6A27A47A}" presName="spacer" presStyleCnt="0"/>
      <dgm:spPr/>
    </dgm:pt>
    <dgm:pt modelId="{5708F1F5-0A78-2943-89CE-63F8E644E9F3}" type="pres">
      <dgm:prSet presAssocID="{4BA15F92-CB41-4FE7-99D7-D737A7B79D69}" presName="parentText" presStyleLbl="node1" presStyleIdx="2" presStyleCnt="5">
        <dgm:presLayoutVars>
          <dgm:chMax val="0"/>
          <dgm:bulletEnabled val="1"/>
        </dgm:presLayoutVars>
      </dgm:prSet>
      <dgm:spPr/>
    </dgm:pt>
    <dgm:pt modelId="{67184954-5B07-3A44-8226-7D3F0746E44E}" type="pres">
      <dgm:prSet presAssocID="{222F393D-1B33-4995-8BB1-BB3D0FE70988}" presName="spacer" presStyleCnt="0"/>
      <dgm:spPr/>
    </dgm:pt>
    <dgm:pt modelId="{C5FF148F-41EF-B848-A2DA-143D08E5007D}" type="pres">
      <dgm:prSet presAssocID="{53171713-8101-47CC-8227-4DC37724105D}" presName="parentText" presStyleLbl="node1" presStyleIdx="3" presStyleCnt="5">
        <dgm:presLayoutVars>
          <dgm:chMax val="0"/>
          <dgm:bulletEnabled val="1"/>
        </dgm:presLayoutVars>
      </dgm:prSet>
      <dgm:spPr/>
    </dgm:pt>
    <dgm:pt modelId="{CDDA1B62-1514-F041-B4AC-049435BE3928}" type="pres">
      <dgm:prSet presAssocID="{BBB9DF72-ADE7-4EEC-8B25-C7AA6C8B42E9}" presName="spacer" presStyleCnt="0"/>
      <dgm:spPr/>
    </dgm:pt>
    <dgm:pt modelId="{85253022-C241-5F44-AF5C-098A56880B16}" type="pres">
      <dgm:prSet presAssocID="{6D74F983-3989-4DEF-8799-CFCA66E5BEA0}" presName="parentText" presStyleLbl="node1" presStyleIdx="4" presStyleCnt="5">
        <dgm:presLayoutVars>
          <dgm:chMax val="0"/>
          <dgm:bulletEnabled val="1"/>
        </dgm:presLayoutVars>
      </dgm:prSet>
      <dgm:spPr/>
    </dgm:pt>
  </dgm:ptLst>
  <dgm:cxnLst>
    <dgm:cxn modelId="{9BF63B02-20B5-7642-893D-23D62C3AA14F}" type="presOf" srcId="{7FDAC778-D9CD-4F02-818B-4533615C7C66}" destId="{9A8CF933-C501-FB45-87B7-7586544825C5}" srcOrd="0" destOrd="0" presId="urn:microsoft.com/office/officeart/2005/8/layout/vList2"/>
    <dgm:cxn modelId="{37ECB21F-E618-4DD2-B7E4-741E7E61CE65}" srcId="{679FF769-2C5B-4D9B-AC3A-5A53C488DF77}" destId="{4BA15F92-CB41-4FE7-99D7-D737A7B79D69}" srcOrd="2" destOrd="0" parTransId="{A4594104-90D5-48B7-9B5F-B1E775B1570C}" sibTransId="{222F393D-1B33-4995-8BB1-BB3D0FE70988}"/>
    <dgm:cxn modelId="{65016340-D8AF-4ACD-BF11-F8432032DA46}" srcId="{679FF769-2C5B-4D9B-AC3A-5A53C488DF77}" destId="{6D74F983-3989-4DEF-8799-CFCA66E5BEA0}" srcOrd="4" destOrd="0" parTransId="{7F9C93EB-3E75-40C6-887B-8D146F234397}" sibTransId="{587C3D49-3991-480E-842B-55ECD7406416}"/>
    <dgm:cxn modelId="{FD15B84B-6002-4986-9ACC-1309DD9C9DE4}" srcId="{679FF769-2C5B-4D9B-AC3A-5A53C488DF77}" destId="{583A0FA9-A967-4D0D-B109-48F05F5D9220}" srcOrd="1" destOrd="0" parTransId="{3E8D24C9-69F3-4A03-8267-FE4BEEC1D35B}" sibTransId="{B2742005-8E50-4C20-954C-B2DD6A27A47A}"/>
    <dgm:cxn modelId="{EE055758-6B01-4132-A4B7-5E3BCBC257CE}" srcId="{679FF769-2C5B-4D9B-AC3A-5A53C488DF77}" destId="{53171713-8101-47CC-8227-4DC37724105D}" srcOrd="3" destOrd="0" parTransId="{DD02ED35-495B-41F9-9C5B-ED6EBAE47326}" sibTransId="{BBB9DF72-ADE7-4EEC-8B25-C7AA6C8B42E9}"/>
    <dgm:cxn modelId="{BCF8F785-D3F7-3343-825B-E3728B9377B3}" type="presOf" srcId="{4BA15F92-CB41-4FE7-99D7-D737A7B79D69}" destId="{5708F1F5-0A78-2943-89CE-63F8E644E9F3}" srcOrd="0" destOrd="0" presId="urn:microsoft.com/office/officeart/2005/8/layout/vList2"/>
    <dgm:cxn modelId="{F90B2B8B-9A4C-F546-8C92-5DDB99DA49D2}" type="presOf" srcId="{583A0FA9-A967-4D0D-B109-48F05F5D9220}" destId="{9A453EC7-C608-C04F-929B-8DFCBE666A16}" srcOrd="0" destOrd="0" presId="urn:microsoft.com/office/officeart/2005/8/layout/vList2"/>
    <dgm:cxn modelId="{2728778C-06FE-466F-91B5-C2ED27FF0793}" srcId="{679FF769-2C5B-4D9B-AC3A-5A53C488DF77}" destId="{7FDAC778-D9CD-4F02-818B-4533615C7C66}" srcOrd="0" destOrd="0" parTransId="{327DE6F3-D49E-4164-BDAE-F2B4FC60E6A1}" sibTransId="{FD7A776B-7FAE-4297-91ED-7EEF17A13D71}"/>
    <dgm:cxn modelId="{D56DAC97-A4D8-AA47-B962-1A7F0E7D5FC0}" type="presOf" srcId="{679FF769-2C5B-4D9B-AC3A-5A53C488DF77}" destId="{83CC6629-F4E2-C340-ABB5-27C225EB7CD8}" srcOrd="0" destOrd="0" presId="urn:microsoft.com/office/officeart/2005/8/layout/vList2"/>
    <dgm:cxn modelId="{5E6DE9D1-3F6C-2F46-BD89-24C63ABDC0BD}" type="presOf" srcId="{6D74F983-3989-4DEF-8799-CFCA66E5BEA0}" destId="{85253022-C241-5F44-AF5C-098A56880B16}" srcOrd="0" destOrd="0" presId="urn:microsoft.com/office/officeart/2005/8/layout/vList2"/>
    <dgm:cxn modelId="{798FE1E9-1C0F-ED47-B0FD-2AEB989A79F3}" type="presOf" srcId="{53171713-8101-47CC-8227-4DC37724105D}" destId="{C5FF148F-41EF-B848-A2DA-143D08E5007D}" srcOrd="0" destOrd="0" presId="urn:microsoft.com/office/officeart/2005/8/layout/vList2"/>
    <dgm:cxn modelId="{DD656644-DE0B-FC46-8DE4-B513BD5B6F2D}" type="presParOf" srcId="{83CC6629-F4E2-C340-ABB5-27C225EB7CD8}" destId="{9A8CF933-C501-FB45-87B7-7586544825C5}" srcOrd="0" destOrd="0" presId="urn:microsoft.com/office/officeart/2005/8/layout/vList2"/>
    <dgm:cxn modelId="{23AB6BC0-77EC-3640-BA41-C132162389CC}" type="presParOf" srcId="{83CC6629-F4E2-C340-ABB5-27C225EB7CD8}" destId="{E52FDAFC-BAE1-074D-834A-C4E0E3322A91}" srcOrd="1" destOrd="0" presId="urn:microsoft.com/office/officeart/2005/8/layout/vList2"/>
    <dgm:cxn modelId="{6DF53FC4-6805-1242-A870-D6561D27F998}" type="presParOf" srcId="{83CC6629-F4E2-C340-ABB5-27C225EB7CD8}" destId="{9A453EC7-C608-C04F-929B-8DFCBE666A16}" srcOrd="2" destOrd="0" presId="urn:microsoft.com/office/officeart/2005/8/layout/vList2"/>
    <dgm:cxn modelId="{75D5E811-2548-CC4D-AA95-2DC27A5CA992}" type="presParOf" srcId="{83CC6629-F4E2-C340-ABB5-27C225EB7CD8}" destId="{5A756584-7724-9E46-8B4E-220B3A424B59}" srcOrd="3" destOrd="0" presId="urn:microsoft.com/office/officeart/2005/8/layout/vList2"/>
    <dgm:cxn modelId="{8A709626-688F-1C4C-ACBD-199A3221F342}" type="presParOf" srcId="{83CC6629-F4E2-C340-ABB5-27C225EB7CD8}" destId="{5708F1F5-0A78-2943-89CE-63F8E644E9F3}" srcOrd="4" destOrd="0" presId="urn:microsoft.com/office/officeart/2005/8/layout/vList2"/>
    <dgm:cxn modelId="{246AC2B0-6D81-0742-B8EE-9B6530095ACC}" type="presParOf" srcId="{83CC6629-F4E2-C340-ABB5-27C225EB7CD8}" destId="{67184954-5B07-3A44-8226-7D3F0746E44E}" srcOrd="5" destOrd="0" presId="urn:microsoft.com/office/officeart/2005/8/layout/vList2"/>
    <dgm:cxn modelId="{28958A81-BB56-8F46-A962-EA6016A0D51F}" type="presParOf" srcId="{83CC6629-F4E2-C340-ABB5-27C225EB7CD8}" destId="{C5FF148F-41EF-B848-A2DA-143D08E5007D}" srcOrd="6" destOrd="0" presId="urn:microsoft.com/office/officeart/2005/8/layout/vList2"/>
    <dgm:cxn modelId="{D64E1830-2380-D744-814C-FC83E4093C35}" type="presParOf" srcId="{83CC6629-F4E2-C340-ABB5-27C225EB7CD8}" destId="{CDDA1B62-1514-F041-B4AC-049435BE3928}" srcOrd="7" destOrd="0" presId="urn:microsoft.com/office/officeart/2005/8/layout/vList2"/>
    <dgm:cxn modelId="{1B591444-ECA4-9044-ACB8-FCAD9414F807}" type="presParOf" srcId="{83CC6629-F4E2-C340-ABB5-27C225EB7CD8}" destId="{85253022-C241-5F44-AF5C-098A56880B1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85A7BDD-702E-2A46-A229-873D21F117EE}"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fr-CA"/>
        </a:p>
      </dgm:t>
    </dgm:pt>
    <dgm:pt modelId="{5415C0D2-6D4B-8F44-976B-197DAA2AA3EE}">
      <dgm:prSet/>
      <dgm:spPr/>
      <dgm:t>
        <a:bodyPr/>
        <a:lstStyle/>
        <a:p>
          <a:r>
            <a:rPr lang="fr-FR"/>
            <a:t>L’instruction</a:t>
          </a:r>
          <a:r>
            <a:rPr lang="fr-FR" b="1"/>
            <a:t> for </a:t>
          </a:r>
          <a:r>
            <a:rPr lang="fr-FR"/>
            <a:t>permet de répéter les instructions dans la portée en utilisant plusieurs valeurs pour certaines variables</a:t>
          </a:r>
          <a:endParaRPr lang="fr-CA"/>
        </a:p>
      </dgm:t>
    </dgm:pt>
    <dgm:pt modelId="{0D223C45-B912-C84C-BAC1-7EB92F8F808B}" type="parTrans" cxnId="{E02ED846-20F2-5E4F-84E2-8170F3EC5787}">
      <dgm:prSet/>
      <dgm:spPr/>
      <dgm:t>
        <a:bodyPr/>
        <a:lstStyle/>
        <a:p>
          <a:endParaRPr lang="fr-CA"/>
        </a:p>
      </dgm:t>
    </dgm:pt>
    <dgm:pt modelId="{C93C775B-53DB-4F4A-BF2E-EEF10BD69487}" type="sibTrans" cxnId="{E02ED846-20F2-5E4F-84E2-8170F3EC5787}">
      <dgm:prSet/>
      <dgm:spPr/>
      <dgm:t>
        <a:bodyPr/>
        <a:lstStyle/>
        <a:p>
          <a:endParaRPr lang="fr-CA"/>
        </a:p>
      </dgm:t>
    </dgm:pt>
    <dgm:pt modelId="{C39A8ED2-1E90-524D-A510-31DD5CD842D9}">
      <dgm:prSet/>
      <dgm:spPr/>
      <dgm:t>
        <a:bodyPr/>
        <a:lstStyle/>
        <a:p>
          <a:r>
            <a:rPr lang="fr-FR"/>
            <a:t>Ces variables sont déclarées et initialisées dans l’expression initialisation </a:t>
          </a:r>
          <a:endParaRPr lang="fr-CA"/>
        </a:p>
      </dgm:t>
    </dgm:pt>
    <dgm:pt modelId="{0CD70A13-44AC-C44A-A4A8-F168C862EC84}" type="parTrans" cxnId="{0B31AA7E-AD8A-CE4C-B72E-41AD25226E09}">
      <dgm:prSet/>
      <dgm:spPr/>
      <dgm:t>
        <a:bodyPr/>
        <a:lstStyle/>
        <a:p>
          <a:endParaRPr lang="fr-CA"/>
        </a:p>
      </dgm:t>
    </dgm:pt>
    <dgm:pt modelId="{AF4FDDBF-3BC5-0B42-86D1-AC22D85BBD3B}" type="sibTrans" cxnId="{0B31AA7E-AD8A-CE4C-B72E-41AD25226E09}">
      <dgm:prSet/>
      <dgm:spPr/>
      <dgm:t>
        <a:bodyPr/>
        <a:lstStyle/>
        <a:p>
          <a:endParaRPr lang="fr-CA"/>
        </a:p>
      </dgm:t>
    </dgm:pt>
    <dgm:pt modelId="{17B920EB-07A6-114D-B6D2-E1B3211FB23D}">
      <dgm:prSet/>
      <dgm:spPr/>
      <dgm:t>
        <a:bodyPr/>
        <a:lstStyle/>
        <a:p>
          <a:r>
            <a:rPr lang="fr-FR" dirty="0"/>
            <a:t>La fin de l’itération est indiquée par l’expression </a:t>
          </a:r>
          <a:r>
            <a:rPr lang="fr-FR" b="1" dirty="0" err="1"/>
            <a:t>test_fin</a:t>
          </a:r>
          <a:endParaRPr lang="fr-CA" dirty="0"/>
        </a:p>
      </dgm:t>
    </dgm:pt>
    <dgm:pt modelId="{6AE71D47-2775-2C42-8E70-8B9B0F159ABE}" type="parTrans" cxnId="{E7C06A69-5216-4940-960D-9610A3F89777}">
      <dgm:prSet/>
      <dgm:spPr/>
      <dgm:t>
        <a:bodyPr/>
        <a:lstStyle/>
        <a:p>
          <a:endParaRPr lang="fr-CA"/>
        </a:p>
      </dgm:t>
    </dgm:pt>
    <dgm:pt modelId="{1C2FB118-EB2E-DE40-B78B-F3F177297F55}" type="sibTrans" cxnId="{E7C06A69-5216-4940-960D-9610A3F89777}">
      <dgm:prSet/>
      <dgm:spPr/>
      <dgm:t>
        <a:bodyPr/>
        <a:lstStyle/>
        <a:p>
          <a:endParaRPr lang="fr-CA"/>
        </a:p>
      </dgm:t>
    </dgm:pt>
    <dgm:pt modelId="{BFBE898E-95A7-304B-ACBC-9C97891906A0}">
      <dgm:prSet/>
      <dgm:spPr/>
      <dgm:t>
        <a:bodyPr/>
        <a:lstStyle/>
        <a:p>
          <a:r>
            <a:rPr lang="fr-FR"/>
            <a:t>L’expression</a:t>
          </a:r>
          <a:r>
            <a:rPr lang="fr-FR" b="1"/>
            <a:t> itération </a:t>
          </a:r>
          <a:r>
            <a:rPr lang="fr-FR"/>
            <a:t>est exécutée au début de chaque nouvelle itération après la première</a:t>
          </a:r>
          <a:endParaRPr lang="fr-CA"/>
        </a:p>
      </dgm:t>
    </dgm:pt>
    <dgm:pt modelId="{5107E5E9-FFEB-244F-84F5-942A39464590}" type="parTrans" cxnId="{61002C82-DA82-4B4F-977D-29AEB6A1BC5B}">
      <dgm:prSet/>
      <dgm:spPr/>
      <dgm:t>
        <a:bodyPr/>
        <a:lstStyle/>
        <a:p>
          <a:endParaRPr lang="fr-CA"/>
        </a:p>
      </dgm:t>
    </dgm:pt>
    <dgm:pt modelId="{D96E48CA-7ADB-EB42-84CD-D4680B56392D}" type="sibTrans" cxnId="{61002C82-DA82-4B4F-977D-29AEB6A1BC5B}">
      <dgm:prSet/>
      <dgm:spPr/>
      <dgm:t>
        <a:bodyPr/>
        <a:lstStyle/>
        <a:p>
          <a:endParaRPr lang="fr-CA"/>
        </a:p>
      </dgm:t>
    </dgm:pt>
    <dgm:pt modelId="{2923CE90-49D2-434F-BA63-41A23B240D04}">
      <dgm:prSet/>
      <dgm:spPr/>
      <dgm:t>
        <a:bodyPr/>
        <a:lstStyle/>
        <a:p>
          <a:r>
            <a:rPr lang="fr-FR"/>
            <a:t>L’expression </a:t>
          </a:r>
          <a:r>
            <a:rPr lang="fr-FR" b="1"/>
            <a:t>itération</a:t>
          </a:r>
          <a:r>
            <a:rPr lang="fr-FR"/>
            <a:t> met à jour la variable après chaque exécution du bloc, souvent en incrémentation </a:t>
          </a:r>
          <a:endParaRPr lang="fr-CA"/>
        </a:p>
      </dgm:t>
    </dgm:pt>
    <dgm:pt modelId="{B17D5866-D143-FF4B-BC0B-8103999322D6}" type="parTrans" cxnId="{0FA9694F-F451-FF41-96F7-5C0021DDF877}">
      <dgm:prSet/>
      <dgm:spPr/>
      <dgm:t>
        <a:bodyPr/>
        <a:lstStyle/>
        <a:p>
          <a:endParaRPr lang="fr-CA"/>
        </a:p>
      </dgm:t>
    </dgm:pt>
    <dgm:pt modelId="{CD10B8E3-0764-8C4B-8E56-DB1938B2EA2F}" type="sibTrans" cxnId="{0FA9694F-F451-FF41-96F7-5C0021DDF877}">
      <dgm:prSet/>
      <dgm:spPr/>
      <dgm:t>
        <a:bodyPr/>
        <a:lstStyle/>
        <a:p>
          <a:endParaRPr lang="fr-CA"/>
        </a:p>
      </dgm:t>
    </dgm:pt>
    <dgm:pt modelId="{5D52F3CC-8C4E-0446-A973-CC36756B781F}">
      <dgm:prSet/>
      <dgm:spPr/>
      <dgm:t>
        <a:bodyPr/>
        <a:lstStyle/>
        <a:p>
          <a:r>
            <a:rPr lang="fr-FR"/>
            <a:t>L’instruction </a:t>
          </a:r>
          <a:r>
            <a:rPr lang="fr-FR" b="1"/>
            <a:t>continue</a:t>
          </a:r>
          <a:r>
            <a:rPr lang="fr-FR"/>
            <a:t> interrompt immédiatement l’itération courante et passe à la suivante, sans exécuter le reste du bloc de la boucle</a:t>
          </a:r>
          <a:endParaRPr lang="fr-CA"/>
        </a:p>
      </dgm:t>
    </dgm:pt>
    <dgm:pt modelId="{F6253A76-9FE9-7B48-9783-6F8796F743FA}" type="parTrans" cxnId="{59FEFB3D-B062-8C4C-834D-C4CB22FE996C}">
      <dgm:prSet/>
      <dgm:spPr/>
      <dgm:t>
        <a:bodyPr/>
        <a:lstStyle/>
        <a:p>
          <a:endParaRPr lang="fr-CA"/>
        </a:p>
      </dgm:t>
    </dgm:pt>
    <dgm:pt modelId="{6FD86B1D-82AA-494D-9F5A-F7487D4F17CC}" type="sibTrans" cxnId="{59FEFB3D-B062-8C4C-834D-C4CB22FE996C}">
      <dgm:prSet/>
      <dgm:spPr/>
      <dgm:t>
        <a:bodyPr/>
        <a:lstStyle/>
        <a:p>
          <a:endParaRPr lang="fr-CA"/>
        </a:p>
      </dgm:t>
    </dgm:pt>
    <dgm:pt modelId="{79403821-B159-FA4F-846E-C9FB8564816D}">
      <dgm:prSet/>
      <dgm:spPr/>
      <dgm:t>
        <a:bodyPr/>
        <a:lstStyle/>
        <a:p>
          <a:r>
            <a:rPr lang="fr-FR"/>
            <a:t>Le rôle de </a:t>
          </a:r>
          <a:r>
            <a:rPr lang="fr-FR" b="1"/>
            <a:t>continue</a:t>
          </a:r>
          <a:r>
            <a:rPr lang="fr-FR"/>
            <a:t> est donc de filtrer les itérations non désirées de manière concise</a:t>
          </a:r>
          <a:endParaRPr lang="fr-CA"/>
        </a:p>
      </dgm:t>
    </dgm:pt>
    <dgm:pt modelId="{F342D3A1-01E9-4A4A-A84A-F5AB267E701C}" type="parTrans" cxnId="{FC8CE07C-9838-EB43-BD06-447682F27968}">
      <dgm:prSet/>
      <dgm:spPr/>
      <dgm:t>
        <a:bodyPr/>
        <a:lstStyle/>
        <a:p>
          <a:endParaRPr lang="fr-CA"/>
        </a:p>
      </dgm:t>
    </dgm:pt>
    <dgm:pt modelId="{6E4F0FA6-9E0D-5840-98BB-CB04F07CB0F5}" type="sibTrans" cxnId="{FC8CE07C-9838-EB43-BD06-447682F27968}">
      <dgm:prSet/>
      <dgm:spPr/>
      <dgm:t>
        <a:bodyPr/>
        <a:lstStyle/>
        <a:p>
          <a:endParaRPr lang="fr-CA"/>
        </a:p>
      </dgm:t>
    </dgm:pt>
    <dgm:pt modelId="{4E5929E6-29EE-2F46-B6D2-A9AD00956A57}" type="pres">
      <dgm:prSet presAssocID="{D85A7BDD-702E-2A46-A229-873D21F117EE}" presName="linear" presStyleCnt="0">
        <dgm:presLayoutVars>
          <dgm:animLvl val="lvl"/>
          <dgm:resizeHandles val="exact"/>
        </dgm:presLayoutVars>
      </dgm:prSet>
      <dgm:spPr/>
    </dgm:pt>
    <dgm:pt modelId="{D9A81018-9F39-7A44-B7A9-B948666A1DA5}" type="pres">
      <dgm:prSet presAssocID="{5415C0D2-6D4B-8F44-976B-197DAA2AA3EE}" presName="parentText" presStyleLbl="node1" presStyleIdx="0" presStyleCnt="7">
        <dgm:presLayoutVars>
          <dgm:chMax val="0"/>
          <dgm:bulletEnabled val="1"/>
        </dgm:presLayoutVars>
      </dgm:prSet>
      <dgm:spPr/>
    </dgm:pt>
    <dgm:pt modelId="{336B0816-489B-1642-9313-D573BE0A3EC3}" type="pres">
      <dgm:prSet presAssocID="{C93C775B-53DB-4F4A-BF2E-EEF10BD69487}" presName="spacer" presStyleCnt="0"/>
      <dgm:spPr/>
    </dgm:pt>
    <dgm:pt modelId="{C2157FC7-8ACF-C94A-AEAD-4DB7048A0DA9}" type="pres">
      <dgm:prSet presAssocID="{C39A8ED2-1E90-524D-A510-31DD5CD842D9}" presName="parentText" presStyleLbl="node1" presStyleIdx="1" presStyleCnt="7">
        <dgm:presLayoutVars>
          <dgm:chMax val="0"/>
          <dgm:bulletEnabled val="1"/>
        </dgm:presLayoutVars>
      </dgm:prSet>
      <dgm:spPr/>
    </dgm:pt>
    <dgm:pt modelId="{060DEFFB-9389-D747-BFD0-04FB76BA82C0}" type="pres">
      <dgm:prSet presAssocID="{AF4FDDBF-3BC5-0B42-86D1-AC22D85BBD3B}" presName="spacer" presStyleCnt="0"/>
      <dgm:spPr/>
    </dgm:pt>
    <dgm:pt modelId="{C99994EE-9A09-6440-9504-65B24C9D38C7}" type="pres">
      <dgm:prSet presAssocID="{17B920EB-07A6-114D-B6D2-E1B3211FB23D}" presName="parentText" presStyleLbl="node1" presStyleIdx="2" presStyleCnt="7">
        <dgm:presLayoutVars>
          <dgm:chMax val="0"/>
          <dgm:bulletEnabled val="1"/>
        </dgm:presLayoutVars>
      </dgm:prSet>
      <dgm:spPr/>
    </dgm:pt>
    <dgm:pt modelId="{E56D5449-8D06-9F45-9BD0-72DA7A0B2FDD}" type="pres">
      <dgm:prSet presAssocID="{1C2FB118-EB2E-DE40-B78B-F3F177297F55}" presName="spacer" presStyleCnt="0"/>
      <dgm:spPr/>
    </dgm:pt>
    <dgm:pt modelId="{1CA649A5-43AC-3142-A420-9E26DBA8DB38}" type="pres">
      <dgm:prSet presAssocID="{BFBE898E-95A7-304B-ACBC-9C97891906A0}" presName="parentText" presStyleLbl="node1" presStyleIdx="3" presStyleCnt="7">
        <dgm:presLayoutVars>
          <dgm:chMax val="0"/>
          <dgm:bulletEnabled val="1"/>
        </dgm:presLayoutVars>
      </dgm:prSet>
      <dgm:spPr/>
    </dgm:pt>
    <dgm:pt modelId="{86B7CE93-9527-3445-B135-A3C6A6B35F44}" type="pres">
      <dgm:prSet presAssocID="{D96E48CA-7ADB-EB42-84CD-D4680B56392D}" presName="spacer" presStyleCnt="0"/>
      <dgm:spPr/>
    </dgm:pt>
    <dgm:pt modelId="{5557D8F1-BE3A-BE40-8AF1-E833B3F35F6C}" type="pres">
      <dgm:prSet presAssocID="{2923CE90-49D2-434F-BA63-41A23B240D04}" presName="parentText" presStyleLbl="node1" presStyleIdx="4" presStyleCnt="7">
        <dgm:presLayoutVars>
          <dgm:chMax val="0"/>
          <dgm:bulletEnabled val="1"/>
        </dgm:presLayoutVars>
      </dgm:prSet>
      <dgm:spPr/>
    </dgm:pt>
    <dgm:pt modelId="{90EC88FC-2F19-3E43-AA52-927DADE3D8D7}" type="pres">
      <dgm:prSet presAssocID="{CD10B8E3-0764-8C4B-8E56-DB1938B2EA2F}" presName="spacer" presStyleCnt="0"/>
      <dgm:spPr/>
    </dgm:pt>
    <dgm:pt modelId="{107599FC-CB04-934E-B62B-056C619B72EA}" type="pres">
      <dgm:prSet presAssocID="{5D52F3CC-8C4E-0446-A973-CC36756B781F}" presName="parentText" presStyleLbl="node1" presStyleIdx="5" presStyleCnt="7">
        <dgm:presLayoutVars>
          <dgm:chMax val="0"/>
          <dgm:bulletEnabled val="1"/>
        </dgm:presLayoutVars>
      </dgm:prSet>
      <dgm:spPr/>
    </dgm:pt>
    <dgm:pt modelId="{F96A6DA9-F499-B546-B3A7-5082B8A199A9}" type="pres">
      <dgm:prSet presAssocID="{6FD86B1D-82AA-494D-9F5A-F7487D4F17CC}" presName="spacer" presStyleCnt="0"/>
      <dgm:spPr/>
    </dgm:pt>
    <dgm:pt modelId="{E73B9DB1-EC0C-5A42-8CFA-DEBA9B09CE79}" type="pres">
      <dgm:prSet presAssocID="{79403821-B159-FA4F-846E-C9FB8564816D}" presName="parentText" presStyleLbl="node1" presStyleIdx="6" presStyleCnt="7">
        <dgm:presLayoutVars>
          <dgm:chMax val="0"/>
          <dgm:bulletEnabled val="1"/>
        </dgm:presLayoutVars>
      </dgm:prSet>
      <dgm:spPr/>
    </dgm:pt>
  </dgm:ptLst>
  <dgm:cxnLst>
    <dgm:cxn modelId="{ED33D202-7D7A-7A49-8FA9-9BB0629BADA8}" type="presOf" srcId="{C39A8ED2-1E90-524D-A510-31DD5CD842D9}" destId="{C2157FC7-8ACF-C94A-AEAD-4DB7048A0DA9}" srcOrd="0" destOrd="0" presId="urn:microsoft.com/office/officeart/2005/8/layout/vList2"/>
    <dgm:cxn modelId="{55797B0E-9BAE-A843-9D80-45758CCF5821}" type="presOf" srcId="{17B920EB-07A6-114D-B6D2-E1B3211FB23D}" destId="{C99994EE-9A09-6440-9504-65B24C9D38C7}" srcOrd="0" destOrd="0" presId="urn:microsoft.com/office/officeart/2005/8/layout/vList2"/>
    <dgm:cxn modelId="{00770812-0D69-674C-A4F3-1369CAA80580}" type="presOf" srcId="{2923CE90-49D2-434F-BA63-41A23B240D04}" destId="{5557D8F1-BE3A-BE40-8AF1-E833B3F35F6C}" srcOrd="0" destOrd="0" presId="urn:microsoft.com/office/officeart/2005/8/layout/vList2"/>
    <dgm:cxn modelId="{C93E6513-4F1A-134D-AE51-1D679976CE66}" type="presOf" srcId="{5D52F3CC-8C4E-0446-A973-CC36756B781F}" destId="{107599FC-CB04-934E-B62B-056C619B72EA}" srcOrd="0" destOrd="0" presId="urn:microsoft.com/office/officeart/2005/8/layout/vList2"/>
    <dgm:cxn modelId="{59FEFB3D-B062-8C4C-834D-C4CB22FE996C}" srcId="{D85A7BDD-702E-2A46-A229-873D21F117EE}" destId="{5D52F3CC-8C4E-0446-A973-CC36756B781F}" srcOrd="5" destOrd="0" parTransId="{F6253A76-9FE9-7B48-9783-6F8796F743FA}" sibTransId="{6FD86B1D-82AA-494D-9F5A-F7487D4F17CC}"/>
    <dgm:cxn modelId="{E02ED846-20F2-5E4F-84E2-8170F3EC5787}" srcId="{D85A7BDD-702E-2A46-A229-873D21F117EE}" destId="{5415C0D2-6D4B-8F44-976B-197DAA2AA3EE}" srcOrd="0" destOrd="0" parTransId="{0D223C45-B912-C84C-BAC1-7EB92F8F808B}" sibTransId="{C93C775B-53DB-4F4A-BF2E-EEF10BD69487}"/>
    <dgm:cxn modelId="{0FA9694F-F451-FF41-96F7-5C0021DDF877}" srcId="{D85A7BDD-702E-2A46-A229-873D21F117EE}" destId="{2923CE90-49D2-434F-BA63-41A23B240D04}" srcOrd="4" destOrd="0" parTransId="{B17D5866-D143-FF4B-BC0B-8103999322D6}" sibTransId="{CD10B8E3-0764-8C4B-8E56-DB1938B2EA2F}"/>
    <dgm:cxn modelId="{E7C06A69-5216-4940-960D-9610A3F89777}" srcId="{D85A7BDD-702E-2A46-A229-873D21F117EE}" destId="{17B920EB-07A6-114D-B6D2-E1B3211FB23D}" srcOrd="2" destOrd="0" parTransId="{6AE71D47-2775-2C42-8E70-8B9B0F159ABE}" sibTransId="{1C2FB118-EB2E-DE40-B78B-F3F177297F55}"/>
    <dgm:cxn modelId="{7D444175-DE91-E349-948D-DAA2091B2CBF}" type="presOf" srcId="{D85A7BDD-702E-2A46-A229-873D21F117EE}" destId="{4E5929E6-29EE-2F46-B6D2-A9AD00956A57}" srcOrd="0" destOrd="0" presId="urn:microsoft.com/office/officeart/2005/8/layout/vList2"/>
    <dgm:cxn modelId="{5F64DA78-5C0D-C546-928E-03B725C686D1}" type="presOf" srcId="{79403821-B159-FA4F-846E-C9FB8564816D}" destId="{E73B9DB1-EC0C-5A42-8CFA-DEBA9B09CE79}" srcOrd="0" destOrd="0" presId="urn:microsoft.com/office/officeart/2005/8/layout/vList2"/>
    <dgm:cxn modelId="{FC8CE07C-9838-EB43-BD06-447682F27968}" srcId="{D85A7BDD-702E-2A46-A229-873D21F117EE}" destId="{79403821-B159-FA4F-846E-C9FB8564816D}" srcOrd="6" destOrd="0" parTransId="{F342D3A1-01E9-4A4A-A84A-F5AB267E701C}" sibTransId="{6E4F0FA6-9E0D-5840-98BB-CB04F07CB0F5}"/>
    <dgm:cxn modelId="{0B31AA7E-AD8A-CE4C-B72E-41AD25226E09}" srcId="{D85A7BDD-702E-2A46-A229-873D21F117EE}" destId="{C39A8ED2-1E90-524D-A510-31DD5CD842D9}" srcOrd="1" destOrd="0" parTransId="{0CD70A13-44AC-C44A-A4A8-F168C862EC84}" sibTransId="{AF4FDDBF-3BC5-0B42-86D1-AC22D85BBD3B}"/>
    <dgm:cxn modelId="{61002C82-DA82-4B4F-977D-29AEB6A1BC5B}" srcId="{D85A7BDD-702E-2A46-A229-873D21F117EE}" destId="{BFBE898E-95A7-304B-ACBC-9C97891906A0}" srcOrd="3" destOrd="0" parTransId="{5107E5E9-FFEB-244F-84F5-942A39464590}" sibTransId="{D96E48CA-7ADB-EB42-84CD-D4680B56392D}"/>
    <dgm:cxn modelId="{24E0AF9A-81BD-4D4C-9097-4DEB36153CF7}" type="presOf" srcId="{5415C0D2-6D4B-8F44-976B-197DAA2AA3EE}" destId="{D9A81018-9F39-7A44-B7A9-B948666A1DA5}" srcOrd="0" destOrd="0" presId="urn:microsoft.com/office/officeart/2005/8/layout/vList2"/>
    <dgm:cxn modelId="{D616CAB6-893E-8842-A2C1-98D62DF79244}" type="presOf" srcId="{BFBE898E-95A7-304B-ACBC-9C97891906A0}" destId="{1CA649A5-43AC-3142-A420-9E26DBA8DB38}" srcOrd="0" destOrd="0" presId="urn:microsoft.com/office/officeart/2005/8/layout/vList2"/>
    <dgm:cxn modelId="{2E7E828C-4625-4347-9E9D-50FFA032B876}" type="presParOf" srcId="{4E5929E6-29EE-2F46-B6D2-A9AD00956A57}" destId="{D9A81018-9F39-7A44-B7A9-B948666A1DA5}" srcOrd="0" destOrd="0" presId="urn:microsoft.com/office/officeart/2005/8/layout/vList2"/>
    <dgm:cxn modelId="{19FB9C0B-A606-204B-97D0-2EA555790B29}" type="presParOf" srcId="{4E5929E6-29EE-2F46-B6D2-A9AD00956A57}" destId="{336B0816-489B-1642-9313-D573BE0A3EC3}" srcOrd="1" destOrd="0" presId="urn:microsoft.com/office/officeart/2005/8/layout/vList2"/>
    <dgm:cxn modelId="{2BFD0724-E1AD-E845-A589-302006B184AE}" type="presParOf" srcId="{4E5929E6-29EE-2F46-B6D2-A9AD00956A57}" destId="{C2157FC7-8ACF-C94A-AEAD-4DB7048A0DA9}" srcOrd="2" destOrd="0" presId="urn:microsoft.com/office/officeart/2005/8/layout/vList2"/>
    <dgm:cxn modelId="{EACDEB8A-08D4-5140-9DC8-96DC9519AC02}" type="presParOf" srcId="{4E5929E6-29EE-2F46-B6D2-A9AD00956A57}" destId="{060DEFFB-9389-D747-BFD0-04FB76BA82C0}" srcOrd="3" destOrd="0" presId="urn:microsoft.com/office/officeart/2005/8/layout/vList2"/>
    <dgm:cxn modelId="{77ECA0E3-83D4-F94B-8EF4-A82F1BFB7425}" type="presParOf" srcId="{4E5929E6-29EE-2F46-B6D2-A9AD00956A57}" destId="{C99994EE-9A09-6440-9504-65B24C9D38C7}" srcOrd="4" destOrd="0" presId="urn:microsoft.com/office/officeart/2005/8/layout/vList2"/>
    <dgm:cxn modelId="{D0666B6D-4F23-A94E-85A0-78549ABB5DD0}" type="presParOf" srcId="{4E5929E6-29EE-2F46-B6D2-A9AD00956A57}" destId="{E56D5449-8D06-9F45-9BD0-72DA7A0B2FDD}" srcOrd="5" destOrd="0" presId="urn:microsoft.com/office/officeart/2005/8/layout/vList2"/>
    <dgm:cxn modelId="{0E1EC62B-C56A-B94D-B339-F43C7773FFFB}" type="presParOf" srcId="{4E5929E6-29EE-2F46-B6D2-A9AD00956A57}" destId="{1CA649A5-43AC-3142-A420-9E26DBA8DB38}" srcOrd="6" destOrd="0" presId="urn:microsoft.com/office/officeart/2005/8/layout/vList2"/>
    <dgm:cxn modelId="{122602D6-B996-A941-ABDE-49D8F619D955}" type="presParOf" srcId="{4E5929E6-29EE-2F46-B6D2-A9AD00956A57}" destId="{86B7CE93-9527-3445-B135-A3C6A6B35F44}" srcOrd="7" destOrd="0" presId="urn:microsoft.com/office/officeart/2005/8/layout/vList2"/>
    <dgm:cxn modelId="{2FE5DFDF-9C78-1345-BE13-8FCF1437A8D3}" type="presParOf" srcId="{4E5929E6-29EE-2F46-B6D2-A9AD00956A57}" destId="{5557D8F1-BE3A-BE40-8AF1-E833B3F35F6C}" srcOrd="8" destOrd="0" presId="urn:microsoft.com/office/officeart/2005/8/layout/vList2"/>
    <dgm:cxn modelId="{D1AE8997-D2A4-3E4E-962D-3EE926A96D35}" type="presParOf" srcId="{4E5929E6-29EE-2F46-B6D2-A9AD00956A57}" destId="{90EC88FC-2F19-3E43-AA52-927DADE3D8D7}" srcOrd="9" destOrd="0" presId="urn:microsoft.com/office/officeart/2005/8/layout/vList2"/>
    <dgm:cxn modelId="{B36A11DE-A159-0D4C-91DB-4DF45197A139}" type="presParOf" srcId="{4E5929E6-29EE-2F46-B6D2-A9AD00956A57}" destId="{107599FC-CB04-934E-B62B-056C619B72EA}" srcOrd="10" destOrd="0" presId="urn:microsoft.com/office/officeart/2005/8/layout/vList2"/>
    <dgm:cxn modelId="{F568A7B8-FC44-4B4F-A262-8D67A3C7A14C}" type="presParOf" srcId="{4E5929E6-29EE-2F46-B6D2-A9AD00956A57}" destId="{F96A6DA9-F499-B546-B3A7-5082B8A199A9}" srcOrd="11" destOrd="0" presId="urn:microsoft.com/office/officeart/2005/8/layout/vList2"/>
    <dgm:cxn modelId="{760121C9-836F-F042-8AFD-738D99D91E2D}" type="presParOf" srcId="{4E5929E6-29EE-2F46-B6D2-A9AD00956A57}" destId="{E73B9DB1-EC0C-5A42-8CFA-DEBA9B09CE79}"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4164077-3B2C-4CD9-BE30-408E7DBF9F0C}" type="doc">
      <dgm:prSet loTypeId="urn:microsoft.com/office/officeart/2016/7/layout/VerticalSolidActionList" loCatId="List" qsTypeId="urn:microsoft.com/office/officeart/2005/8/quickstyle/simple4" qsCatId="simple" csTypeId="urn:microsoft.com/office/officeart/2005/8/colors/colorful1" csCatId="colorful"/>
      <dgm:spPr/>
      <dgm:t>
        <a:bodyPr/>
        <a:lstStyle/>
        <a:p>
          <a:endParaRPr lang="en-US"/>
        </a:p>
      </dgm:t>
    </dgm:pt>
    <dgm:pt modelId="{9598F8D6-B6AB-413D-93D8-DABCDAA5831D}">
      <dgm:prSet/>
      <dgm:spPr/>
      <dgm:t>
        <a:bodyPr/>
        <a:lstStyle/>
        <a:p>
          <a:r>
            <a:rPr lang="fr-FR"/>
            <a:t>Boucle for : </a:t>
          </a:r>
          <a:endParaRPr lang="en-US"/>
        </a:p>
      </dgm:t>
    </dgm:pt>
    <dgm:pt modelId="{F2BFF0C0-C04F-46D0-8C88-84CB9CBC6C6F}" type="parTrans" cxnId="{22C00529-CDCA-46AC-AE50-4F8D3F345941}">
      <dgm:prSet/>
      <dgm:spPr/>
      <dgm:t>
        <a:bodyPr/>
        <a:lstStyle/>
        <a:p>
          <a:endParaRPr lang="en-US"/>
        </a:p>
      </dgm:t>
    </dgm:pt>
    <dgm:pt modelId="{50852FCA-C3F7-4E37-A482-D508DC6CF6D8}" type="sibTrans" cxnId="{22C00529-CDCA-46AC-AE50-4F8D3F345941}">
      <dgm:prSet/>
      <dgm:spPr/>
      <dgm:t>
        <a:bodyPr/>
        <a:lstStyle/>
        <a:p>
          <a:endParaRPr lang="en-US"/>
        </a:p>
      </dgm:t>
    </dgm:pt>
    <dgm:pt modelId="{3FF775D3-7E03-4E4B-9C5D-D0B3DEFFCE9E}">
      <dgm:prSet/>
      <dgm:spPr/>
      <dgm:t>
        <a:bodyPr/>
        <a:lstStyle/>
        <a:p>
          <a:r>
            <a:rPr lang="fr-FR"/>
            <a:t>Lorsqu’on connait d’avance le nombre d’itération à effectuer</a:t>
          </a:r>
          <a:endParaRPr lang="en-US"/>
        </a:p>
      </dgm:t>
    </dgm:pt>
    <dgm:pt modelId="{7C11BC8C-B6D2-4240-A7E0-E8A91BB21410}" type="parTrans" cxnId="{29D3A7C1-EE67-4551-AA41-501B46B252C1}">
      <dgm:prSet/>
      <dgm:spPr/>
      <dgm:t>
        <a:bodyPr/>
        <a:lstStyle/>
        <a:p>
          <a:endParaRPr lang="en-US"/>
        </a:p>
      </dgm:t>
    </dgm:pt>
    <dgm:pt modelId="{1641BA8A-44AF-46C5-82D2-5C3AFF29ECEF}" type="sibTrans" cxnId="{29D3A7C1-EE67-4551-AA41-501B46B252C1}">
      <dgm:prSet/>
      <dgm:spPr/>
      <dgm:t>
        <a:bodyPr/>
        <a:lstStyle/>
        <a:p>
          <a:endParaRPr lang="en-US"/>
        </a:p>
      </dgm:t>
    </dgm:pt>
    <dgm:pt modelId="{9E25AB45-8846-4BCF-8D55-C35272FB7EF9}">
      <dgm:prSet/>
      <dgm:spPr/>
      <dgm:t>
        <a:bodyPr/>
        <a:lstStyle/>
        <a:p>
          <a:r>
            <a:rPr lang="fr-FR" dirty="0"/>
            <a:t>Idéal pour les situations où l’on a un compteur ou un indice qui évolue de façon prévisible</a:t>
          </a:r>
          <a:endParaRPr lang="en-US" dirty="0"/>
        </a:p>
      </dgm:t>
    </dgm:pt>
    <dgm:pt modelId="{31E0FA92-393D-4591-A5AF-05F1769BD1A0}" type="parTrans" cxnId="{528B8AF8-7B6C-4F03-9CDC-163A0FD5FAC5}">
      <dgm:prSet/>
      <dgm:spPr/>
      <dgm:t>
        <a:bodyPr/>
        <a:lstStyle/>
        <a:p>
          <a:endParaRPr lang="en-US"/>
        </a:p>
      </dgm:t>
    </dgm:pt>
    <dgm:pt modelId="{45CBCFD5-86CA-4D8D-B1CB-F196B196D817}" type="sibTrans" cxnId="{528B8AF8-7B6C-4F03-9CDC-163A0FD5FAC5}">
      <dgm:prSet/>
      <dgm:spPr/>
      <dgm:t>
        <a:bodyPr/>
        <a:lstStyle/>
        <a:p>
          <a:endParaRPr lang="en-US"/>
        </a:p>
      </dgm:t>
    </dgm:pt>
    <dgm:pt modelId="{C43E58B6-0A5C-4833-B163-00F66C49347F}">
      <dgm:prSet/>
      <dgm:spPr/>
      <dgm:t>
        <a:bodyPr/>
        <a:lstStyle/>
        <a:p>
          <a:r>
            <a:rPr lang="fr-FR"/>
            <a:t>Boucle while : </a:t>
          </a:r>
          <a:endParaRPr lang="en-US"/>
        </a:p>
      </dgm:t>
    </dgm:pt>
    <dgm:pt modelId="{EBDFED39-4294-4D64-B4E6-F1D69283B8F7}" type="parTrans" cxnId="{CB071F7A-F6CC-4881-A723-5DB904644C20}">
      <dgm:prSet/>
      <dgm:spPr/>
      <dgm:t>
        <a:bodyPr/>
        <a:lstStyle/>
        <a:p>
          <a:endParaRPr lang="en-US"/>
        </a:p>
      </dgm:t>
    </dgm:pt>
    <dgm:pt modelId="{4F011C79-050B-4581-84B2-29A7F8B8AC35}" type="sibTrans" cxnId="{CB071F7A-F6CC-4881-A723-5DB904644C20}">
      <dgm:prSet/>
      <dgm:spPr/>
      <dgm:t>
        <a:bodyPr/>
        <a:lstStyle/>
        <a:p>
          <a:endParaRPr lang="en-US"/>
        </a:p>
      </dgm:t>
    </dgm:pt>
    <dgm:pt modelId="{37287840-DEBA-4729-B563-9C934EC9940F}">
      <dgm:prSet/>
      <dgm:spPr/>
      <dgm:t>
        <a:bodyPr/>
        <a:lstStyle/>
        <a:p>
          <a:r>
            <a:rPr lang="fr-FR"/>
            <a:t>Lorsqu’on ne connait pas à l’avance le nombre d’itération mais qu’on souhaite répéter une action tant qu’une condition est vrai </a:t>
          </a:r>
          <a:endParaRPr lang="en-US"/>
        </a:p>
      </dgm:t>
    </dgm:pt>
    <dgm:pt modelId="{FF237114-31DF-43CB-B49A-BBCD5AEC306C}" type="parTrans" cxnId="{5CDF30B4-F7B8-47DA-911D-20D8EB141A4C}">
      <dgm:prSet/>
      <dgm:spPr/>
      <dgm:t>
        <a:bodyPr/>
        <a:lstStyle/>
        <a:p>
          <a:endParaRPr lang="en-US"/>
        </a:p>
      </dgm:t>
    </dgm:pt>
    <dgm:pt modelId="{337D2D36-16B3-4050-A050-AEB35269BC86}" type="sibTrans" cxnId="{5CDF30B4-F7B8-47DA-911D-20D8EB141A4C}">
      <dgm:prSet/>
      <dgm:spPr/>
      <dgm:t>
        <a:bodyPr/>
        <a:lstStyle/>
        <a:p>
          <a:endParaRPr lang="en-US"/>
        </a:p>
      </dgm:t>
    </dgm:pt>
    <dgm:pt modelId="{2FEB65C0-12AE-4E25-A1B3-8D88DC71C8DC}">
      <dgm:prSet/>
      <dgm:spPr/>
      <dgm:t>
        <a:bodyPr/>
        <a:lstStyle/>
        <a:p>
          <a:r>
            <a:rPr lang="fr-FR"/>
            <a:t>Cas type de la lecture d’entrée jusqu’à une valeur sentinelle ou d’un processus qui doit s’arrêter dès qu’une condition est remplie</a:t>
          </a:r>
          <a:endParaRPr lang="en-US"/>
        </a:p>
      </dgm:t>
    </dgm:pt>
    <dgm:pt modelId="{12D1849C-45C4-42B8-ABEB-11D8146D9AA2}" type="parTrans" cxnId="{2D57AF6D-4FDB-41A7-8212-AA9922F7DCEF}">
      <dgm:prSet/>
      <dgm:spPr/>
      <dgm:t>
        <a:bodyPr/>
        <a:lstStyle/>
        <a:p>
          <a:endParaRPr lang="en-US"/>
        </a:p>
      </dgm:t>
    </dgm:pt>
    <dgm:pt modelId="{0AFC3119-071F-4BF6-9625-C41E992424FB}" type="sibTrans" cxnId="{2D57AF6D-4FDB-41A7-8212-AA9922F7DCEF}">
      <dgm:prSet/>
      <dgm:spPr/>
      <dgm:t>
        <a:bodyPr/>
        <a:lstStyle/>
        <a:p>
          <a:endParaRPr lang="en-US"/>
        </a:p>
      </dgm:t>
    </dgm:pt>
    <dgm:pt modelId="{09118985-532F-47FA-927E-EF2D990BACF6}">
      <dgm:prSet/>
      <dgm:spPr/>
      <dgm:t>
        <a:bodyPr/>
        <a:lstStyle/>
        <a:p>
          <a:r>
            <a:rPr lang="fr-FR"/>
            <a:t>Boucle do…while : </a:t>
          </a:r>
          <a:endParaRPr lang="en-US"/>
        </a:p>
      </dgm:t>
    </dgm:pt>
    <dgm:pt modelId="{D8D537FE-8391-4DAC-BB93-35BD5463A48E}" type="parTrans" cxnId="{455F90A1-3F66-472A-9794-EA5E14265218}">
      <dgm:prSet/>
      <dgm:spPr/>
      <dgm:t>
        <a:bodyPr/>
        <a:lstStyle/>
        <a:p>
          <a:endParaRPr lang="en-US"/>
        </a:p>
      </dgm:t>
    </dgm:pt>
    <dgm:pt modelId="{1CEB41C2-8759-4C22-8B4A-528DB37C59E1}" type="sibTrans" cxnId="{455F90A1-3F66-472A-9794-EA5E14265218}">
      <dgm:prSet/>
      <dgm:spPr/>
      <dgm:t>
        <a:bodyPr/>
        <a:lstStyle/>
        <a:p>
          <a:endParaRPr lang="en-US"/>
        </a:p>
      </dgm:t>
    </dgm:pt>
    <dgm:pt modelId="{C82147D6-CAD2-45AC-8997-E1A81DC9CA5D}">
      <dgm:prSet/>
      <dgm:spPr/>
      <dgm:t>
        <a:bodyPr/>
        <a:lstStyle/>
        <a:p>
          <a:r>
            <a:rPr lang="fr-FR"/>
            <a:t>Lorsqu’on veut que le bloc d’instructions soit exécuté au moins une fois, peu importe la condition </a:t>
          </a:r>
          <a:endParaRPr lang="en-US"/>
        </a:p>
      </dgm:t>
    </dgm:pt>
    <dgm:pt modelId="{9D19AECF-A2ED-491F-A477-72105897975D}" type="parTrans" cxnId="{6D6C1BD7-D8F5-4422-9E65-D9A174842706}">
      <dgm:prSet/>
      <dgm:spPr/>
      <dgm:t>
        <a:bodyPr/>
        <a:lstStyle/>
        <a:p>
          <a:endParaRPr lang="en-US"/>
        </a:p>
      </dgm:t>
    </dgm:pt>
    <dgm:pt modelId="{4CA34406-610B-4C41-89C3-D678D7279254}" type="sibTrans" cxnId="{6D6C1BD7-D8F5-4422-9E65-D9A174842706}">
      <dgm:prSet/>
      <dgm:spPr/>
      <dgm:t>
        <a:bodyPr/>
        <a:lstStyle/>
        <a:p>
          <a:endParaRPr lang="en-US"/>
        </a:p>
      </dgm:t>
    </dgm:pt>
    <dgm:pt modelId="{29A53575-AD63-6544-815E-440B3FB2C3F8}" type="pres">
      <dgm:prSet presAssocID="{64164077-3B2C-4CD9-BE30-408E7DBF9F0C}" presName="Name0" presStyleCnt="0">
        <dgm:presLayoutVars>
          <dgm:dir/>
          <dgm:animLvl val="lvl"/>
          <dgm:resizeHandles val="exact"/>
        </dgm:presLayoutVars>
      </dgm:prSet>
      <dgm:spPr/>
    </dgm:pt>
    <dgm:pt modelId="{05B5485A-000E-E84E-90BA-2F081A9FB613}" type="pres">
      <dgm:prSet presAssocID="{9598F8D6-B6AB-413D-93D8-DABCDAA5831D}" presName="linNode" presStyleCnt="0"/>
      <dgm:spPr/>
    </dgm:pt>
    <dgm:pt modelId="{0C371D09-23F5-B14B-9A65-9DC400251174}" type="pres">
      <dgm:prSet presAssocID="{9598F8D6-B6AB-413D-93D8-DABCDAA5831D}" presName="parentText" presStyleLbl="alignNode1" presStyleIdx="0" presStyleCnt="3">
        <dgm:presLayoutVars>
          <dgm:chMax val="1"/>
          <dgm:bulletEnabled/>
        </dgm:presLayoutVars>
      </dgm:prSet>
      <dgm:spPr/>
    </dgm:pt>
    <dgm:pt modelId="{9C0550AB-1AE0-4542-9545-27CA48B181B1}" type="pres">
      <dgm:prSet presAssocID="{9598F8D6-B6AB-413D-93D8-DABCDAA5831D}" presName="descendantText" presStyleLbl="alignAccFollowNode1" presStyleIdx="0" presStyleCnt="3">
        <dgm:presLayoutVars>
          <dgm:bulletEnabled/>
        </dgm:presLayoutVars>
      </dgm:prSet>
      <dgm:spPr/>
    </dgm:pt>
    <dgm:pt modelId="{0627E8FF-9368-074C-94E2-DAC65E7B39E3}" type="pres">
      <dgm:prSet presAssocID="{50852FCA-C3F7-4E37-A482-D508DC6CF6D8}" presName="sp" presStyleCnt="0"/>
      <dgm:spPr/>
    </dgm:pt>
    <dgm:pt modelId="{746084B5-559E-7740-A3B6-54D2234E4F72}" type="pres">
      <dgm:prSet presAssocID="{C43E58B6-0A5C-4833-B163-00F66C49347F}" presName="linNode" presStyleCnt="0"/>
      <dgm:spPr/>
    </dgm:pt>
    <dgm:pt modelId="{A1367DFB-7742-EB4F-86E8-DA068C0DC105}" type="pres">
      <dgm:prSet presAssocID="{C43E58B6-0A5C-4833-B163-00F66C49347F}" presName="parentText" presStyleLbl="alignNode1" presStyleIdx="1" presStyleCnt="3">
        <dgm:presLayoutVars>
          <dgm:chMax val="1"/>
          <dgm:bulletEnabled/>
        </dgm:presLayoutVars>
      </dgm:prSet>
      <dgm:spPr/>
    </dgm:pt>
    <dgm:pt modelId="{6FE7E81D-7A66-214B-A97F-4C6B6AF2DFB2}" type="pres">
      <dgm:prSet presAssocID="{C43E58B6-0A5C-4833-B163-00F66C49347F}" presName="descendantText" presStyleLbl="alignAccFollowNode1" presStyleIdx="1" presStyleCnt="3">
        <dgm:presLayoutVars>
          <dgm:bulletEnabled/>
        </dgm:presLayoutVars>
      </dgm:prSet>
      <dgm:spPr/>
    </dgm:pt>
    <dgm:pt modelId="{C5C68814-D100-3D4A-8907-7486ED7FCEDD}" type="pres">
      <dgm:prSet presAssocID="{4F011C79-050B-4581-84B2-29A7F8B8AC35}" presName="sp" presStyleCnt="0"/>
      <dgm:spPr/>
    </dgm:pt>
    <dgm:pt modelId="{CB93202B-187A-0446-AA95-56FECB9AB6D4}" type="pres">
      <dgm:prSet presAssocID="{09118985-532F-47FA-927E-EF2D990BACF6}" presName="linNode" presStyleCnt="0"/>
      <dgm:spPr/>
    </dgm:pt>
    <dgm:pt modelId="{6B5CF2AB-6E91-8740-9354-529A512D1A9A}" type="pres">
      <dgm:prSet presAssocID="{09118985-532F-47FA-927E-EF2D990BACF6}" presName="parentText" presStyleLbl="alignNode1" presStyleIdx="2" presStyleCnt="3">
        <dgm:presLayoutVars>
          <dgm:chMax val="1"/>
          <dgm:bulletEnabled/>
        </dgm:presLayoutVars>
      </dgm:prSet>
      <dgm:spPr/>
    </dgm:pt>
    <dgm:pt modelId="{AF495BC2-3A1E-7E4A-9EA4-E6CB82A78812}" type="pres">
      <dgm:prSet presAssocID="{09118985-532F-47FA-927E-EF2D990BACF6}" presName="descendantText" presStyleLbl="alignAccFollowNode1" presStyleIdx="2" presStyleCnt="3">
        <dgm:presLayoutVars>
          <dgm:bulletEnabled/>
        </dgm:presLayoutVars>
      </dgm:prSet>
      <dgm:spPr/>
    </dgm:pt>
  </dgm:ptLst>
  <dgm:cxnLst>
    <dgm:cxn modelId="{4BEA8503-80CD-6C49-B6F2-67DA4284BB45}" type="presOf" srcId="{9598F8D6-B6AB-413D-93D8-DABCDAA5831D}" destId="{0C371D09-23F5-B14B-9A65-9DC400251174}" srcOrd="0" destOrd="0" presId="urn:microsoft.com/office/officeart/2016/7/layout/VerticalSolidActionList"/>
    <dgm:cxn modelId="{22C00529-CDCA-46AC-AE50-4F8D3F345941}" srcId="{64164077-3B2C-4CD9-BE30-408E7DBF9F0C}" destId="{9598F8D6-B6AB-413D-93D8-DABCDAA5831D}" srcOrd="0" destOrd="0" parTransId="{F2BFF0C0-C04F-46D0-8C88-84CB9CBC6C6F}" sibTransId="{50852FCA-C3F7-4E37-A482-D508DC6CF6D8}"/>
    <dgm:cxn modelId="{95803432-0E81-F04D-ABFB-B249B3C29FEC}" type="presOf" srcId="{3FF775D3-7E03-4E4B-9C5D-D0B3DEFFCE9E}" destId="{9C0550AB-1AE0-4542-9545-27CA48B181B1}" srcOrd="0" destOrd="0" presId="urn:microsoft.com/office/officeart/2016/7/layout/VerticalSolidActionList"/>
    <dgm:cxn modelId="{EFC62A45-35D1-B64B-96AF-08A2AF34DAA8}" type="presOf" srcId="{09118985-532F-47FA-927E-EF2D990BACF6}" destId="{6B5CF2AB-6E91-8740-9354-529A512D1A9A}" srcOrd="0" destOrd="0" presId="urn:microsoft.com/office/officeart/2016/7/layout/VerticalSolidActionList"/>
    <dgm:cxn modelId="{CDE2EC52-719D-AB40-82D8-22DDF7E7B791}" type="presOf" srcId="{9E25AB45-8846-4BCF-8D55-C35272FB7EF9}" destId="{9C0550AB-1AE0-4542-9545-27CA48B181B1}" srcOrd="0" destOrd="1" presId="urn:microsoft.com/office/officeart/2016/7/layout/VerticalSolidActionList"/>
    <dgm:cxn modelId="{753BBC66-A19D-7E4B-BC51-F515AD669E24}" type="presOf" srcId="{2FEB65C0-12AE-4E25-A1B3-8D88DC71C8DC}" destId="{6FE7E81D-7A66-214B-A97F-4C6B6AF2DFB2}" srcOrd="0" destOrd="1" presId="urn:microsoft.com/office/officeart/2016/7/layout/VerticalSolidActionList"/>
    <dgm:cxn modelId="{36CF4D68-005D-154F-B54A-8DF4A647B693}" type="presOf" srcId="{C43E58B6-0A5C-4833-B163-00F66C49347F}" destId="{A1367DFB-7742-EB4F-86E8-DA068C0DC105}" srcOrd="0" destOrd="0" presId="urn:microsoft.com/office/officeart/2016/7/layout/VerticalSolidActionList"/>
    <dgm:cxn modelId="{2D57AF6D-4FDB-41A7-8212-AA9922F7DCEF}" srcId="{C43E58B6-0A5C-4833-B163-00F66C49347F}" destId="{2FEB65C0-12AE-4E25-A1B3-8D88DC71C8DC}" srcOrd="1" destOrd="0" parTransId="{12D1849C-45C4-42B8-ABEB-11D8146D9AA2}" sibTransId="{0AFC3119-071F-4BF6-9625-C41E992424FB}"/>
    <dgm:cxn modelId="{E00D7170-3D85-024D-B0AE-81655C175506}" type="presOf" srcId="{C82147D6-CAD2-45AC-8997-E1A81DC9CA5D}" destId="{AF495BC2-3A1E-7E4A-9EA4-E6CB82A78812}" srcOrd="0" destOrd="0" presId="urn:microsoft.com/office/officeart/2016/7/layout/VerticalSolidActionList"/>
    <dgm:cxn modelId="{BF7B6C71-B239-0F4A-96F8-91AB296E0BA9}" type="presOf" srcId="{64164077-3B2C-4CD9-BE30-408E7DBF9F0C}" destId="{29A53575-AD63-6544-815E-440B3FB2C3F8}" srcOrd="0" destOrd="0" presId="urn:microsoft.com/office/officeart/2016/7/layout/VerticalSolidActionList"/>
    <dgm:cxn modelId="{CB071F7A-F6CC-4881-A723-5DB904644C20}" srcId="{64164077-3B2C-4CD9-BE30-408E7DBF9F0C}" destId="{C43E58B6-0A5C-4833-B163-00F66C49347F}" srcOrd="1" destOrd="0" parTransId="{EBDFED39-4294-4D64-B4E6-F1D69283B8F7}" sibTransId="{4F011C79-050B-4581-84B2-29A7F8B8AC35}"/>
    <dgm:cxn modelId="{C068677E-9424-A146-A2D7-0C5EDAD32508}" type="presOf" srcId="{37287840-DEBA-4729-B563-9C934EC9940F}" destId="{6FE7E81D-7A66-214B-A97F-4C6B6AF2DFB2}" srcOrd="0" destOrd="0" presId="urn:microsoft.com/office/officeart/2016/7/layout/VerticalSolidActionList"/>
    <dgm:cxn modelId="{455F90A1-3F66-472A-9794-EA5E14265218}" srcId="{64164077-3B2C-4CD9-BE30-408E7DBF9F0C}" destId="{09118985-532F-47FA-927E-EF2D990BACF6}" srcOrd="2" destOrd="0" parTransId="{D8D537FE-8391-4DAC-BB93-35BD5463A48E}" sibTransId="{1CEB41C2-8759-4C22-8B4A-528DB37C59E1}"/>
    <dgm:cxn modelId="{5CDF30B4-F7B8-47DA-911D-20D8EB141A4C}" srcId="{C43E58B6-0A5C-4833-B163-00F66C49347F}" destId="{37287840-DEBA-4729-B563-9C934EC9940F}" srcOrd="0" destOrd="0" parTransId="{FF237114-31DF-43CB-B49A-BBCD5AEC306C}" sibTransId="{337D2D36-16B3-4050-A050-AEB35269BC86}"/>
    <dgm:cxn modelId="{29D3A7C1-EE67-4551-AA41-501B46B252C1}" srcId="{9598F8D6-B6AB-413D-93D8-DABCDAA5831D}" destId="{3FF775D3-7E03-4E4B-9C5D-D0B3DEFFCE9E}" srcOrd="0" destOrd="0" parTransId="{7C11BC8C-B6D2-4240-A7E0-E8A91BB21410}" sibTransId="{1641BA8A-44AF-46C5-82D2-5C3AFF29ECEF}"/>
    <dgm:cxn modelId="{6D6C1BD7-D8F5-4422-9E65-D9A174842706}" srcId="{09118985-532F-47FA-927E-EF2D990BACF6}" destId="{C82147D6-CAD2-45AC-8997-E1A81DC9CA5D}" srcOrd="0" destOrd="0" parTransId="{9D19AECF-A2ED-491F-A477-72105897975D}" sibTransId="{4CA34406-610B-4C41-89C3-D678D7279254}"/>
    <dgm:cxn modelId="{528B8AF8-7B6C-4F03-9CDC-163A0FD5FAC5}" srcId="{9598F8D6-B6AB-413D-93D8-DABCDAA5831D}" destId="{9E25AB45-8846-4BCF-8D55-C35272FB7EF9}" srcOrd="1" destOrd="0" parTransId="{31E0FA92-393D-4591-A5AF-05F1769BD1A0}" sibTransId="{45CBCFD5-86CA-4D8D-B1CB-F196B196D817}"/>
    <dgm:cxn modelId="{55050E91-D812-4146-9457-A72C4DD3FF06}" type="presParOf" srcId="{29A53575-AD63-6544-815E-440B3FB2C3F8}" destId="{05B5485A-000E-E84E-90BA-2F081A9FB613}" srcOrd="0" destOrd="0" presId="urn:microsoft.com/office/officeart/2016/7/layout/VerticalSolidActionList"/>
    <dgm:cxn modelId="{34E7B756-F726-474F-B2DE-1901E87F55D4}" type="presParOf" srcId="{05B5485A-000E-E84E-90BA-2F081A9FB613}" destId="{0C371D09-23F5-B14B-9A65-9DC400251174}" srcOrd="0" destOrd="0" presId="urn:microsoft.com/office/officeart/2016/7/layout/VerticalSolidActionList"/>
    <dgm:cxn modelId="{8472757D-9409-8345-A450-93418F850A99}" type="presParOf" srcId="{05B5485A-000E-E84E-90BA-2F081A9FB613}" destId="{9C0550AB-1AE0-4542-9545-27CA48B181B1}" srcOrd="1" destOrd="0" presId="urn:microsoft.com/office/officeart/2016/7/layout/VerticalSolidActionList"/>
    <dgm:cxn modelId="{F4C4F926-A8A9-974D-BE56-56C34078B55D}" type="presParOf" srcId="{29A53575-AD63-6544-815E-440B3FB2C3F8}" destId="{0627E8FF-9368-074C-94E2-DAC65E7B39E3}" srcOrd="1" destOrd="0" presId="urn:microsoft.com/office/officeart/2016/7/layout/VerticalSolidActionList"/>
    <dgm:cxn modelId="{00A64FAF-E009-794C-B4E3-967ADBEEF8D8}" type="presParOf" srcId="{29A53575-AD63-6544-815E-440B3FB2C3F8}" destId="{746084B5-559E-7740-A3B6-54D2234E4F72}" srcOrd="2" destOrd="0" presId="urn:microsoft.com/office/officeart/2016/7/layout/VerticalSolidActionList"/>
    <dgm:cxn modelId="{3F58DA1D-BE5A-2C4D-A528-CB8608D87BA8}" type="presParOf" srcId="{746084B5-559E-7740-A3B6-54D2234E4F72}" destId="{A1367DFB-7742-EB4F-86E8-DA068C0DC105}" srcOrd="0" destOrd="0" presId="urn:microsoft.com/office/officeart/2016/7/layout/VerticalSolidActionList"/>
    <dgm:cxn modelId="{7DD7D4D1-BCFA-374C-9FA1-848C23B857DC}" type="presParOf" srcId="{746084B5-559E-7740-A3B6-54D2234E4F72}" destId="{6FE7E81D-7A66-214B-A97F-4C6B6AF2DFB2}" srcOrd="1" destOrd="0" presId="urn:microsoft.com/office/officeart/2016/7/layout/VerticalSolidActionList"/>
    <dgm:cxn modelId="{BA944BCE-2EA3-B947-ACFC-ECB86E305439}" type="presParOf" srcId="{29A53575-AD63-6544-815E-440B3FB2C3F8}" destId="{C5C68814-D100-3D4A-8907-7486ED7FCEDD}" srcOrd="3" destOrd="0" presId="urn:microsoft.com/office/officeart/2016/7/layout/VerticalSolidActionList"/>
    <dgm:cxn modelId="{97971A45-8273-7B4F-98E0-A0AD6A6E21BF}" type="presParOf" srcId="{29A53575-AD63-6544-815E-440B3FB2C3F8}" destId="{CB93202B-187A-0446-AA95-56FECB9AB6D4}" srcOrd="4" destOrd="0" presId="urn:microsoft.com/office/officeart/2016/7/layout/VerticalSolidActionList"/>
    <dgm:cxn modelId="{93C8AE18-9A85-F040-A50A-144964B2DA69}" type="presParOf" srcId="{CB93202B-187A-0446-AA95-56FECB9AB6D4}" destId="{6B5CF2AB-6E91-8740-9354-529A512D1A9A}" srcOrd="0" destOrd="0" presId="urn:microsoft.com/office/officeart/2016/7/layout/VerticalSolidActionList"/>
    <dgm:cxn modelId="{1EDC38C2-E68A-C64C-9ED8-D7C64C9EE2D2}" type="presParOf" srcId="{CB93202B-187A-0446-AA95-56FECB9AB6D4}" destId="{AF495BC2-3A1E-7E4A-9EA4-E6CB82A78812}"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036BBF-BEB8-4142-B228-EA52598AEBF2}">
      <dsp:nvSpPr>
        <dsp:cNvPr id="0" name=""/>
        <dsp:cNvSpPr/>
      </dsp:nvSpPr>
      <dsp:spPr>
        <a:xfrm>
          <a:off x="0" y="35253"/>
          <a:ext cx="10515600" cy="835379"/>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Le principe repose sur l’utilisation d’une fonction d’hachage qui transforme la clé en un indice de tableau </a:t>
          </a:r>
          <a:endParaRPr lang="fr-CA" sz="2100" kern="1200" dirty="0"/>
        </a:p>
      </dsp:txBody>
      <dsp:txXfrm>
        <a:off x="40780" y="76033"/>
        <a:ext cx="10434040" cy="753819"/>
      </dsp:txXfrm>
    </dsp:sp>
    <dsp:sp modelId="{13CF8760-09AA-7242-9E4E-B5950A7F6F5D}">
      <dsp:nvSpPr>
        <dsp:cNvPr id="0" name=""/>
        <dsp:cNvSpPr/>
      </dsp:nvSpPr>
      <dsp:spPr>
        <a:xfrm>
          <a:off x="0" y="931113"/>
          <a:ext cx="10515600" cy="835379"/>
        </a:xfrm>
        <a:prstGeom prst="round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La table de hachage est efficace pour retrouver rapidement une information à partir d’une clé </a:t>
          </a:r>
          <a:endParaRPr lang="fr-CA" sz="2100" kern="1200"/>
        </a:p>
      </dsp:txBody>
      <dsp:txXfrm>
        <a:off x="40780" y="971893"/>
        <a:ext cx="10434040" cy="753819"/>
      </dsp:txXfrm>
    </dsp:sp>
    <dsp:sp modelId="{2C14508A-A0F0-A64A-A001-099D98185084}">
      <dsp:nvSpPr>
        <dsp:cNvPr id="0" name=""/>
        <dsp:cNvSpPr/>
      </dsp:nvSpPr>
      <dsp:spPr>
        <a:xfrm>
          <a:off x="0" y="1826973"/>
          <a:ext cx="10515600" cy="835379"/>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Structure de données qui permet d’associé des clés à des valeurs et d’accéder très rapidement à une valeur à partir de sa clé. </a:t>
          </a:r>
          <a:endParaRPr lang="fr-CA" sz="2100" kern="1200"/>
        </a:p>
      </dsp:txBody>
      <dsp:txXfrm>
        <a:off x="40780" y="1867753"/>
        <a:ext cx="10434040" cy="7538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4ECAA4-2E33-5C4F-9CFA-60A9928E63EA}">
      <dsp:nvSpPr>
        <dsp:cNvPr id="0" name=""/>
        <dsp:cNvSpPr/>
      </dsp:nvSpPr>
      <dsp:spPr>
        <a:xfrm>
          <a:off x="898488" y="747341"/>
          <a:ext cx="2041153" cy="672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fr-CA" sz="1500" kern="1200" dirty="0"/>
            <a:t>Appliquer une fonction de hachage à la clé pour obtenir un indice</a:t>
          </a:r>
        </a:p>
      </dsp:txBody>
      <dsp:txXfrm>
        <a:off x="898488" y="747341"/>
        <a:ext cx="2041153" cy="672652"/>
      </dsp:txXfrm>
    </dsp:sp>
    <dsp:sp modelId="{B10BEE18-067B-D14E-8EF8-6BAA8E4A2380}">
      <dsp:nvSpPr>
        <dsp:cNvPr id="0" name=""/>
        <dsp:cNvSpPr/>
      </dsp:nvSpPr>
      <dsp:spPr>
        <a:xfrm>
          <a:off x="896169" y="542761"/>
          <a:ext cx="162364" cy="162364"/>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5C82C8A-58BA-6647-996B-E6FA261F9F69}">
      <dsp:nvSpPr>
        <dsp:cNvPr id="0" name=""/>
        <dsp:cNvSpPr/>
      </dsp:nvSpPr>
      <dsp:spPr>
        <a:xfrm>
          <a:off x="1009824" y="315451"/>
          <a:ext cx="162364" cy="162364"/>
        </a:xfrm>
        <a:prstGeom prst="ellipse">
          <a:avLst/>
        </a:prstGeom>
        <a:gradFill rotWithShape="0">
          <a:gsLst>
            <a:gs pos="0">
              <a:schemeClr val="accent4">
                <a:hueOff val="366663"/>
                <a:satOff val="-1622"/>
                <a:lumOff val="-272"/>
                <a:alphaOff val="0"/>
                <a:satMod val="103000"/>
                <a:lumMod val="102000"/>
                <a:tint val="94000"/>
              </a:schemeClr>
            </a:gs>
            <a:gs pos="50000">
              <a:schemeClr val="accent4">
                <a:hueOff val="366663"/>
                <a:satOff val="-1622"/>
                <a:lumOff val="-272"/>
                <a:alphaOff val="0"/>
                <a:satMod val="110000"/>
                <a:lumMod val="100000"/>
                <a:shade val="100000"/>
              </a:schemeClr>
            </a:gs>
            <a:gs pos="100000">
              <a:schemeClr val="accent4">
                <a:hueOff val="366663"/>
                <a:satOff val="-1622"/>
                <a:lumOff val="-27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2E171179-8F31-714B-B1C3-0F4227F50119}">
      <dsp:nvSpPr>
        <dsp:cNvPr id="0" name=""/>
        <dsp:cNvSpPr/>
      </dsp:nvSpPr>
      <dsp:spPr>
        <a:xfrm>
          <a:off x="1282596" y="360913"/>
          <a:ext cx="255144" cy="255144"/>
        </a:xfrm>
        <a:prstGeom prst="ellipse">
          <a:avLst/>
        </a:prstGeom>
        <a:gradFill rotWithShape="0">
          <a:gsLst>
            <a:gs pos="0">
              <a:schemeClr val="accent4">
                <a:hueOff val="733326"/>
                <a:satOff val="-3245"/>
                <a:lumOff val="-545"/>
                <a:alphaOff val="0"/>
                <a:satMod val="103000"/>
                <a:lumMod val="102000"/>
                <a:tint val="94000"/>
              </a:schemeClr>
            </a:gs>
            <a:gs pos="50000">
              <a:schemeClr val="accent4">
                <a:hueOff val="733326"/>
                <a:satOff val="-3245"/>
                <a:lumOff val="-545"/>
                <a:alphaOff val="0"/>
                <a:satMod val="110000"/>
                <a:lumMod val="100000"/>
                <a:shade val="100000"/>
              </a:schemeClr>
            </a:gs>
            <a:gs pos="100000">
              <a:schemeClr val="accent4">
                <a:hueOff val="733326"/>
                <a:satOff val="-3245"/>
                <a:lumOff val="-54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41BF121-8AA7-F04E-8D87-F048C0B2B51E}">
      <dsp:nvSpPr>
        <dsp:cNvPr id="0" name=""/>
        <dsp:cNvSpPr/>
      </dsp:nvSpPr>
      <dsp:spPr>
        <a:xfrm>
          <a:off x="1509907" y="110872"/>
          <a:ext cx="162364" cy="162364"/>
        </a:xfrm>
        <a:prstGeom prst="ellipse">
          <a:avLst/>
        </a:prstGeom>
        <a:gradFill rotWithShape="0">
          <a:gsLst>
            <a:gs pos="0">
              <a:schemeClr val="accent4">
                <a:hueOff val="1099990"/>
                <a:satOff val="-4867"/>
                <a:lumOff val="-817"/>
                <a:alphaOff val="0"/>
                <a:satMod val="103000"/>
                <a:lumMod val="102000"/>
                <a:tint val="94000"/>
              </a:schemeClr>
            </a:gs>
            <a:gs pos="50000">
              <a:schemeClr val="accent4">
                <a:hueOff val="1099990"/>
                <a:satOff val="-4867"/>
                <a:lumOff val="-817"/>
                <a:alphaOff val="0"/>
                <a:satMod val="110000"/>
                <a:lumMod val="100000"/>
                <a:shade val="100000"/>
              </a:schemeClr>
            </a:gs>
            <a:gs pos="100000">
              <a:schemeClr val="accent4">
                <a:hueOff val="1099990"/>
                <a:satOff val="-4867"/>
                <a:lumOff val="-81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F07F849-E4B1-B240-9FAD-6688FD25D443}">
      <dsp:nvSpPr>
        <dsp:cNvPr id="0" name=""/>
        <dsp:cNvSpPr/>
      </dsp:nvSpPr>
      <dsp:spPr>
        <a:xfrm>
          <a:off x="1805410" y="19948"/>
          <a:ext cx="162364" cy="162364"/>
        </a:xfrm>
        <a:prstGeom prst="ellipse">
          <a:avLst/>
        </a:prstGeom>
        <a:gradFill rotWithShape="0">
          <a:gsLst>
            <a:gs pos="0">
              <a:schemeClr val="accent4">
                <a:hueOff val="1466653"/>
                <a:satOff val="-6489"/>
                <a:lumOff val="-1090"/>
                <a:alphaOff val="0"/>
                <a:satMod val="103000"/>
                <a:lumMod val="102000"/>
                <a:tint val="94000"/>
              </a:schemeClr>
            </a:gs>
            <a:gs pos="50000">
              <a:schemeClr val="accent4">
                <a:hueOff val="1466653"/>
                <a:satOff val="-6489"/>
                <a:lumOff val="-1090"/>
                <a:alphaOff val="0"/>
                <a:satMod val="110000"/>
                <a:lumMod val="100000"/>
                <a:shade val="100000"/>
              </a:schemeClr>
            </a:gs>
            <a:gs pos="100000">
              <a:schemeClr val="accent4">
                <a:hueOff val="1466653"/>
                <a:satOff val="-6489"/>
                <a:lumOff val="-109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E3A1445-BDEA-9646-9F99-DB52B95B5C6A}">
      <dsp:nvSpPr>
        <dsp:cNvPr id="0" name=""/>
        <dsp:cNvSpPr/>
      </dsp:nvSpPr>
      <dsp:spPr>
        <a:xfrm>
          <a:off x="2169107" y="179065"/>
          <a:ext cx="162364" cy="162364"/>
        </a:xfrm>
        <a:prstGeom prst="ellipse">
          <a:avLst/>
        </a:prstGeom>
        <a:gradFill rotWithShape="0">
          <a:gsLst>
            <a:gs pos="0">
              <a:schemeClr val="accent4">
                <a:hueOff val="1833316"/>
                <a:satOff val="-8112"/>
                <a:lumOff val="-1362"/>
                <a:alphaOff val="0"/>
                <a:satMod val="103000"/>
                <a:lumMod val="102000"/>
                <a:tint val="94000"/>
              </a:schemeClr>
            </a:gs>
            <a:gs pos="50000">
              <a:schemeClr val="accent4">
                <a:hueOff val="1833316"/>
                <a:satOff val="-8112"/>
                <a:lumOff val="-1362"/>
                <a:alphaOff val="0"/>
                <a:satMod val="110000"/>
                <a:lumMod val="100000"/>
                <a:shade val="100000"/>
              </a:schemeClr>
            </a:gs>
            <a:gs pos="100000">
              <a:schemeClr val="accent4">
                <a:hueOff val="1833316"/>
                <a:satOff val="-8112"/>
                <a:lumOff val="-136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C077ADA-AFFE-794A-B350-8929C57EEF91}">
      <dsp:nvSpPr>
        <dsp:cNvPr id="0" name=""/>
        <dsp:cNvSpPr/>
      </dsp:nvSpPr>
      <dsp:spPr>
        <a:xfrm>
          <a:off x="2396417" y="292720"/>
          <a:ext cx="255144" cy="255144"/>
        </a:xfrm>
        <a:prstGeom prst="ellipse">
          <a:avLst/>
        </a:prstGeom>
        <a:gradFill rotWithShape="0">
          <a:gsLst>
            <a:gs pos="0">
              <a:schemeClr val="accent4">
                <a:hueOff val="2199979"/>
                <a:satOff val="-9734"/>
                <a:lumOff val="-1634"/>
                <a:alphaOff val="0"/>
                <a:satMod val="103000"/>
                <a:lumMod val="102000"/>
                <a:tint val="94000"/>
              </a:schemeClr>
            </a:gs>
            <a:gs pos="50000">
              <a:schemeClr val="accent4">
                <a:hueOff val="2199979"/>
                <a:satOff val="-9734"/>
                <a:lumOff val="-1634"/>
                <a:alphaOff val="0"/>
                <a:satMod val="110000"/>
                <a:lumMod val="100000"/>
                <a:shade val="100000"/>
              </a:schemeClr>
            </a:gs>
            <a:gs pos="100000">
              <a:schemeClr val="accent4">
                <a:hueOff val="2199979"/>
                <a:satOff val="-9734"/>
                <a:lumOff val="-163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61F1B5D-10DD-E44B-A053-725A1D1A8BD9}">
      <dsp:nvSpPr>
        <dsp:cNvPr id="0" name=""/>
        <dsp:cNvSpPr/>
      </dsp:nvSpPr>
      <dsp:spPr>
        <a:xfrm>
          <a:off x="2714651" y="542761"/>
          <a:ext cx="162364" cy="162364"/>
        </a:xfrm>
        <a:prstGeom prst="ellipse">
          <a:avLst/>
        </a:prstGeom>
        <a:gradFill rotWithShape="0">
          <a:gsLst>
            <a:gs pos="0">
              <a:schemeClr val="accent4">
                <a:hueOff val="2566642"/>
                <a:satOff val="-11356"/>
                <a:lumOff val="-1907"/>
                <a:alphaOff val="0"/>
                <a:satMod val="103000"/>
                <a:lumMod val="102000"/>
                <a:tint val="94000"/>
              </a:schemeClr>
            </a:gs>
            <a:gs pos="50000">
              <a:schemeClr val="accent4">
                <a:hueOff val="2566642"/>
                <a:satOff val="-11356"/>
                <a:lumOff val="-1907"/>
                <a:alphaOff val="0"/>
                <a:satMod val="110000"/>
                <a:lumMod val="100000"/>
                <a:shade val="100000"/>
              </a:schemeClr>
            </a:gs>
            <a:gs pos="100000">
              <a:schemeClr val="accent4">
                <a:hueOff val="2566642"/>
                <a:satOff val="-11356"/>
                <a:lumOff val="-190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CF7EBC3-C795-3246-B973-7DD5402CB70A}">
      <dsp:nvSpPr>
        <dsp:cNvPr id="0" name=""/>
        <dsp:cNvSpPr/>
      </dsp:nvSpPr>
      <dsp:spPr>
        <a:xfrm>
          <a:off x="2851037" y="792803"/>
          <a:ext cx="162364" cy="162364"/>
        </a:xfrm>
        <a:prstGeom prst="ellipse">
          <a:avLst/>
        </a:prstGeom>
        <a:gradFill rotWithShape="0">
          <a:gsLst>
            <a:gs pos="0">
              <a:schemeClr val="accent4">
                <a:hueOff val="2933305"/>
                <a:satOff val="-12979"/>
                <a:lumOff val="-2179"/>
                <a:alphaOff val="0"/>
                <a:satMod val="103000"/>
                <a:lumMod val="102000"/>
                <a:tint val="94000"/>
              </a:schemeClr>
            </a:gs>
            <a:gs pos="50000">
              <a:schemeClr val="accent4">
                <a:hueOff val="2933305"/>
                <a:satOff val="-12979"/>
                <a:lumOff val="-2179"/>
                <a:alphaOff val="0"/>
                <a:satMod val="110000"/>
                <a:lumMod val="100000"/>
                <a:shade val="100000"/>
              </a:schemeClr>
            </a:gs>
            <a:gs pos="100000">
              <a:schemeClr val="accent4">
                <a:hueOff val="2933305"/>
                <a:satOff val="-12979"/>
                <a:lumOff val="-2179"/>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8AE3B92F-E4F5-C045-86FA-C7336D223908}">
      <dsp:nvSpPr>
        <dsp:cNvPr id="0" name=""/>
        <dsp:cNvSpPr/>
      </dsp:nvSpPr>
      <dsp:spPr>
        <a:xfrm>
          <a:off x="1669024" y="315451"/>
          <a:ext cx="417508" cy="417508"/>
        </a:xfrm>
        <a:prstGeom prst="ellipse">
          <a:avLst/>
        </a:prstGeom>
        <a:gradFill rotWithShape="0">
          <a:gsLst>
            <a:gs pos="0">
              <a:schemeClr val="accent4">
                <a:hueOff val="3299968"/>
                <a:satOff val="-14601"/>
                <a:lumOff val="-2452"/>
                <a:alphaOff val="0"/>
                <a:satMod val="103000"/>
                <a:lumMod val="102000"/>
                <a:tint val="94000"/>
              </a:schemeClr>
            </a:gs>
            <a:gs pos="50000">
              <a:schemeClr val="accent4">
                <a:hueOff val="3299968"/>
                <a:satOff val="-14601"/>
                <a:lumOff val="-2452"/>
                <a:alphaOff val="0"/>
                <a:satMod val="110000"/>
                <a:lumMod val="100000"/>
                <a:shade val="100000"/>
              </a:schemeClr>
            </a:gs>
            <a:gs pos="100000">
              <a:schemeClr val="accent4">
                <a:hueOff val="3299968"/>
                <a:satOff val="-14601"/>
                <a:lumOff val="-245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6C47F101-CD1E-9845-A2C8-86DCF8FE81D8}">
      <dsp:nvSpPr>
        <dsp:cNvPr id="0" name=""/>
        <dsp:cNvSpPr/>
      </dsp:nvSpPr>
      <dsp:spPr>
        <a:xfrm>
          <a:off x="782514" y="1179230"/>
          <a:ext cx="162364" cy="162364"/>
        </a:xfrm>
        <a:prstGeom prst="ellipse">
          <a:avLst/>
        </a:prstGeom>
        <a:gradFill rotWithShape="0">
          <a:gsLst>
            <a:gs pos="0">
              <a:schemeClr val="accent4">
                <a:hueOff val="3666632"/>
                <a:satOff val="-16223"/>
                <a:lumOff val="-2724"/>
                <a:alphaOff val="0"/>
                <a:satMod val="103000"/>
                <a:lumMod val="102000"/>
                <a:tint val="94000"/>
              </a:schemeClr>
            </a:gs>
            <a:gs pos="50000">
              <a:schemeClr val="accent4">
                <a:hueOff val="3666632"/>
                <a:satOff val="-16223"/>
                <a:lumOff val="-2724"/>
                <a:alphaOff val="0"/>
                <a:satMod val="110000"/>
                <a:lumMod val="100000"/>
                <a:shade val="100000"/>
              </a:schemeClr>
            </a:gs>
            <a:gs pos="100000">
              <a:schemeClr val="accent4">
                <a:hueOff val="3666632"/>
                <a:satOff val="-16223"/>
                <a:lumOff val="-27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B4372B46-CFF0-824D-B16D-C6E81AFB8D9E}">
      <dsp:nvSpPr>
        <dsp:cNvPr id="0" name=""/>
        <dsp:cNvSpPr/>
      </dsp:nvSpPr>
      <dsp:spPr>
        <a:xfrm>
          <a:off x="918900" y="1383809"/>
          <a:ext cx="255144" cy="255144"/>
        </a:xfrm>
        <a:prstGeom prst="ellipse">
          <a:avLst/>
        </a:prstGeom>
        <a:gradFill rotWithShape="0">
          <a:gsLst>
            <a:gs pos="0">
              <a:schemeClr val="accent4">
                <a:hueOff val="4033295"/>
                <a:satOff val="-17846"/>
                <a:lumOff val="-2996"/>
                <a:alphaOff val="0"/>
                <a:satMod val="103000"/>
                <a:lumMod val="102000"/>
                <a:tint val="94000"/>
              </a:schemeClr>
            </a:gs>
            <a:gs pos="50000">
              <a:schemeClr val="accent4">
                <a:hueOff val="4033295"/>
                <a:satOff val="-17846"/>
                <a:lumOff val="-2996"/>
                <a:alphaOff val="0"/>
                <a:satMod val="110000"/>
                <a:lumMod val="100000"/>
                <a:shade val="100000"/>
              </a:schemeClr>
            </a:gs>
            <a:gs pos="100000">
              <a:schemeClr val="accent4">
                <a:hueOff val="4033295"/>
                <a:satOff val="-17846"/>
                <a:lumOff val="-299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54D405A7-E534-8440-A5B3-4E5D5701A51B}">
      <dsp:nvSpPr>
        <dsp:cNvPr id="0" name=""/>
        <dsp:cNvSpPr/>
      </dsp:nvSpPr>
      <dsp:spPr>
        <a:xfrm>
          <a:off x="1259865" y="1565658"/>
          <a:ext cx="371118" cy="371118"/>
        </a:xfrm>
        <a:prstGeom prst="ellipse">
          <a:avLst/>
        </a:prstGeom>
        <a:gradFill rotWithShape="0">
          <a:gsLst>
            <a:gs pos="0">
              <a:schemeClr val="accent4">
                <a:hueOff val="4399958"/>
                <a:satOff val="-19468"/>
                <a:lumOff val="-3269"/>
                <a:alphaOff val="0"/>
                <a:satMod val="103000"/>
                <a:lumMod val="102000"/>
                <a:tint val="94000"/>
              </a:schemeClr>
            </a:gs>
            <a:gs pos="50000">
              <a:schemeClr val="accent4">
                <a:hueOff val="4399958"/>
                <a:satOff val="-19468"/>
                <a:lumOff val="-3269"/>
                <a:alphaOff val="0"/>
                <a:satMod val="110000"/>
                <a:lumMod val="100000"/>
                <a:shade val="100000"/>
              </a:schemeClr>
            </a:gs>
            <a:gs pos="100000">
              <a:schemeClr val="accent4">
                <a:hueOff val="4399958"/>
                <a:satOff val="-19468"/>
                <a:lumOff val="-3269"/>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D7C5A407-2E2A-4C4C-9724-D31C7D7DACF2}">
      <dsp:nvSpPr>
        <dsp:cNvPr id="0" name=""/>
        <dsp:cNvSpPr/>
      </dsp:nvSpPr>
      <dsp:spPr>
        <a:xfrm>
          <a:off x="1737217" y="1861161"/>
          <a:ext cx="162364" cy="162364"/>
        </a:xfrm>
        <a:prstGeom prst="ellipse">
          <a:avLst/>
        </a:prstGeom>
        <a:gradFill rotWithShape="0">
          <a:gsLst>
            <a:gs pos="0">
              <a:schemeClr val="accent4">
                <a:hueOff val="4766621"/>
                <a:satOff val="-21090"/>
                <a:lumOff val="-3541"/>
                <a:alphaOff val="0"/>
                <a:satMod val="103000"/>
                <a:lumMod val="102000"/>
                <a:tint val="94000"/>
              </a:schemeClr>
            </a:gs>
            <a:gs pos="50000">
              <a:schemeClr val="accent4">
                <a:hueOff val="4766621"/>
                <a:satOff val="-21090"/>
                <a:lumOff val="-3541"/>
                <a:alphaOff val="0"/>
                <a:satMod val="110000"/>
                <a:lumMod val="100000"/>
                <a:shade val="100000"/>
              </a:schemeClr>
            </a:gs>
            <a:gs pos="100000">
              <a:schemeClr val="accent4">
                <a:hueOff val="4766621"/>
                <a:satOff val="-21090"/>
                <a:lumOff val="-35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F878E80D-7DFA-4049-9182-2B554A1BDEB0}">
      <dsp:nvSpPr>
        <dsp:cNvPr id="0" name=""/>
        <dsp:cNvSpPr/>
      </dsp:nvSpPr>
      <dsp:spPr>
        <a:xfrm>
          <a:off x="1828141" y="1565658"/>
          <a:ext cx="255144" cy="255144"/>
        </a:xfrm>
        <a:prstGeom prst="ellipse">
          <a:avLst/>
        </a:prstGeom>
        <a:gradFill rotWithShape="0">
          <a:gsLst>
            <a:gs pos="0">
              <a:schemeClr val="accent4">
                <a:hueOff val="5133284"/>
                <a:satOff val="-22713"/>
                <a:lumOff val="-3813"/>
                <a:alphaOff val="0"/>
                <a:satMod val="103000"/>
                <a:lumMod val="102000"/>
                <a:tint val="94000"/>
              </a:schemeClr>
            </a:gs>
            <a:gs pos="50000">
              <a:schemeClr val="accent4">
                <a:hueOff val="5133284"/>
                <a:satOff val="-22713"/>
                <a:lumOff val="-3813"/>
                <a:alphaOff val="0"/>
                <a:satMod val="110000"/>
                <a:lumMod val="100000"/>
                <a:shade val="100000"/>
              </a:schemeClr>
            </a:gs>
            <a:gs pos="100000">
              <a:schemeClr val="accent4">
                <a:hueOff val="5133284"/>
                <a:satOff val="-22713"/>
                <a:lumOff val="-381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AF165F46-BA0A-EB4D-8E99-96991C8F1872}">
      <dsp:nvSpPr>
        <dsp:cNvPr id="0" name=""/>
        <dsp:cNvSpPr/>
      </dsp:nvSpPr>
      <dsp:spPr>
        <a:xfrm>
          <a:off x="2055451" y="1883892"/>
          <a:ext cx="162364" cy="162364"/>
        </a:xfrm>
        <a:prstGeom prst="ellipse">
          <a:avLst/>
        </a:prstGeom>
        <a:gradFill rotWithShape="0">
          <a:gsLst>
            <a:gs pos="0">
              <a:schemeClr val="accent4">
                <a:hueOff val="5499947"/>
                <a:satOff val="-24335"/>
                <a:lumOff val="-4086"/>
                <a:alphaOff val="0"/>
                <a:satMod val="103000"/>
                <a:lumMod val="102000"/>
                <a:tint val="94000"/>
              </a:schemeClr>
            </a:gs>
            <a:gs pos="50000">
              <a:schemeClr val="accent4">
                <a:hueOff val="5499947"/>
                <a:satOff val="-24335"/>
                <a:lumOff val="-4086"/>
                <a:alphaOff val="0"/>
                <a:satMod val="110000"/>
                <a:lumMod val="100000"/>
                <a:shade val="100000"/>
              </a:schemeClr>
            </a:gs>
            <a:gs pos="100000">
              <a:schemeClr val="accent4">
                <a:hueOff val="5499947"/>
                <a:satOff val="-24335"/>
                <a:lumOff val="-408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84987EDA-D67F-3044-8655-0C84EFB35F33}">
      <dsp:nvSpPr>
        <dsp:cNvPr id="0" name=""/>
        <dsp:cNvSpPr/>
      </dsp:nvSpPr>
      <dsp:spPr>
        <a:xfrm>
          <a:off x="2260031" y="1520195"/>
          <a:ext cx="371118" cy="371118"/>
        </a:xfrm>
        <a:prstGeom prst="ellipse">
          <a:avLst/>
        </a:prstGeom>
        <a:gradFill rotWithShape="0">
          <a:gsLst>
            <a:gs pos="0">
              <a:schemeClr val="accent4">
                <a:hueOff val="5866610"/>
                <a:satOff val="-25957"/>
                <a:lumOff val="-4358"/>
                <a:alphaOff val="0"/>
                <a:satMod val="103000"/>
                <a:lumMod val="102000"/>
                <a:tint val="94000"/>
              </a:schemeClr>
            </a:gs>
            <a:gs pos="50000">
              <a:schemeClr val="accent4">
                <a:hueOff val="5866610"/>
                <a:satOff val="-25957"/>
                <a:lumOff val="-4358"/>
                <a:alphaOff val="0"/>
                <a:satMod val="110000"/>
                <a:lumMod val="100000"/>
                <a:shade val="100000"/>
              </a:schemeClr>
            </a:gs>
            <a:gs pos="100000">
              <a:schemeClr val="accent4">
                <a:hueOff val="5866610"/>
                <a:satOff val="-25957"/>
                <a:lumOff val="-435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79C4013-C228-2B4F-8BB0-5D35D1B19E92}">
      <dsp:nvSpPr>
        <dsp:cNvPr id="0" name=""/>
        <dsp:cNvSpPr/>
      </dsp:nvSpPr>
      <dsp:spPr>
        <a:xfrm>
          <a:off x="2760113" y="1429271"/>
          <a:ext cx="255144" cy="255144"/>
        </a:xfrm>
        <a:prstGeom prst="ellipse">
          <a:avLst/>
        </a:prstGeom>
        <a:gradFill rotWithShape="0">
          <a:gsLst>
            <a:gs pos="0">
              <a:schemeClr val="accent4">
                <a:hueOff val="6233274"/>
                <a:satOff val="-27580"/>
                <a:lumOff val="-4631"/>
                <a:alphaOff val="0"/>
                <a:satMod val="103000"/>
                <a:lumMod val="102000"/>
                <a:tint val="94000"/>
              </a:schemeClr>
            </a:gs>
            <a:gs pos="50000">
              <a:schemeClr val="accent4">
                <a:hueOff val="6233274"/>
                <a:satOff val="-27580"/>
                <a:lumOff val="-4631"/>
                <a:alphaOff val="0"/>
                <a:satMod val="110000"/>
                <a:lumMod val="100000"/>
                <a:shade val="100000"/>
              </a:schemeClr>
            </a:gs>
            <a:gs pos="100000">
              <a:schemeClr val="accent4">
                <a:hueOff val="6233274"/>
                <a:satOff val="-27580"/>
                <a:lumOff val="-463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FC5BDB7-0A7B-124C-965C-7BA3A9D033C1}">
      <dsp:nvSpPr>
        <dsp:cNvPr id="0" name=""/>
        <dsp:cNvSpPr/>
      </dsp:nvSpPr>
      <dsp:spPr>
        <a:xfrm>
          <a:off x="3015257" y="360535"/>
          <a:ext cx="749322" cy="1430537"/>
        </a:xfrm>
        <a:prstGeom prst="chevron">
          <a:avLst>
            <a:gd name="adj" fmla="val 6231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D504B16C-F32D-D048-9FE8-4B4014D179E2}">
      <dsp:nvSpPr>
        <dsp:cNvPr id="0" name=""/>
        <dsp:cNvSpPr/>
      </dsp:nvSpPr>
      <dsp:spPr>
        <a:xfrm>
          <a:off x="3764580" y="361230"/>
          <a:ext cx="2043605" cy="1430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fr-CA" sz="1500" kern="1200" dirty="0"/>
            <a:t>Stocker la valeur à cet indice dans un tableau</a:t>
          </a:r>
        </a:p>
      </dsp:txBody>
      <dsp:txXfrm>
        <a:off x="3764580" y="361230"/>
        <a:ext cx="2043605" cy="1430524"/>
      </dsp:txXfrm>
    </dsp:sp>
    <dsp:sp modelId="{20157C28-D053-014E-A7A0-3A876CD3BA9F}">
      <dsp:nvSpPr>
        <dsp:cNvPr id="0" name=""/>
        <dsp:cNvSpPr/>
      </dsp:nvSpPr>
      <dsp:spPr>
        <a:xfrm>
          <a:off x="5808186" y="360535"/>
          <a:ext cx="749322" cy="1430537"/>
        </a:xfrm>
        <a:prstGeom prst="chevron">
          <a:avLst>
            <a:gd name="adj" fmla="val 62310"/>
          </a:avLst>
        </a:prstGeom>
        <a:gradFill rotWithShape="0">
          <a:gsLst>
            <a:gs pos="0">
              <a:schemeClr val="accent4">
                <a:hueOff val="3299968"/>
                <a:satOff val="-14601"/>
                <a:lumOff val="-2452"/>
                <a:alphaOff val="0"/>
                <a:satMod val="103000"/>
                <a:lumMod val="102000"/>
                <a:tint val="94000"/>
              </a:schemeClr>
            </a:gs>
            <a:gs pos="50000">
              <a:schemeClr val="accent4">
                <a:hueOff val="3299968"/>
                <a:satOff val="-14601"/>
                <a:lumOff val="-2452"/>
                <a:alphaOff val="0"/>
                <a:satMod val="110000"/>
                <a:lumMod val="100000"/>
                <a:shade val="100000"/>
              </a:schemeClr>
            </a:gs>
            <a:gs pos="100000">
              <a:schemeClr val="accent4">
                <a:hueOff val="3299968"/>
                <a:satOff val="-14601"/>
                <a:lumOff val="-2452"/>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EC6401BE-5F23-DB4E-8DC4-339B33FF41C6}">
      <dsp:nvSpPr>
        <dsp:cNvPr id="0" name=""/>
        <dsp:cNvSpPr/>
      </dsp:nvSpPr>
      <dsp:spPr>
        <a:xfrm>
          <a:off x="6557508" y="361230"/>
          <a:ext cx="2043605" cy="1430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fr-CA" sz="1500" kern="1200" dirty="0"/>
            <a:t>Lorsque 2 clés différentes donnent le même indice, utiliser une technique de résolution</a:t>
          </a:r>
        </a:p>
      </dsp:txBody>
      <dsp:txXfrm>
        <a:off x="6557508" y="361230"/>
        <a:ext cx="2043605" cy="1430524"/>
      </dsp:txXfrm>
    </dsp:sp>
    <dsp:sp modelId="{8FE6956E-BA50-A84C-9580-06A3EDD9F55A}">
      <dsp:nvSpPr>
        <dsp:cNvPr id="0" name=""/>
        <dsp:cNvSpPr/>
      </dsp:nvSpPr>
      <dsp:spPr>
        <a:xfrm>
          <a:off x="8601114" y="360535"/>
          <a:ext cx="749322" cy="1430537"/>
        </a:xfrm>
        <a:prstGeom prst="chevron">
          <a:avLst>
            <a:gd name="adj" fmla="val 62310"/>
          </a:avLst>
        </a:prstGeom>
        <a:gradFill rotWithShape="0">
          <a:gsLst>
            <a:gs pos="0">
              <a:schemeClr val="accent4">
                <a:hueOff val="6599937"/>
                <a:satOff val="-29202"/>
                <a:lumOff val="-4903"/>
                <a:alphaOff val="0"/>
                <a:satMod val="103000"/>
                <a:lumMod val="102000"/>
                <a:tint val="94000"/>
              </a:schemeClr>
            </a:gs>
            <a:gs pos="50000">
              <a:schemeClr val="accent4">
                <a:hueOff val="6599937"/>
                <a:satOff val="-29202"/>
                <a:lumOff val="-4903"/>
                <a:alphaOff val="0"/>
                <a:satMod val="110000"/>
                <a:lumMod val="100000"/>
                <a:shade val="100000"/>
              </a:schemeClr>
            </a:gs>
            <a:gs pos="100000">
              <a:schemeClr val="accent4">
                <a:hueOff val="6599937"/>
                <a:satOff val="-29202"/>
                <a:lumOff val="-4903"/>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94145F29-DD28-284B-9E36-A185C89247FC}">
      <dsp:nvSpPr>
        <dsp:cNvPr id="0" name=""/>
        <dsp:cNvSpPr/>
      </dsp:nvSpPr>
      <dsp:spPr>
        <a:xfrm>
          <a:off x="9432180" y="242312"/>
          <a:ext cx="1737065" cy="1737065"/>
        </a:xfrm>
        <a:prstGeom prst="ellipse">
          <a:avLst/>
        </a:prstGeom>
        <a:gradFill rotWithShape="0">
          <a:gsLst>
            <a:gs pos="0">
              <a:schemeClr val="accent4">
                <a:hueOff val="6599937"/>
                <a:satOff val="-29202"/>
                <a:lumOff val="-4903"/>
                <a:alphaOff val="0"/>
                <a:satMod val="103000"/>
                <a:lumMod val="102000"/>
                <a:tint val="94000"/>
              </a:schemeClr>
            </a:gs>
            <a:gs pos="50000">
              <a:schemeClr val="accent4">
                <a:hueOff val="6599937"/>
                <a:satOff val="-29202"/>
                <a:lumOff val="-4903"/>
                <a:alphaOff val="0"/>
                <a:satMod val="110000"/>
                <a:lumMod val="100000"/>
                <a:shade val="100000"/>
              </a:schemeClr>
            </a:gs>
            <a:gs pos="100000">
              <a:schemeClr val="accent4">
                <a:hueOff val="6599937"/>
                <a:satOff val="-29202"/>
                <a:lumOff val="-490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fr-CA" sz="1500" kern="1200" dirty="0"/>
            <a:t>Résultat</a:t>
          </a:r>
        </a:p>
      </dsp:txBody>
      <dsp:txXfrm>
        <a:off x="9686567" y="496699"/>
        <a:ext cx="1228291" cy="12282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12E777-BA5B-3341-953F-AD7F9E078920}">
      <dsp:nvSpPr>
        <dsp:cNvPr id="0" name=""/>
        <dsp:cNvSpPr/>
      </dsp:nvSpPr>
      <dsp:spPr>
        <a:xfrm>
          <a:off x="1312524" y="1800"/>
          <a:ext cx="3506911" cy="175345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a:t>Une variable permet de manipuler des données et des valeurs. </a:t>
          </a:r>
          <a:endParaRPr lang="en-US" sz="2000" kern="1200"/>
        </a:p>
      </dsp:txBody>
      <dsp:txXfrm>
        <a:off x="1363881" y="53157"/>
        <a:ext cx="3404197" cy="1650741"/>
      </dsp:txXfrm>
    </dsp:sp>
    <dsp:sp modelId="{A7ADBBE2-C898-0E41-8B92-F8CCC5811C5F}">
      <dsp:nvSpPr>
        <dsp:cNvPr id="0" name=""/>
        <dsp:cNvSpPr/>
      </dsp:nvSpPr>
      <dsp:spPr>
        <a:xfrm>
          <a:off x="1663215" y="1755256"/>
          <a:ext cx="350691" cy="1315091"/>
        </a:xfrm>
        <a:custGeom>
          <a:avLst/>
          <a:gdLst/>
          <a:ahLst/>
          <a:cxnLst/>
          <a:rect l="0" t="0" r="0" b="0"/>
          <a:pathLst>
            <a:path>
              <a:moveTo>
                <a:pt x="0" y="0"/>
              </a:moveTo>
              <a:lnTo>
                <a:pt x="0" y="1315091"/>
              </a:lnTo>
              <a:lnTo>
                <a:pt x="350691" y="1315091"/>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EEE9D1-613E-9640-807B-F62953A567A8}">
      <dsp:nvSpPr>
        <dsp:cNvPr id="0" name=""/>
        <dsp:cNvSpPr/>
      </dsp:nvSpPr>
      <dsp:spPr>
        <a:xfrm>
          <a:off x="2013906" y="2193619"/>
          <a:ext cx="2805529" cy="175345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fr-FR" sz="2200" kern="1200"/>
            <a:t>Le nom sert à repérer un emplacement mémoire dans lequel la valeur de la variable sera stockée</a:t>
          </a:r>
          <a:endParaRPr lang="en-US" sz="2200" kern="1200"/>
        </a:p>
      </dsp:txBody>
      <dsp:txXfrm>
        <a:off x="2065263" y="2244976"/>
        <a:ext cx="2702815" cy="1650741"/>
      </dsp:txXfrm>
    </dsp:sp>
    <dsp:sp modelId="{183DE90B-471B-DC4D-AE48-ADD39E62E939}">
      <dsp:nvSpPr>
        <dsp:cNvPr id="0" name=""/>
        <dsp:cNvSpPr/>
      </dsp:nvSpPr>
      <dsp:spPr>
        <a:xfrm>
          <a:off x="5696163" y="1800"/>
          <a:ext cx="3506911" cy="1753455"/>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a:t>Le type permet de déterminer la façon dont la valeur de la variable est traduite en code binaire, ainsi que la taille de son emplacement mémoire </a:t>
          </a:r>
          <a:endParaRPr lang="en-US" sz="2000" kern="1200"/>
        </a:p>
      </dsp:txBody>
      <dsp:txXfrm>
        <a:off x="5747520" y="53157"/>
        <a:ext cx="3404197" cy="16507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4653C-3DAD-B74E-AB2D-208D10CA438A}">
      <dsp:nvSpPr>
        <dsp:cNvPr id="0" name=""/>
        <dsp:cNvSpPr/>
      </dsp:nvSpPr>
      <dsp:spPr>
        <a:xfrm>
          <a:off x="0" y="111331"/>
          <a:ext cx="10820400" cy="110565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En Java, le mot-clé var permet de déclarer des variables locales avec une inférence de type</a:t>
          </a:r>
          <a:endParaRPr lang="en-US" sz="2000" kern="1200" dirty="0"/>
        </a:p>
      </dsp:txBody>
      <dsp:txXfrm>
        <a:off x="53973" y="165304"/>
        <a:ext cx="10712454" cy="997704"/>
      </dsp:txXfrm>
    </dsp:sp>
    <dsp:sp modelId="{525D006B-1FCE-0740-A250-6C7793AA9398}">
      <dsp:nvSpPr>
        <dsp:cNvPr id="0" name=""/>
        <dsp:cNvSpPr/>
      </dsp:nvSpPr>
      <dsp:spPr>
        <a:xfrm>
          <a:off x="0" y="1274581"/>
          <a:ext cx="10820400" cy="110565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Il simplifie le code en évitant de spécifier explicitement le type d’une variable lorsque celui-ci peut être déduit par le compilateur à partir de l’expression d’initialisation. Celui-ci améliore la lisibilité</a:t>
          </a:r>
          <a:endParaRPr lang="en-US" sz="2000" kern="1200" dirty="0"/>
        </a:p>
      </dsp:txBody>
      <dsp:txXfrm>
        <a:off x="53973" y="1328554"/>
        <a:ext cx="10712454" cy="997704"/>
      </dsp:txXfrm>
    </dsp:sp>
    <dsp:sp modelId="{D836437E-6643-1D49-8023-BE7DFA1D8591}">
      <dsp:nvSpPr>
        <dsp:cNvPr id="0" name=""/>
        <dsp:cNvSpPr/>
      </dsp:nvSpPr>
      <dsp:spPr>
        <a:xfrm>
          <a:off x="0" y="2437831"/>
          <a:ext cx="10820400" cy="110565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Var ne peut être utilisé que pour des variables locales dans des blocs de code, comme les méthodes ou les blocs d’initialisation et nécessite une initialisation immédiate</a:t>
          </a:r>
          <a:endParaRPr lang="en-US" sz="2000" kern="1200"/>
        </a:p>
      </dsp:txBody>
      <dsp:txXfrm>
        <a:off x="53973" y="2491804"/>
        <a:ext cx="10712454" cy="997704"/>
      </dsp:txXfrm>
    </dsp:sp>
    <dsp:sp modelId="{3C20C7A3-D425-6945-840D-08E083A4A283}">
      <dsp:nvSpPr>
        <dsp:cNvPr id="0" name=""/>
        <dsp:cNvSpPr/>
      </dsp:nvSpPr>
      <dsp:spPr>
        <a:xfrm>
          <a:off x="0" y="3601081"/>
          <a:ext cx="10820400" cy="1105650"/>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VAR ne peut pas être utilisé pour les champs de classe, les paramètres de méthode ou les types de retour. </a:t>
          </a:r>
          <a:endParaRPr lang="en-US" sz="2000" kern="1200" dirty="0"/>
        </a:p>
      </dsp:txBody>
      <dsp:txXfrm>
        <a:off x="53973" y="3655054"/>
        <a:ext cx="10712454" cy="9977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4653C-3DAD-B74E-AB2D-208D10CA438A}">
      <dsp:nvSpPr>
        <dsp:cNvPr id="0" name=""/>
        <dsp:cNvSpPr/>
      </dsp:nvSpPr>
      <dsp:spPr>
        <a:xfrm>
          <a:off x="0" y="18811"/>
          <a:ext cx="10820400" cy="1539719"/>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Un record </a:t>
          </a:r>
          <a:r>
            <a:rPr lang="en-US" sz="2800" kern="1200" dirty="0" err="1"/>
            <a:t>déclare</a:t>
          </a:r>
          <a:r>
            <a:rPr lang="en-US" sz="2800" kern="1200" dirty="0"/>
            <a:t> </a:t>
          </a:r>
          <a:r>
            <a:rPr lang="en-US" sz="2800" kern="1200" dirty="0" err="1"/>
            <a:t>automatiquement</a:t>
          </a:r>
          <a:r>
            <a:rPr lang="en-US" sz="2800" kern="1200" dirty="0"/>
            <a:t> des champs </a:t>
          </a:r>
          <a:r>
            <a:rPr lang="en-US" sz="2800" kern="1200" dirty="0" err="1"/>
            <a:t>privés</a:t>
          </a:r>
          <a:r>
            <a:rPr lang="en-US" sz="2800" kern="1200" dirty="0"/>
            <a:t> </a:t>
          </a:r>
          <a:r>
            <a:rPr lang="en-US" sz="2800" kern="1200" dirty="0" err="1"/>
            <a:t>finaux</a:t>
          </a:r>
          <a:r>
            <a:rPr lang="en-US" sz="2800" kern="1200" dirty="0"/>
            <a:t>, un </a:t>
          </a:r>
          <a:r>
            <a:rPr lang="en-US" sz="2800" kern="1200" dirty="0" err="1"/>
            <a:t>constructeur</a:t>
          </a:r>
          <a:r>
            <a:rPr lang="en-US" sz="2800" kern="1200" dirty="0"/>
            <a:t>, et </a:t>
          </a:r>
          <a:r>
            <a:rPr lang="en-US" sz="2800" kern="1200" dirty="0" err="1"/>
            <a:t>tous</a:t>
          </a:r>
          <a:r>
            <a:rPr lang="en-US" sz="2800" kern="1200" dirty="0"/>
            <a:t> les </a:t>
          </a:r>
          <a:r>
            <a:rPr lang="en-US" sz="2800" kern="1200" dirty="0" err="1"/>
            <a:t>autrse</a:t>
          </a:r>
          <a:r>
            <a:rPr lang="en-US" sz="2800" kern="1200" dirty="0"/>
            <a:t> champs </a:t>
          </a:r>
          <a:r>
            <a:rPr lang="en-US" sz="2800" kern="1200" dirty="0" err="1"/>
            <a:t>requis</a:t>
          </a:r>
          <a:r>
            <a:rPr lang="en-US" sz="2800" kern="1200" dirty="0"/>
            <a:t> </a:t>
          </a:r>
          <a:r>
            <a:rPr lang="en-US" sz="2800" kern="1200" dirty="0" err="1"/>
            <a:t>réduisant</a:t>
          </a:r>
          <a:r>
            <a:rPr lang="en-US" sz="2800" kern="1200" dirty="0"/>
            <a:t> </a:t>
          </a:r>
          <a:r>
            <a:rPr lang="en-US" sz="2800" kern="1200" dirty="0" err="1"/>
            <a:t>ainsi</a:t>
          </a:r>
          <a:r>
            <a:rPr lang="en-US" sz="2800" kern="1200" dirty="0"/>
            <a:t> le code </a:t>
          </a:r>
          <a:r>
            <a:rPr lang="en-US" sz="2800" kern="1200" dirty="0" err="1"/>
            <a:t>répétitif</a:t>
          </a:r>
          <a:r>
            <a:rPr lang="en-US" sz="2800" kern="1200" dirty="0"/>
            <a:t> </a:t>
          </a:r>
        </a:p>
      </dsp:txBody>
      <dsp:txXfrm>
        <a:off x="75163" y="93974"/>
        <a:ext cx="10670074" cy="1389393"/>
      </dsp:txXfrm>
    </dsp:sp>
    <dsp:sp modelId="{6A4D6127-477A-AF4C-85D3-966A47FBCE00}">
      <dsp:nvSpPr>
        <dsp:cNvPr id="0" name=""/>
        <dsp:cNvSpPr/>
      </dsp:nvSpPr>
      <dsp:spPr>
        <a:xfrm>
          <a:off x="0" y="1639171"/>
          <a:ext cx="10820400" cy="1539719"/>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t>Ils</a:t>
          </a:r>
          <a:r>
            <a:rPr lang="en-US" sz="2800" kern="1200" dirty="0"/>
            <a:t> </a:t>
          </a:r>
          <a:r>
            <a:rPr lang="en-US" sz="2800" kern="1200" dirty="0" err="1"/>
            <a:t>sont</a:t>
          </a:r>
          <a:r>
            <a:rPr lang="en-US" sz="2800" kern="1200" dirty="0"/>
            <a:t> </a:t>
          </a:r>
          <a:r>
            <a:rPr lang="en-US" sz="2800" kern="1200" dirty="0" err="1"/>
            <a:t>idéaux</a:t>
          </a:r>
          <a:r>
            <a:rPr lang="en-US" sz="2800" kern="1200" dirty="0"/>
            <a:t> pour les </a:t>
          </a:r>
          <a:r>
            <a:rPr lang="en-US" sz="2800" kern="1200" dirty="0" err="1"/>
            <a:t>objets</a:t>
          </a:r>
          <a:r>
            <a:rPr lang="en-US" sz="2800" kern="1200" dirty="0"/>
            <a:t> de </a:t>
          </a:r>
          <a:r>
            <a:rPr lang="en-US" sz="2800" kern="1200" dirty="0" err="1"/>
            <a:t>transfert</a:t>
          </a:r>
          <a:r>
            <a:rPr lang="en-US" sz="2800" kern="1200" dirty="0"/>
            <a:t> de données – DTO </a:t>
          </a:r>
          <a:r>
            <a:rPr lang="en-US" sz="2800" kern="1200" dirty="0" err="1"/>
            <a:t>ou</a:t>
          </a:r>
          <a:r>
            <a:rPr lang="en-US" sz="2800" kern="1200" dirty="0"/>
            <a:t> les structures de données simples</a:t>
          </a:r>
        </a:p>
      </dsp:txBody>
      <dsp:txXfrm>
        <a:off x="75163" y="1714334"/>
        <a:ext cx="10670074" cy="1389393"/>
      </dsp:txXfrm>
    </dsp:sp>
    <dsp:sp modelId="{8AEB95FE-19C2-0D43-A11B-EC025B3FF3C7}">
      <dsp:nvSpPr>
        <dsp:cNvPr id="0" name=""/>
        <dsp:cNvSpPr/>
      </dsp:nvSpPr>
      <dsp:spPr>
        <a:xfrm>
          <a:off x="0" y="3259531"/>
          <a:ext cx="10820400" cy="153971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Les records ne </a:t>
          </a:r>
          <a:r>
            <a:rPr lang="en-US" sz="2800" kern="1200" dirty="0" err="1"/>
            <a:t>peuvent</a:t>
          </a:r>
          <a:r>
            <a:rPr lang="en-US" sz="2800" kern="1200" dirty="0"/>
            <a:t> pas </a:t>
          </a:r>
          <a:r>
            <a:rPr lang="en-US" sz="2800" kern="1200" dirty="0" err="1"/>
            <a:t>être</a:t>
          </a:r>
          <a:r>
            <a:rPr lang="en-US" sz="2800" kern="1200" dirty="0"/>
            <a:t> </a:t>
          </a:r>
          <a:r>
            <a:rPr lang="en-US" sz="2800" kern="1200" dirty="0" err="1"/>
            <a:t>modifiés</a:t>
          </a:r>
          <a:r>
            <a:rPr lang="en-US" sz="2800" kern="1200" dirty="0"/>
            <a:t> après </a:t>
          </a:r>
          <a:r>
            <a:rPr lang="en-US" sz="2800" kern="1200" dirty="0" err="1"/>
            <a:t>leur</a:t>
          </a:r>
          <a:r>
            <a:rPr lang="en-US" sz="2800" kern="1200" dirty="0"/>
            <a:t> </a:t>
          </a:r>
          <a:r>
            <a:rPr lang="en-US" sz="2800" kern="1200" dirty="0" err="1"/>
            <a:t>création</a:t>
          </a:r>
          <a:r>
            <a:rPr lang="en-US" sz="2800" kern="1200" dirty="0"/>
            <a:t> et </a:t>
          </a:r>
          <a:r>
            <a:rPr lang="en-US" sz="2800" kern="1200" dirty="0" err="1"/>
            <a:t>leurs</a:t>
          </a:r>
          <a:r>
            <a:rPr lang="en-US" sz="2800" kern="1200" dirty="0"/>
            <a:t> champs </a:t>
          </a:r>
          <a:r>
            <a:rPr lang="en-US" sz="2800" kern="1200" dirty="0" err="1"/>
            <a:t>doivent</a:t>
          </a:r>
          <a:r>
            <a:rPr lang="en-US" sz="2800" kern="1200" dirty="0"/>
            <a:t> </a:t>
          </a:r>
          <a:r>
            <a:rPr lang="en-US" sz="2800" kern="1200" dirty="0" err="1"/>
            <a:t>être</a:t>
          </a:r>
          <a:r>
            <a:rPr lang="en-US" sz="2800" kern="1200" dirty="0"/>
            <a:t> </a:t>
          </a:r>
          <a:r>
            <a:rPr lang="en-US" sz="2800" kern="1200" dirty="0" err="1"/>
            <a:t>initialisés</a:t>
          </a:r>
          <a:r>
            <a:rPr lang="en-US" sz="2800" kern="1200" dirty="0"/>
            <a:t> via le </a:t>
          </a:r>
          <a:r>
            <a:rPr lang="en-US" sz="2800" kern="1200" dirty="0" err="1"/>
            <a:t>constructeur</a:t>
          </a:r>
          <a:r>
            <a:rPr lang="en-US" sz="2800" kern="1200" dirty="0"/>
            <a:t> </a:t>
          </a:r>
          <a:r>
            <a:rPr lang="en-US" sz="2800" kern="1200" dirty="0" err="1"/>
            <a:t>généré</a:t>
          </a:r>
          <a:endParaRPr lang="en-US" sz="2800" kern="1200" dirty="0"/>
        </a:p>
      </dsp:txBody>
      <dsp:txXfrm>
        <a:off x="75163" y="3334694"/>
        <a:ext cx="10670074" cy="13893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33E8A0-1D61-244A-A2BD-7BEFC49001A7}">
      <dsp:nvSpPr>
        <dsp:cNvPr id="0" name=""/>
        <dsp:cNvSpPr/>
      </dsp:nvSpPr>
      <dsp:spPr>
        <a:xfrm>
          <a:off x="0" y="1361040"/>
          <a:ext cx="10968789" cy="103428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Primitive Data Type</a:t>
          </a:r>
          <a:br>
            <a:rPr lang="fr-FR" sz="2600" kern="1200"/>
          </a:br>
          <a:r>
            <a:rPr lang="fr-FR" sz="2600" kern="1200">
              <a:hlinkClick xmlns:r="http://schemas.openxmlformats.org/officeDocument/2006/relationships" r:id="rId1"/>
            </a:rPr>
            <a:t>https://docs.oracle.com/javase/tutorial/java/nutsandbolts/datatypes.html</a:t>
          </a:r>
          <a:r>
            <a:rPr lang="fr-FR" sz="2600" kern="1200"/>
            <a:t> </a:t>
          </a:r>
          <a:endParaRPr lang="fr-CA" sz="2600" kern="1200"/>
        </a:p>
      </dsp:txBody>
      <dsp:txXfrm>
        <a:off x="50489" y="1411529"/>
        <a:ext cx="10867811" cy="933302"/>
      </dsp:txXfrm>
    </dsp:sp>
    <dsp:sp modelId="{1275269B-52B7-974A-973B-66D481E45DD2}">
      <dsp:nvSpPr>
        <dsp:cNvPr id="0" name=""/>
        <dsp:cNvSpPr/>
      </dsp:nvSpPr>
      <dsp:spPr>
        <a:xfrm>
          <a:off x="0" y="2470200"/>
          <a:ext cx="10968789" cy="1034280"/>
        </a:xfrm>
        <a:prstGeom prst="roundRect">
          <a:avLst/>
        </a:prstGeom>
        <a:gradFill rotWithShape="0">
          <a:gsLst>
            <a:gs pos="0">
              <a:schemeClr val="accent2">
                <a:hueOff val="6443612"/>
                <a:satOff val="-18493"/>
                <a:lumOff val="-29609"/>
                <a:alphaOff val="0"/>
                <a:lumMod val="110000"/>
                <a:satMod val="105000"/>
                <a:tint val="67000"/>
              </a:schemeClr>
            </a:gs>
            <a:gs pos="50000">
              <a:schemeClr val="accent2">
                <a:hueOff val="6443612"/>
                <a:satOff val="-18493"/>
                <a:lumOff val="-29609"/>
                <a:alphaOff val="0"/>
                <a:lumMod val="105000"/>
                <a:satMod val="103000"/>
                <a:tint val="73000"/>
              </a:schemeClr>
            </a:gs>
            <a:gs pos="100000">
              <a:schemeClr val="accent2">
                <a:hueOff val="6443612"/>
                <a:satOff val="-18493"/>
                <a:lumOff val="-2960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Operators </a:t>
          </a:r>
          <a:br>
            <a:rPr lang="fr-FR" sz="2600" kern="1200"/>
          </a:br>
          <a:r>
            <a:rPr lang="fr-FR" sz="2600" kern="1200">
              <a:hlinkClick xmlns:r="http://schemas.openxmlformats.org/officeDocument/2006/relationships" r:id="rId2"/>
            </a:rPr>
            <a:t>https://docs.oracle.com/javase/tutorial/java/nutsandbolts/operators.html</a:t>
          </a:r>
          <a:r>
            <a:rPr lang="fr-FR" sz="2600" kern="1200"/>
            <a:t> </a:t>
          </a:r>
          <a:endParaRPr lang="fr-CA" sz="2600" kern="1200"/>
        </a:p>
      </dsp:txBody>
      <dsp:txXfrm>
        <a:off x="50489" y="2520689"/>
        <a:ext cx="10867811" cy="9333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7921B-0D4D-48E9-BB0F-B33C694768AA}">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578A44-9A04-4E4B-84DC-A30B7110797E}">
      <dsp:nvSpPr>
        <dsp:cNvPr id="0" name=""/>
        <dsp:cNvSpPr/>
      </dsp:nvSpPr>
      <dsp:spPr>
        <a:xfrm>
          <a:off x="350852" y="263253"/>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332DAE-43C6-4F4F-B743-AA3C3A53D067}">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fr-FR" sz="1900" kern="1200"/>
            <a:t>Les variables d’instance et de classe répondent à des besoins distincts. </a:t>
          </a:r>
          <a:endParaRPr lang="en-US" sz="1900" kern="1200"/>
        </a:p>
      </dsp:txBody>
      <dsp:txXfrm>
        <a:off x="1339618" y="2288"/>
        <a:ext cx="5024605" cy="1159843"/>
      </dsp:txXfrm>
    </dsp:sp>
    <dsp:sp modelId="{0B92B673-F689-49D6-8C34-4C734C62D956}">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55083-46B8-4614-BD69-224290CEE85A}">
      <dsp:nvSpPr>
        <dsp:cNvPr id="0" name=""/>
        <dsp:cNvSpPr/>
      </dsp:nvSpPr>
      <dsp:spPr>
        <a:xfrm>
          <a:off x="350852" y="1713057"/>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962783-DE7A-426F-BD1A-797A7CDAD9A4}">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fr-FR" sz="1900" kern="1200"/>
            <a:t>Les variables d’instance, avec une portée liée à l’objet, modélisent des données spécifiques.</a:t>
          </a:r>
          <a:endParaRPr lang="en-US" sz="1900" kern="1200"/>
        </a:p>
      </dsp:txBody>
      <dsp:txXfrm>
        <a:off x="1339618" y="1452092"/>
        <a:ext cx="5024605" cy="1159843"/>
      </dsp:txXfrm>
    </dsp:sp>
    <dsp:sp modelId="{3CD68CD0-A7A6-4434-8042-C13B2F0032F9}">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7697C-6E6D-43CB-B48D-13EFDFEF261F}">
      <dsp:nvSpPr>
        <dsp:cNvPr id="0" name=""/>
        <dsp:cNvSpPr/>
      </dsp:nvSpPr>
      <dsp:spPr>
        <a:xfrm>
          <a:off x="350852" y="3162861"/>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906317-C6EC-456C-9D69-DEC637D86DE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fr-FR" sz="1900" kern="1200"/>
            <a:t>Les variables, avec une portée globale, gèrent des informations communes. </a:t>
          </a:r>
          <a:endParaRPr lang="en-US" sz="1900" kern="1200"/>
        </a:p>
      </dsp:txBody>
      <dsp:txXfrm>
        <a:off x="1339618" y="2901896"/>
        <a:ext cx="5024605" cy="1159843"/>
      </dsp:txXfrm>
    </dsp:sp>
    <dsp:sp modelId="{84AEA95B-CB78-4416-A1E9-ADBAC5CA15A2}">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9304C6-8FD3-46B9-A470-FF8FB3911610}">
      <dsp:nvSpPr>
        <dsp:cNvPr id="0" name=""/>
        <dsp:cNvSpPr/>
      </dsp:nvSpPr>
      <dsp:spPr>
        <a:xfrm>
          <a:off x="350852" y="4612665"/>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4C991F-972D-4AC6-9CE2-FCED8FB0060D}">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fr-FR" sz="1900" kern="1200"/>
            <a:t>Comprendre leurs portée et leur interaction avec les méthodes est crucial pour concevoir des programmes Java robustes et clairs </a:t>
          </a:r>
          <a:endParaRPr lang="en-US" sz="1900" kern="1200"/>
        </a:p>
      </dsp:txBody>
      <dsp:txXfrm>
        <a:off x="1339618" y="4351700"/>
        <a:ext cx="5024605" cy="115984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1075F0-8338-604A-B957-995A1BBFAF1B}">
      <dsp:nvSpPr>
        <dsp:cNvPr id="0" name=""/>
        <dsp:cNvSpPr/>
      </dsp:nvSpPr>
      <dsp:spPr>
        <a:xfrm>
          <a:off x="205" y="687670"/>
          <a:ext cx="2479997" cy="297599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fr-FR" sz="1400" kern="1200" dirty="0"/>
            <a:t>Si la fonction ne retourne aucune valeur, alors on utilise le mot-clé </a:t>
          </a:r>
          <a:r>
            <a:rPr lang="fr-FR" sz="1400" i="1" kern="1200" dirty="0" err="1"/>
            <a:t>void</a:t>
          </a:r>
          <a:r>
            <a:rPr lang="fr-FR" sz="1400" kern="1200" dirty="0"/>
            <a:t> au lieu de </a:t>
          </a:r>
          <a:r>
            <a:rPr lang="fr-FR" sz="1400" i="1" kern="1200" dirty="0" err="1"/>
            <a:t>typeretourné</a:t>
          </a:r>
          <a:endParaRPr lang="fr-CA" sz="1400" kern="1200" dirty="0"/>
        </a:p>
      </dsp:txBody>
      <dsp:txXfrm>
        <a:off x="205" y="1878069"/>
        <a:ext cx="2479997" cy="1785598"/>
      </dsp:txXfrm>
    </dsp:sp>
    <dsp:sp modelId="{5936229D-FE6E-394A-A6C4-D7C491410F5C}">
      <dsp:nvSpPr>
        <dsp:cNvPr id="0" name=""/>
        <dsp:cNvSpPr/>
      </dsp:nvSpPr>
      <dsp:spPr>
        <a:xfrm>
          <a:off x="205"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fr-CA" sz="6100" kern="1200"/>
            <a:t>01</a:t>
          </a:r>
        </a:p>
      </dsp:txBody>
      <dsp:txXfrm>
        <a:off x="205" y="687670"/>
        <a:ext cx="2479997" cy="1190398"/>
      </dsp:txXfrm>
    </dsp:sp>
    <dsp:sp modelId="{8855AE0E-7750-D443-B38A-67632325D142}">
      <dsp:nvSpPr>
        <dsp:cNvPr id="0" name=""/>
        <dsp:cNvSpPr/>
      </dsp:nvSpPr>
      <dsp:spPr>
        <a:xfrm>
          <a:off x="2678602" y="687670"/>
          <a:ext cx="2479997" cy="2975996"/>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fr-FR" sz="1400" kern="1200"/>
            <a:t>Si la fonction retourne un type de valeur, ce type remplace </a:t>
          </a:r>
          <a:r>
            <a:rPr lang="fr-FR" sz="1400" i="1" kern="1200"/>
            <a:t>typeretourné </a:t>
          </a:r>
          <a:r>
            <a:rPr lang="fr-FR" sz="1400" kern="1200"/>
            <a:t>dans la définition de la fonction</a:t>
          </a:r>
          <a:endParaRPr lang="fr-CA" sz="1400" kern="1200"/>
        </a:p>
      </dsp:txBody>
      <dsp:txXfrm>
        <a:off x="2678602" y="1878069"/>
        <a:ext cx="2479997" cy="1785598"/>
      </dsp:txXfrm>
    </dsp:sp>
    <dsp:sp modelId="{DE2ACB5F-A466-ED4A-B3AC-0D5B64027FDF}">
      <dsp:nvSpPr>
        <dsp:cNvPr id="0" name=""/>
        <dsp:cNvSpPr/>
      </dsp:nvSpPr>
      <dsp:spPr>
        <a:xfrm>
          <a:off x="2678602"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fr-CA" sz="6100" kern="1200"/>
            <a:t>02</a:t>
          </a:r>
        </a:p>
      </dsp:txBody>
      <dsp:txXfrm>
        <a:off x="2678602" y="687670"/>
        <a:ext cx="2479997" cy="1190398"/>
      </dsp:txXfrm>
    </dsp:sp>
    <dsp:sp modelId="{C692DB97-39F6-CC4D-9B67-42931459B1D7}">
      <dsp:nvSpPr>
        <dsp:cNvPr id="0" name=""/>
        <dsp:cNvSpPr/>
      </dsp:nvSpPr>
      <dsp:spPr>
        <a:xfrm>
          <a:off x="5356999" y="687670"/>
          <a:ext cx="2479997" cy="2975996"/>
        </a:xfrm>
        <a:prstGeom prst="rect">
          <a:avLst/>
        </a:prstGeom>
        <a:solidFill>
          <a:schemeClr val="accent2">
            <a:hueOff val="4295742"/>
            <a:satOff val="-12329"/>
            <a:lumOff val="-19739"/>
            <a:alphaOff val="0"/>
          </a:schemeClr>
        </a:solidFill>
        <a:ln w="19050" cap="flat" cmpd="sng" algn="ctr">
          <a:solidFill>
            <a:schemeClr val="accent2">
              <a:hueOff val="4295742"/>
              <a:satOff val="-12329"/>
              <a:lumOff val="-1973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fr-FR" sz="1400" kern="1200"/>
            <a:t>Si la fonction ne reçoit aucun paramètre, on affiche des parenthèses vides au nom de la fonction</a:t>
          </a:r>
          <a:endParaRPr lang="fr-CA" sz="1400" kern="1200"/>
        </a:p>
      </dsp:txBody>
      <dsp:txXfrm>
        <a:off x="5356999" y="1878069"/>
        <a:ext cx="2479997" cy="1785598"/>
      </dsp:txXfrm>
    </dsp:sp>
    <dsp:sp modelId="{E09C26CD-2FEA-C44C-97F0-874D0BC09F47}">
      <dsp:nvSpPr>
        <dsp:cNvPr id="0" name=""/>
        <dsp:cNvSpPr/>
      </dsp:nvSpPr>
      <dsp:spPr>
        <a:xfrm>
          <a:off x="5356999"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fr-CA" sz="6100" kern="1200"/>
            <a:t>03</a:t>
          </a:r>
        </a:p>
      </dsp:txBody>
      <dsp:txXfrm>
        <a:off x="5356999" y="687670"/>
        <a:ext cx="2479997" cy="1190398"/>
      </dsp:txXfrm>
    </dsp:sp>
    <dsp:sp modelId="{758994E6-7E84-FE40-8E5E-3EC66647DA80}">
      <dsp:nvSpPr>
        <dsp:cNvPr id="0" name=""/>
        <dsp:cNvSpPr/>
      </dsp:nvSpPr>
      <dsp:spPr>
        <a:xfrm>
          <a:off x="8035397" y="687670"/>
          <a:ext cx="2479997" cy="2975996"/>
        </a:xfrm>
        <a:prstGeom prst="rect">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fr-FR" sz="1400" kern="1200"/>
            <a:t>Si la fonction reçoit plusieurs paramètres, on place ces paramètres séparés par des virgules entre parenthèses après le nom de la fonction </a:t>
          </a:r>
          <a:endParaRPr lang="fr-CA" sz="1400" kern="1200"/>
        </a:p>
      </dsp:txBody>
      <dsp:txXfrm>
        <a:off x="8035397" y="1878069"/>
        <a:ext cx="2479997" cy="1785598"/>
      </dsp:txXfrm>
    </dsp:sp>
    <dsp:sp modelId="{0DD127ED-356C-6642-8484-D472AB32F550}">
      <dsp:nvSpPr>
        <dsp:cNvPr id="0" name=""/>
        <dsp:cNvSpPr/>
      </dsp:nvSpPr>
      <dsp:spPr>
        <a:xfrm>
          <a:off x="8035397"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fr-CA" sz="6100" kern="1200"/>
            <a:t>04</a:t>
          </a:r>
        </a:p>
      </dsp:txBody>
      <dsp:txXfrm>
        <a:off x="8035397" y="687670"/>
        <a:ext cx="2479997" cy="119039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CF933-C501-FB45-87B7-7586544825C5}">
      <dsp:nvSpPr>
        <dsp:cNvPr id="0" name=""/>
        <dsp:cNvSpPr/>
      </dsp:nvSpPr>
      <dsp:spPr>
        <a:xfrm>
          <a:off x="0" y="105951"/>
          <a:ext cx="6666833" cy="100693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L’instruction while (condition) permet d’exécuter les instructions dans sa portée tant que la condition est vraie</a:t>
          </a:r>
          <a:endParaRPr lang="en-US" sz="1800" kern="1200"/>
        </a:p>
      </dsp:txBody>
      <dsp:txXfrm>
        <a:off x="49154" y="155105"/>
        <a:ext cx="6568525" cy="908623"/>
      </dsp:txXfrm>
    </dsp:sp>
    <dsp:sp modelId="{9A453EC7-C608-C04F-929B-8DFCBE666A16}">
      <dsp:nvSpPr>
        <dsp:cNvPr id="0" name=""/>
        <dsp:cNvSpPr/>
      </dsp:nvSpPr>
      <dsp:spPr>
        <a:xfrm>
          <a:off x="0" y="1164723"/>
          <a:ext cx="6666833" cy="1006931"/>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Les instructions peuvent ne jamais s’exécuter si la condition n’est pas vérifiée dès l’entrée de la boucle </a:t>
          </a:r>
          <a:endParaRPr lang="en-US" sz="1800" kern="1200"/>
        </a:p>
      </dsp:txBody>
      <dsp:txXfrm>
        <a:off x="49154" y="1213877"/>
        <a:ext cx="6568525" cy="908623"/>
      </dsp:txXfrm>
    </dsp:sp>
    <dsp:sp modelId="{5708F1F5-0A78-2943-89CE-63F8E644E9F3}">
      <dsp:nvSpPr>
        <dsp:cNvPr id="0" name=""/>
        <dsp:cNvSpPr/>
      </dsp:nvSpPr>
      <dsp:spPr>
        <a:xfrm>
          <a:off x="0" y="2223494"/>
          <a:ext cx="6666833" cy="1006931"/>
        </a:xfrm>
        <a:prstGeom prst="roundRect">
          <a:avLst/>
        </a:prstGeom>
        <a:gradFill rotWithShape="0">
          <a:gsLst>
            <a:gs pos="0">
              <a:schemeClr val="accent2">
                <a:hueOff val="3221806"/>
                <a:satOff val="-9246"/>
                <a:lumOff val="-14805"/>
                <a:alphaOff val="0"/>
                <a:satMod val="103000"/>
                <a:lumMod val="102000"/>
                <a:tint val="94000"/>
              </a:schemeClr>
            </a:gs>
            <a:gs pos="50000">
              <a:schemeClr val="accent2">
                <a:hueOff val="3221806"/>
                <a:satOff val="-9246"/>
                <a:lumOff val="-14805"/>
                <a:alphaOff val="0"/>
                <a:satMod val="110000"/>
                <a:lumMod val="100000"/>
                <a:shade val="100000"/>
              </a:schemeClr>
            </a:gs>
            <a:gs pos="100000">
              <a:schemeClr val="accent2">
                <a:hueOff val="3221806"/>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Il est possible de terminer une itération, ou la boucle entière grâce à deux instructions </a:t>
          </a:r>
          <a:r>
            <a:rPr lang="fr-FR" sz="1800" b="1" kern="1200"/>
            <a:t>continue </a:t>
          </a:r>
          <a:r>
            <a:rPr lang="fr-FR" sz="1800" kern="1200"/>
            <a:t>et </a:t>
          </a:r>
          <a:r>
            <a:rPr lang="fr-FR" sz="1800" b="1" kern="1200"/>
            <a:t>break</a:t>
          </a:r>
          <a:endParaRPr lang="en-US" sz="1800" kern="1200"/>
        </a:p>
      </dsp:txBody>
      <dsp:txXfrm>
        <a:off x="49154" y="2272648"/>
        <a:ext cx="6568525" cy="908623"/>
      </dsp:txXfrm>
    </dsp:sp>
    <dsp:sp modelId="{C5FF148F-41EF-B848-A2DA-143D08E5007D}">
      <dsp:nvSpPr>
        <dsp:cNvPr id="0" name=""/>
        <dsp:cNvSpPr/>
      </dsp:nvSpPr>
      <dsp:spPr>
        <a:xfrm>
          <a:off x="0" y="3282265"/>
          <a:ext cx="6666833" cy="1006931"/>
        </a:xfrm>
        <a:prstGeom prst="roundRect">
          <a:avLst/>
        </a:prstGeom>
        <a:gradFill rotWithShape="0">
          <a:gsLst>
            <a:gs pos="0">
              <a:schemeClr val="accent2">
                <a:hueOff val="4832709"/>
                <a:satOff val="-13870"/>
                <a:lumOff val="-22207"/>
                <a:alphaOff val="0"/>
                <a:satMod val="103000"/>
                <a:lumMod val="102000"/>
                <a:tint val="94000"/>
              </a:schemeClr>
            </a:gs>
            <a:gs pos="50000">
              <a:schemeClr val="accent2">
                <a:hueOff val="4832709"/>
                <a:satOff val="-13870"/>
                <a:lumOff val="-22207"/>
                <a:alphaOff val="0"/>
                <a:satMod val="110000"/>
                <a:lumMod val="100000"/>
                <a:shade val="100000"/>
              </a:schemeClr>
            </a:gs>
            <a:gs pos="100000">
              <a:schemeClr val="accent2">
                <a:hueOff val="4832709"/>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L’instruction </a:t>
          </a:r>
          <a:r>
            <a:rPr lang="fr-FR" sz="1800" b="1" kern="1200"/>
            <a:t>continue</a:t>
          </a:r>
          <a:r>
            <a:rPr lang="fr-FR" sz="1800" kern="1200"/>
            <a:t> permet de sauter toutes les instructions qui suivent et revenir au début de la boucle </a:t>
          </a:r>
          <a:endParaRPr lang="en-US" sz="1800" kern="1200"/>
        </a:p>
      </dsp:txBody>
      <dsp:txXfrm>
        <a:off x="49154" y="3331419"/>
        <a:ext cx="6568525" cy="908623"/>
      </dsp:txXfrm>
    </dsp:sp>
    <dsp:sp modelId="{85253022-C241-5F44-AF5C-098A56880B16}">
      <dsp:nvSpPr>
        <dsp:cNvPr id="0" name=""/>
        <dsp:cNvSpPr/>
      </dsp:nvSpPr>
      <dsp:spPr>
        <a:xfrm>
          <a:off x="0" y="4341036"/>
          <a:ext cx="6666833" cy="1006931"/>
        </a:xfrm>
        <a:prstGeom prst="roundRect">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Le mot-clé </a:t>
          </a:r>
          <a:r>
            <a:rPr lang="fr-FR" sz="1800" b="1" kern="1200"/>
            <a:t>continue</a:t>
          </a:r>
          <a:r>
            <a:rPr lang="fr-FR" sz="1800" kern="1200"/>
            <a:t> permet de sauter une partie de l’exécution du code d’une structure d’itération pour commencer une nouvelle itération</a:t>
          </a:r>
          <a:endParaRPr lang="en-US" sz="1800" kern="1200"/>
        </a:p>
      </dsp:txBody>
      <dsp:txXfrm>
        <a:off x="49154" y="4390190"/>
        <a:ext cx="6568525" cy="90862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A81018-9F39-7A44-B7A9-B948666A1DA5}">
      <dsp:nvSpPr>
        <dsp:cNvPr id="0" name=""/>
        <dsp:cNvSpPr/>
      </dsp:nvSpPr>
      <dsp:spPr>
        <a:xfrm>
          <a:off x="0" y="214323"/>
          <a:ext cx="7768388" cy="75582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L’instruction</a:t>
          </a:r>
          <a:r>
            <a:rPr lang="fr-FR" sz="1900" b="1" kern="1200"/>
            <a:t> for </a:t>
          </a:r>
          <a:r>
            <a:rPr lang="fr-FR" sz="1900" kern="1200"/>
            <a:t>permet de répéter les instructions dans la portée en utilisant plusieurs valeurs pour certaines variables</a:t>
          </a:r>
          <a:endParaRPr lang="fr-CA" sz="1900" kern="1200"/>
        </a:p>
      </dsp:txBody>
      <dsp:txXfrm>
        <a:off x="36896" y="251219"/>
        <a:ext cx="7694596" cy="682028"/>
      </dsp:txXfrm>
    </dsp:sp>
    <dsp:sp modelId="{C2157FC7-8ACF-C94A-AEAD-4DB7048A0DA9}">
      <dsp:nvSpPr>
        <dsp:cNvPr id="0" name=""/>
        <dsp:cNvSpPr/>
      </dsp:nvSpPr>
      <dsp:spPr>
        <a:xfrm>
          <a:off x="0" y="1024863"/>
          <a:ext cx="7768388" cy="755820"/>
        </a:xfrm>
        <a:prstGeom prst="roundRect">
          <a:avLst/>
        </a:prstGeom>
        <a:solidFill>
          <a:schemeClr val="accent4">
            <a:hueOff val="1099990"/>
            <a:satOff val="-4867"/>
            <a:lumOff val="-81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Ces variables sont déclarées et initialisées dans l’expression initialisation </a:t>
          </a:r>
          <a:endParaRPr lang="fr-CA" sz="1900" kern="1200"/>
        </a:p>
      </dsp:txBody>
      <dsp:txXfrm>
        <a:off x="36896" y="1061759"/>
        <a:ext cx="7694596" cy="682028"/>
      </dsp:txXfrm>
    </dsp:sp>
    <dsp:sp modelId="{C99994EE-9A09-6440-9504-65B24C9D38C7}">
      <dsp:nvSpPr>
        <dsp:cNvPr id="0" name=""/>
        <dsp:cNvSpPr/>
      </dsp:nvSpPr>
      <dsp:spPr>
        <a:xfrm>
          <a:off x="0" y="1835403"/>
          <a:ext cx="7768388" cy="755820"/>
        </a:xfrm>
        <a:prstGeom prst="roundRect">
          <a:avLst/>
        </a:prstGeom>
        <a:solidFill>
          <a:schemeClr val="accent4">
            <a:hueOff val="2199979"/>
            <a:satOff val="-9734"/>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La fin de l’itération est indiquée par l’expression </a:t>
          </a:r>
          <a:r>
            <a:rPr lang="fr-FR" sz="1900" b="1" kern="1200" dirty="0" err="1"/>
            <a:t>test_fin</a:t>
          </a:r>
          <a:endParaRPr lang="fr-CA" sz="1900" kern="1200" dirty="0"/>
        </a:p>
      </dsp:txBody>
      <dsp:txXfrm>
        <a:off x="36896" y="1872299"/>
        <a:ext cx="7694596" cy="682028"/>
      </dsp:txXfrm>
    </dsp:sp>
    <dsp:sp modelId="{1CA649A5-43AC-3142-A420-9E26DBA8DB38}">
      <dsp:nvSpPr>
        <dsp:cNvPr id="0" name=""/>
        <dsp:cNvSpPr/>
      </dsp:nvSpPr>
      <dsp:spPr>
        <a:xfrm>
          <a:off x="0" y="2645943"/>
          <a:ext cx="7768388" cy="755820"/>
        </a:xfrm>
        <a:prstGeom prst="round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L’expression</a:t>
          </a:r>
          <a:r>
            <a:rPr lang="fr-FR" sz="1900" b="1" kern="1200"/>
            <a:t> itération </a:t>
          </a:r>
          <a:r>
            <a:rPr lang="fr-FR" sz="1900" kern="1200"/>
            <a:t>est exécutée au début de chaque nouvelle itération après la première</a:t>
          </a:r>
          <a:endParaRPr lang="fr-CA" sz="1900" kern="1200"/>
        </a:p>
      </dsp:txBody>
      <dsp:txXfrm>
        <a:off x="36896" y="2682839"/>
        <a:ext cx="7694596" cy="682028"/>
      </dsp:txXfrm>
    </dsp:sp>
    <dsp:sp modelId="{5557D8F1-BE3A-BE40-8AF1-E833B3F35F6C}">
      <dsp:nvSpPr>
        <dsp:cNvPr id="0" name=""/>
        <dsp:cNvSpPr/>
      </dsp:nvSpPr>
      <dsp:spPr>
        <a:xfrm>
          <a:off x="0" y="3456483"/>
          <a:ext cx="7768388" cy="755820"/>
        </a:xfrm>
        <a:prstGeom prst="roundRect">
          <a:avLst/>
        </a:prstGeom>
        <a:solidFill>
          <a:schemeClr val="accent4">
            <a:hueOff val="4399958"/>
            <a:satOff val="-19468"/>
            <a:lumOff val="-32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L’expression </a:t>
          </a:r>
          <a:r>
            <a:rPr lang="fr-FR" sz="1900" b="1" kern="1200"/>
            <a:t>itération</a:t>
          </a:r>
          <a:r>
            <a:rPr lang="fr-FR" sz="1900" kern="1200"/>
            <a:t> met à jour la variable après chaque exécution du bloc, souvent en incrémentation </a:t>
          </a:r>
          <a:endParaRPr lang="fr-CA" sz="1900" kern="1200"/>
        </a:p>
      </dsp:txBody>
      <dsp:txXfrm>
        <a:off x="36896" y="3493379"/>
        <a:ext cx="7694596" cy="682028"/>
      </dsp:txXfrm>
    </dsp:sp>
    <dsp:sp modelId="{107599FC-CB04-934E-B62B-056C619B72EA}">
      <dsp:nvSpPr>
        <dsp:cNvPr id="0" name=""/>
        <dsp:cNvSpPr/>
      </dsp:nvSpPr>
      <dsp:spPr>
        <a:xfrm>
          <a:off x="0" y="4267023"/>
          <a:ext cx="7768388" cy="755820"/>
        </a:xfrm>
        <a:prstGeom prst="roundRect">
          <a:avLst/>
        </a:prstGeom>
        <a:solidFill>
          <a:schemeClr val="accent4">
            <a:hueOff val="5499947"/>
            <a:satOff val="-24335"/>
            <a:lumOff val="-408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L’instruction </a:t>
          </a:r>
          <a:r>
            <a:rPr lang="fr-FR" sz="1900" b="1" kern="1200"/>
            <a:t>continue</a:t>
          </a:r>
          <a:r>
            <a:rPr lang="fr-FR" sz="1900" kern="1200"/>
            <a:t> interrompt immédiatement l’itération courante et passe à la suivante, sans exécuter le reste du bloc de la boucle</a:t>
          </a:r>
          <a:endParaRPr lang="fr-CA" sz="1900" kern="1200"/>
        </a:p>
      </dsp:txBody>
      <dsp:txXfrm>
        <a:off x="36896" y="4303919"/>
        <a:ext cx="7694596" cy="682028"/>
      </dsp:txXfrm>
    </dsp:sp>
    <dsp:sp modelId="{E73B9DB1-EC0C-5A42-8CFA-DEBA9B09CE79}">
      <dsp:nvSpPr>
        <dsp:cNvPr id="0" name=""/>
        <dsp:cNvSpPr/>
      </dsp:nvSpPr>
      <dsp:spPr>
        <a:xfrm>
          <a:off x="0" y="5077563"/>
          <a:ext cx="7768388" cy="755820"/>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Le rôle de </a:t>
          </a:r>
          <a:r>
            <a:rPr lang="fr-FR" sz="1900" b="1" kern="1200"/>
            <a:t>continue</a:t>
          </a:r>
          <a:r>
            <a:rPr lang="fr-FR" sz="1900" kern="1200"/>
            <a:t> est donc de filtrer les itérations non désirées de manière concise</a:t>
          </a:r>
          <a:endParaRPr lang="fr-CA" sz="1900" kern="1200"/>
        </a:p>
      </dsp:txBody>
      <dsp:txXfrm>
        <a:off x="36896" y="5114459"/>
        <a:ext cx="7694596" cy="68202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0550AB-1AE0-4542-9545-27CA48B181B1}">
      <dsp:nvSpPr>
        <dsp:cNvPr id="0" name=""/>
        <dsp:cNvSpPr/>
      </dsp:nvSpPr>
      <dsp:spPr>
        <a:xfrm>
          <a:off x="1503212" y="1575"/>
          <a:ext cx="6012848" cy="161476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6666" tIns="410151" rIns="116666" bIns="410151" numCol="1" spcCol="1270" anchor="ctr" anchorCtr="0">
          <a:noAutofit/>
        </a:bodyPr>
        <a:lstStyle/>
        <a:p>
          <a:pPr marL="0" lvl="0" indent="0" algn="l" defTabSz="533400">
            <a:lnSpc>
              <a:spcPct val="90000"/>
            </a:lnSpc>
            <a:spcBef>
              <a:spcPct val="0"/>
            </a:spcBef>
            <a:spcAft>
              <a:spcPct val="35000"/>
            </a:spcAft>
            <a:buNone/>
          </a:pPr>
          <a:r>
            <a:rPr lang="fr-FR" sz="1200" kern="1200"/>
            <a:t>Lorsqu’on connait d’avance le nombre d’itération à effectuer</a:t>
          </a:r>
          <a:endParaRPr lang="en-US" sz="1200" kern="1200"/>
        </a:p>
        <a:p>
          <a:pPr marL="0" lvl="0" indent="0" algn="l" defTabSz="533400">
            <a:lnSpc>
              <a:spcPct val="90000"/>
            </a:lnSpc>
            <a:spcBef>
              <a:spcPct val="0"/>
            </a:spcBef>
            <a:spcAft>
              <a:spcPct val="35000"/>
            </a:spcAft>
            <a:buNone/>
          </a:pPr>
          <a:r>
            <a:rPr lang="fr-FR" sz="1200" kern="1200" dirty="0"/>
            <a:t>Idéal pour les situations où l’on a un compteur ou un indice qui évolue de façon prévisible</a:t>
          </a:r>
          <a:endParaRPr lang="en-US" sz="1200" kern="1200" dirty="0"/>
        </a:p>
      </dsp:txBody>
      <dsp:txXfrm>
        <a:off x="1503212" y="1575"/>
        <a:ext cx="6012848" cy="1614769"/>
      </dsp:txXfrm>
    </dsp:sp>
    <dsp:sp modelId="{0C371D09-23F5-B14B-9A65-9DC400251174}">
      <dsp:nvSpPr>
        <dsp:cNvPr id="0" name=""/>
        <dsp:cNvSpPr/>
      </dsp:nvSpPr>
      <dsp:spPr>
        <a:xfrm>
          <a:off x="0" y="1575"/>
          <a:ext cx="1503212" cy="161476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79545" tIns="159503" rIns="79545" bIns="159503" numCol="1" spcCol="1270" anchor="ctr" anchorCtr="0">
          <a:noAutofit/>
        </a:bodyPr>
        <a:lstStyle/>
        <a:p>
          <a:pPr marL="0" lvl="0" indent="0" algn="ctr" defTabSz="666750">
            <a:lnSpc>
              <a:spcPct val="90000"/>
            </a:lnSpc>
            <a:spcBef>
              <a:spcPct val="0"/>
            </a:spcBef>
            <a:spcAft>
              <a:spcPct val="35000"/>
            </a:spcAft>
            <a:buNone/>
          </a:pPr>
          <a:r>
            <a:rPr lang="fr-FR" sz="1500" kern="1200"/>
            <a:t>Boucle for : </a:t>
          </a:r>
          <a:endParaRPr lang="en-US" sz="1500" kern="1200"/>
        </a:p>
      </dsp:txBody>
      <dsp:txXfrm>
        <a:off x="0" y="1575"/>
        <a:ext cx="1503212" cy="1614769"/>
      </dsp:txXfrm>
    </dsp:sp>
    <dsp:sp modelId="{6FE7E81D-7A66-214B-A97F-4C6B6AF2DFB2}">
      <dsp:nvSpPr>
        <dsp:cNvPr id="0" name=""/>
        <dsp:cNvSpPr/>
      </dsp:nvSpPr>
      <dsp:spPr>
        <a:xfrm>
          <a:off x="1503212" y="1713231"/>
          <a:ext cx="6012848" cy="161476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6666" tIns="410151" rIns="116666" bIns="410151" numCol="1" spcCol="1270" anchor="ctr" anchorCtr="0">
          <a:noAutofit/>
        </a:bodyPr>
        <a:lstStyle/>
        <a:p>
          <a:pPr marL="0" lvl="0" indent="0" algn="l" defTabSz="533400">
            <a:lnSpc>
              <a:spcPct val="90000"/>
            </a:lnSpc>
            <a:spcBef>
              <a:spcPct val="0"/>
            </a:spcBef>
            <a:spcAft>
              <a:spcPct val="35000"/>
            </a:spcAft>
            <a:buNone/>
          </a:pPr>
          <a:r>
            <a:rPr lang="fr-FR" sz="1200" kern="1200"/>
            <a:t>Lorsqu’on ne connait pas à l’avance le nombre d’itération mais qu’on souhaite répéter une action tant qu’une condition est vrai </a:t>
          </a:r>
          <a:endParaRPr lang="en-US" sz="1200" kern="1200"/>
        </a:p>
        <a:p>
          <a:pPr marL="0" lvl="0" indent="0" algn="l" defTabSz="533400">
            <a:lnSpc>
              <a:spcPct val="90000"/>
            </a:lnSpc>
            <a:spcBef>
              <a:spcPct val="0"/>
            </a:spcBef>
            <a:spcAft>
              <a:spcPct val="35000"/>
            </a:spcAft>
            <a:buNone/>
          </a:pPr>
          <a:r>
            <a:rPr lang="fr-FR" sz="1200" kern="1200"/>
            <a:t>Cas type de la lecture d’entrée jusqu’à une valeur sentinelle ou d’un processus qui doit s’arrêter dès qu’une condition est remplie</a:t>
          </a:r>
          <a:endParaRPr lang="en-US" sz="1200" kern="1200"/>
        </a:p>
      </dsp:txBody>
      <dsp:txXfrm>
        <a:off x="1503212" y="1713231"/>
        <a:ext cx="6012848" cy="1614769"/>
      </dsp:txXfrm>
    </dsp:sp>
    <dsp:sp modelId="{A1367DFB-7742-EB4F-86E8-DA068C0DC105}">
      <dsp:nvSpPr>
        <dsp:cNvPr id="0" name=""/>
        <dsp:cNvSpPr/>
      </dsp:nvSpPr>
      <dsp:spPr>
        <a:xfrm>
          <a:off x="0" y="1713231"/>
          <a:ext cx="1503212" cy="161476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79545" tIns="159503" rIns="79545" bIns="159503" numCol="1" spcCol="1270" anchor="ctr" anchorCtr="0">
          <a:noAutofit/>
        </a:bodyPr>
        <a:lstStyle/>
        <a:p>
          <a:pPr marL="0" lvl="0" indent="0" algn="ctr" defTabSz="666750">
            <a:lnSpc>
              <a:spcPct val="90000"/>
            </a:lnSpc>
            <a:spcBef>
              <a:spcPct val="0"/>
            </a:spcBef>
            <a:spcAft>
              <a:spcPct val="35000"/>
            </a:spcAft>
            <a:buNone/>
          </a:pPr>
          <a:r>
            <a:rPr lang="fr-FR" sz="1500" kern="1200"/>
            <a:t>Boucle while : </a:t>
          </a:r>
          <a:endParaRPr lang="en-US" sz="1500" kern="1200"/>
        </a:p>
      </dsp:txBody>
      <dsp:txXfrm>
        <a:off x="0" y="1713231"/>
        <a:ext cx="1503212" cy="1614769"/>
      </dsp:txXfrm>
    </dsp:sp>
    <dsp:sp modelId="{AF495BC2-3A1E-7E4A-9EA4-E6CB82A78812}">
      <dsp:nvSpPr>
        <dsp:cNvPr id="0" name=""/>
        <dsp:cNvSpPr/>
      </dsp:nvSpPr>
      <dsp:spPr>
        <a:xfrm>
          <a:off x="1503212" y="3424886"/>
          <a:ext cx="6012848" cy="1614769"/>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6666" tIns="410151" rIns="116666" bIns="410151" numCol="1" spcCol="1270" anchor="ctr" anchorCtr="0">
          <a:noAutofit/>
        </a:bodyPr>
        <a:lstStyle/>
        <a:p>
          <a:pPr marL="0" lvl="0" indent="0" algn="l" defTabSz="533400">
            <a:lnSpc>
              <a:spcPct val="90000"/>
            </a:lnSpc>
            <a:spcBef>
              <a:spcPct val="0"/>
            </a:spcBef>
            <a:spcAft>
              <a:spcPct val="35000"/>
            </a:spcAft>
            <a:buNone/>
          </a:pPr>
          <a:r>
            <a:rPr lang="fr-FR" sz="1200" kern="1200"/>
            <a:t>Lorsqu’on veut que le bloc d’instructions soit exécuté au moins une fois, peu importe la condition </a:t>
          </a:r>
          <a:endParaRPr lang="en-US" sz="1200" kern="1200"/>
        </a:p>
      </dsp:txBody>
      <dsp:txXfrm>
        <a:off x="1503212" y="3424886"/>
        <a:ext cx="6012848" cy="1614769"/>
      </dsp:txXfrm>
    </dsp:sp>
    <dsp:sp modelId="{6B5CF2AB-6E91-8740-9354-529A512D1A9A}">
      <dsp:nvSpPr>
        <dsp:cNvPr id="0" name=""/>
        <dsp:cNvSpPr/>
      </dsp:nvSpPr>
      <dsp:spPr>
        <a:xfrm>
          <a:off x="0" y="3424886"/>
          <a:ext cx="1503212" cy="1614769"/>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79545" tIns="159503" rIns="79545" bIns="159503" numCol="1" spcCol="1270" anchor="ctr" anchorCtr="0">
          <a:noAutofit/>
        </a:bodyPr>
        <a:lstStyle/>
        <a:p>
          <a:pPr marL="0" lvl="0" indent="0" algn="ctr" defTabSz="666750">
            <a:lnSpc>
              <a:spcPct val="90000"/>
            </a:lnSpc>
            <a:spcBef>
              <a:spcPct val="0"/>
            </a:spcBef>
            <a:spcAft>
              <a:spcPct val="35000"/>
            </a:spcAft>
            <a:buNone/>
          </a:pPr>
          <a:r>
            <a:rPr lang="fr-FR" sz="1500" kern="1200"/>
            <a:t>Boucle do…while : </a:t>
          </a:r>
          <a:endParaRPr lang="en-US" sz="1500" kern="1200"/>
        </a:p>
      </dsp:txBody>
      <dsp:txXfrm>
        <a:off x="0" y="3424886"/>
        <a:ext cx="1503212" cy="16147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F71BF-3969-BC4C-8E93-1665859B58B8}" type="datetimeFigureOut">
              <a:rPr lang="fr-FR" smtClean="0"/>
              <a:t>25/03/2026</a:t>
            </a:fld>
            <a:endParaRPr lang="fr-FR"/>
          </a:p>
        </p:txBody>
      </p:sp>
      <p:sp>
        <p:nvSpPr>
          <p:cNvPr id="4" name="Espace réservé de l'image de diapositiv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DA44A-B992-7541-9DD9-D137417C4FBC}" type="slidenum">
              <a:rPr lang="fr-FR" smtClean="0"/>
              <a:t>‹n°›</a:t>
            </a:fld>
            <a:endParaRPr lang="fr-FR"/>
          </a:p>
        </p:txBody>
      </p:sp>
    </p:spTree>
    <p:extLst>
      <p:ext uri="{BB962C8B-B14F-4D97-AF65-F5344CB8AC3E}">
        <p14:creationId xmlns:p14="http://schemas.microsoft.com/office/powerpoint/2010/main" val="2923387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12DA44A-B992-7541-9DD9-D137417C4FBC}" type="slidenum">
              <a:rPr lang="fr-FR" smtClean="0"/>
              <a:t>3</a:t>
            </a:fld>
            <a:endParaRPr lang="fr-FR"/>
          </a:p>
        </p:txBody>
      </p:sp>
    </p:spTree>
    <p:extLst>
      <p:ext uri="{BB962C8B-B14F-4D97-AF65-F5344CB8AC3E}">
        <p14:creationId xmlns:p14="http://schemas.microsoft.com/office/powerpoint/2010/main" val="3006362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12DA44A-B992-7541-9DD9-D137417C4FBC}" type="slidenum">
              <a:rPr lang="fr-FR" smtClean="0"/>
              <a:t>12</a:t>
            </a:fld>
            <a:endParaRPr lang="fr-FR"/>
          </a:p>
        </p:txBody>
      </p:sp>
    </p:spTree>
    <p:extLst>
      <p:ext uri="{BB962C8B-B14F-4D97-AF65-F5344CB8AC3E}">
        <p14:creationId xmlns:p14="http://schemas.microsoft.com/office/powerpoint/2010/main" val="128818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E2744F-20A7-AC41-B0E8-824B00186389}"/>
              </a:ext>
            </a:extLst>
          </p:cNvPr>
          <p:cNvSpPr>
            <a:spLocks noGrp="1"/>
          </p:cNvSpPr>
          <p:nvPr>
            <p:ph type="ctrTitle"/>
          </p:nvPr>
        </p:nvSpPr>
        <p:spPr>
          <a:xfrm>
            <a:off x="1524000" y="1122363"/>
            <a:ext cx="9144000" cy="2387600"/>
          </a:xfrm>
        </p:spPr>
        <p:txBody>
          <a:bodyPr anchor="b"/>
          <a:lstStyle>
            <a:lvl1pPr algn="ctr">
              <a:defRPr sz="6000"/>
            </a:lvl1pPr>
          </a:lstStyle>
          <a:p>
            <a:r>
              <a:rPr lang="fr-CA"/>
              <a:t>Modifier le style du titre</a:t>
            </a:r>
            <a:endParaRPr lang="fr-FR"/>
          </a:p>
        </p:txBody>
      </p:sp>
      <p:sp>
        <p:nvSpPr>
          <p:cNvPr id="3" name="Sous-titre 2">
            <a:extLst>
              <a:ext uri="{FF2B5EF4-FFF2-40B4-BE49-F238E27FC236}">
                <a16:creationId xmlns:a16="http://schemas.microsoft.com/office/drawing/2014/main" id="{F622EEBD-621F-15C6-6A09-0069013FF9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CA"/>
              <a:t>Modifier le style des sous-titres du masque</a:t>
            </a:r>
            <a:endParaRPr lang="fr-FR"/>
          </a:p>
        </p:txBody>
      </p:sp>
      <p:sp>
        <p:nvSpPr>
          <p:cNvPr id="4" name="Espace réservé de la date 3">
            <a:extLst>
              <a:ext uri="{FF2B5EF4-FFF2-40B4-BE49-F238E27FC236}">
                <a16:creationId xmlns:a16="http://schemas.microsoft.com/office/drawing/2014/main" id="{3A2199C1-C262-1AB6-7768-D016920CBC75}"/>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5" name="Espace réservé du pied de page 4">
            <a:extLst>
              <a:ext uri="{FF2B5EF4-FFF2-40B4-BE49-F238E27FC236}">
                <a16:creationId xmlns:a16="http://schemas.microsoft.com/office/drawing/2014/main" id="{94E8608A-5DFA-B002-BA9E-E1888F234E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108F8EB-A4C0-8586-74CB-674CF8C013F3}"/>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079477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CF525F-85FA-28BB-5851-7B3D1B0FF5B4}"/>
              </a:ext>
            </a:extLst>
          </p:cNvPr>
          <p:cNvSpPr>
            <a:spLocks noGrp="1"/>
          </p:cNvSpPr>
          <p:nvPr>
            <p:ph type="title"/>
          </p:nvPr>
        </p:nvSpPr>
        <p:spPr/>
        <p:txBody>
          <a:bodyPr/>
          <a:lstStyle/>
          <a:p>
            <a:r>
              <a:rPr lang="fr-CA"/>
              <a:t>Modifier le style du titre</a:t>
            </a:r>
            <a:endParaRPr lang="fr-FR"/>
          </a:p>
        </p:txBody>
      </p:sp>
      <p:sp>
        <p:nvSpPr>
          <p:cNvPr id="3" name="Espace réservé du contenu 2">
            <a:extLst>
              <a:ext uri="{FF2B5EF4-FFF2-40B4-BE49-F238E27FC236}">
                <a16:creationId xmlns:a16="http://schemas.microsoft.com/office/drawing/2014/main" id="{080FD5BD-EA8B-19FF-0ED0-A2DD7CFDCD9B}"/>
              </a:ext>
            </a:extLst>
          </p:cNvPr>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E02CC90D-BB34-4C61-E6C4-EE79D66048EA}"/>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5" name="Espace réservé du pied de page 4">
            <a:extLst>
              <a:ext uri="{FF2B5EF4-FFF2-40B4-BE49-F238E27FC236}">
                <a16:creationId xmlns:a16="http://schemas.microsoft.com/office/drawing/2014/main" id="{925B322B-F4B4-0FFE-EF32-57C08EB11B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17856E4-8DB4-8B05-C7F5-BC4311A46CB3}"/>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99684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1A3E94-2DC3-D176-75CF-C66C321CF31B}"/>
              </a:ext>
            </a:extLst>
          </p:cNvPr>
          <p:cNvSpPr>
            <a:spLocks noGrp="1"/>
          </p:cNvSpPr>
          <p:nvPr>
            <p:ph type="title"/>
          </p:nvPr>
        </p:nvSpPr>
        <p:spPr>
          <a:xfrm>
            <a:off x="831850" y="1709738"/>
            <a:ext cx="10515600" cy="2852737"/>
          </a:xfrm>
        </p:spPr>
        <p:txBody>
          <a:bodyPr anchor="b"/>
          <a:lstStyle>
            <a:lvl1pPr>
              <a:defRPr sz="6000"/>
            </a:lvl1pPr>
          </a:lstStyle>
          <a:p>
            <a:r>
              <a:rPr lang="fr-CA"/>
              <a:t>Modifier le style du titre</a:t>
            </a:r>
            <a:endParaRPr lang="fr-FR"/>
          </a:p>
        </p:txBody>
      </p:sp>
      <p:sp>
        <p:nvSpPr>
          <p:cNvPr id="3" name="Espace réservé du texte 2">
            <a:extLst>
              <a:ext uri="{FF2B5EF4-FFF2-40B4-BE49-F238E27FC236}">
                <a16:creationId xmlns:a16="http://schemas.microsoft.com/office/drawing/2014/main" id="{9ED40DED-32F1-A11C-95FB-0D96D34964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CA"/>
              <a:t>Cliquez pour modifier les styles du texte du masque</a:t>
            </a:r>
          </a:p>
        </p:txBody>
      </p:sp>
      <p:sp>
        <p:nvSpPr>
          <p:cNvPr id="4" name="Espace réservé de la date 3">
            <a:extLst>
              <a:ext uri="{FF2B5EF4-FFF2-40B4-BE49-F238E27FC236}">
                <a16:creationId xmlns:a16="http://schemas.microsoft.com/office/drawing/2014/main" id="{2A396103-DCBA-D756-3811-18BE9BC6695D}"/>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5" name="Espace réservé du pied de page 4">
            <a:extLst>
              <a:ext uri="{FF2B5EF4-FFF2-40B4-BE49-F238E27FC236}">
                <a16:creationId xmlns:a16="http://schemas.microsoft.com/office/drawing/2014/main" id="{0FE7294D-53C8-03B4-EDBE-A7BE0024BE2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B3D6E06-F9FE-EB51-5D5E-660B6831D554}"/>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2249743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3CA429-4D7E-00D5-7FB2-236482FA6F5F}"/>
              </a:ext>
            </a:extLst>
          </p:cNvPr>
          <p:cNvSpPr>
            <a:spLocks noGrp="1"/>
          </p:cNvSpPr>
          <p:nvPr>
            <p:ph type="title"/>
          </p:nvPr>
        </p:nvSpPr>
        <p:spPr/>
        <p:txBody>
          <a:bodyPr/>
          <a:lstStyle/>
          <a:p>
            <a:r>
              <a:rPr lang="fr-CA"/>
              <a:t>Modifier le style du titre</a:t>
            </a:r>
            <a:endParaRPr lang="fr-FR"/>
          </a:p>
        </p:txBody>
      </p:sp>
      <p:sp>
        <p:nvSpPr>
          <p:cNvPr id="3" name="Espace réservé du contenu 2">
            <a:extLst>
              <a:ext uri="{FF2B5EF4-FFF2-40B4-BE49-F238E27FC236}">
                <a16:creationId xmlns:a16="http://schemas.microsoft.com/office/drawing/2014/main" id="{27D3D218-A80B-712D-5C67-C929E748741E}"/>
              </a:ext>
            </a:extLst>
          </p:cNvPr>
          <p:cNvSpPr>
            <a:spLocks noGrp="1"/>
          </p:cNvSpPr>
          <p:nvPr>
            <p:ph sz="half" idx="1"/>
          </p:nvPr>
        </p:nvSpPr>
        <p:spPr>
          <a:xfrm>
            <a:off x="838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u contenu 3">
            <a:extLst>
              <a:ext uri="{FF2B5EF4-FFF2-40B4-BE49-F238E27FC236}">
                <a16:creationId xmlns:a16="http://schemas.microsoft.com/office/drawing/2014/main" id="{924E0A92-6123-A6B2-58F0-34146EE2555D}"/>
              </a:ext>
            </a:extLst>
          </p:cNvPr>
          <p:cNvSpPr>
            <a:spLocks noGrp="1"/>
          </p:cNvSpPr>
          <p:nvPr>
            <p:ph sz="half" idx="2"/>
          </p:nvPr>
        </p:nvSpPr>
        <p:spPr>
          <a:xfrm>
            <a:off x="6172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5" name="Espace réservé de la date 4">
            <a:extLst>
              <a:ext uri="{FF2B5EF4-FFF2-40B4-BE49-F238E27FC236}">
                <a16:creationId xmlns:a16="http://schemas.microsoft.com/office/drawing/2014/main" id="{39F8825B-8243-C7A2-719B-0ED30D6065C5}"/>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6" name="Espace réservé du pied de page 5">
            <a:extLst>
              <a:ext uri="{FF2B5EF4-FFF2-40B4-BE49-F238E27FC236}">
                <a16:creationId xmlns:a16="http://schemas.microsoft.com/office/drawing/2014/main" id="{421CD05A-E721-32A7-D1F2-B44B9F66F58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7D6FE90-8F07-427C-C9A7-80EF6AC12F0C}"/>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220296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6DC582-96B6-581E-A1E7-1B24F617592B}"/>
              </a:ext>
            </a:extLst>
          </p:cNvPr>
          <p:cNvSpPr>
            <a:spLocks noGrp="1"/>
          </p:cNvSpPr>
          <p:nvPr>
            <p:ph type="title"/>
          </p:nvPr>
        </p:nvSpPr>
        <p:spPr>
          <a:xfrm>
            <a:off x="839788" y="365125"/>
            <a:ext cx="10515600" cy="1325563"/>
          </a:xfrm>
        </p:spPr>
        <p:txBody>
          <a:bodyPr/>
          <a:lstStyle/>
          <a:p>
            <a:r>
              <a:rPr lang="fr-CA"/>
              <a:t>Modifier le style du titre</a:t>
            </a:r>
            <a:endParaRPr lang="fr-FR"/>
          </a:p>
        </p:txBody>
      </p:sp>
      <p:sp>
        <p:nvSpPr>
          <p:cNvPr id="3" name="Espace réservé du texte 2">
            <a:extLst>
              <a:ext uri="{FF2B5EF4-FFF2-40B4-BE49-F238E27FC236}">
                <a16:creationId xmlns:a16="http://schemas.microsoft.com/office/drawing/2014/main" id="{AE3EC050-650F-5298-387E-D3D0F07292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4" name="Espace réservé du contenu 3">
            <a:extLst>
              <a:ext uri="{FF2B5EF4-FFF2-40B4-BE49-F238E27FC236}">
                <a16:creationId xmlns:a16="http://schemas.microsoft.com/office/drawing/2014/main" id="{C6EF8A64-52D5-F4F4-6D85-021DF120D189}"/>
              </a:ext>
            </a:extLst>
          </p:cNvPr>
          <p:cNvSpPr>
            <a:spLocks noGrp="1"/>
          </p:cNvSpPr>
          <p:nvPr>
            <p:ph sz="half" idx="2"/>
          </p:nvPr>
        </p:nvSpPr>
        <p:spPr>
          <a:xfrm>
            <a:off x="839788" y="2505075"/>
            <a:ext cx="5157787" cy="368458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5" name="Espace réservé du texte 4">
            <a:extLst>
              <a:ext uri="{FF2B5EF4-FFF2-40B4-BE49-F238E27FC236}">
                <a16:creationId xmlns:a16="http://schemas.microsoft.com/office/drawing/2014/main" id="{70ECFD5D-68CC-9F35-0218-4941C83489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6" name="Espace réservé du contenu 5">
            <a:extLst>
              <a:ext uri="{FF2B5EF4-FFF2-40B4-BE49-F238E27FC236}">
                <a16:creationId xmlns:a16="http://schemas.microsoft.com/office/drawing/2014/main" id="{B8E2E140-7D24-26CA-5EC9-99EAA01685F5}"/>
              </a:ext>
            </a:extLst>
          </p:cNvPr>
          <p:cNvSpPr>
            <a:spLocks noGrp="1"/>
          </p:cNvSpPr>
          <p:nvPr>
            <p:ph sz="quarter" idx="4"/>
          </p:nvPr>
        </p:nvSpPr>
        <p:spPr>
          <a:xfrm>
            <a:off x="6172200" y="2505075"/>
            <a:ext cx="5183188" cy="368458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7" name="Espace réservé de la date 6">
            <a:extLst>
              <a:ext uri="{FF2B5EF4-FFF2-40B4-BE49-F238E27FC236}">
                <a16:creationId xmlns:a16="http://schemas.microsoft.com/office/drawing/2014/main" id="{3828B0CA-FC0A-BC86-D1C4-40E2B5D9BC47}"/>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8" name="Espace réservé du pied de page 7">
            <a:extLst>
              <a:ext uri="{FF2B5EF4-FFF2-40B4-BE49-F238E27FC236}">
                <a16:creationId xmlns:a16="http://schemas.microsoft.com/office/drawing/2014/main" id="{90B9B7FE-85AC-D909-4199-6161E9CFCE9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77BE47A-596B-7250-EC9F-BD19368D653E}"/>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232973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1DCD07-D572-7188-15EF-9ED7139EBD73}"/>
              </a:ext>
            </a:extLst>
          </p:cNvPr>
          <p:cNvSpPr>
            <a:spLocks noGrp="1"/>
          </p:cNvSpPr>
          <p:nvPr>
            <p:ph type="title"/>
          </p:nvPr>
        </p:nvSpPr>
        <p:spPr/>
        <p:txBody>
          <a:bodyPr/>
          <a:lstStyle/>
          <a:p>
            <a:r>
              <a:rPr lang="fr-CA"/>
              <a:t>Modifier le style du titre</a:t>
            </a:r>
            <a:endParaRPr lang="fr-FR"/>
          </a:p>
        </p:txBody>
      </p:sp>
      <p:sp>
        <p:nvSpPr>
          <p:cNvPr id="3" name="Espace réservé de la date 2">
            <a:extLst>
              <a:ext uri="{FF2B5EF4-FFF2-40B4-BE49-F238E27FC236}">
                <a16:creationId xmlns:a16="http://schemas.microsoft.com/office/drawing/2014/main" id="{13969237-8844-2DFE-6037-E4A0947B4DB8}"/>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4" name="Espace réservé du pied de page 3">
            <a:extLst>
              <a:ext uri="{FF2B5EF4-FFF2-40B4-BE49-F238E27FC236}">
                <a16:creationId xmlns:a16="http://schemas.microsoft.com/office/drawing/2014/main" id="{668817E6-F84B-C104-B88A-1D1D1F8A72A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65D1AD9-840D-C0FD-BB93-587DC5150889}"/>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3432110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3C11262-FB6B-371C-DB52-721B067119FC}"/>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3" name="Espace réservé du pied de page 2">
            <a:extLst>
              <a:ext uri="{FF2B5EF4-FFF2-40B4-BE49-F238E27FC236}">
                <a16:creationId xmlns:a16="http://schemas.microsoft.com/office/drawing/2014/main" id="{B7A7CA2A-6A07-48AC-EA29-983C25C2394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52C7725-AAEA-7181-7834-02DD53E79B7F}"/>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870459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7DCD5F-3F2D-09AE-DD4A-275D848AF115}"/>
              </a:ext>
            </a:extLst>
          </p:cNvPr>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fr-FR"/>
          </a:p>
        </p:txBody>
      </p:sp>
      <p:sp>
        <p:nvSpPr>
          <p:cNvPr id="3" name="Espace réservé du contenu 2">
            <a:extLst>
              <a:ext uri="{FF2B5EF4-FFF2-40B4-BE49-F238E27FC236}">
                <a16:creationId xmlns:a16="http://schemas.microsoft.com/office/drawing/2014/main" id="{74FEFFF0-3177-DD11-575F-259CE63BFE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u texte 3">
            <a:extLst>
              <a:ext uri="{FF2B5EF4-FFF2-40B4-BE49-F238E27FC236}">
                <a16:creationId xmlns:a16="http://schemas.microsoft.com/office/drawing/2014/main" id="{7B66B832-5451-A2C4-0396-5EE01EAB3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Espace réservé de la date 4">
            <a:extLst>
              <a:ext uri="{FF2B5EF4-FFF2-40B4-BE49-F238E27FC236}">
                <a16:creationId xmlns:a16="http://schemas.microsoft.com/office/drawing/2014/main" id="{2B17580E-0BE1-FCFD-6B09-22A4E7EFEE5F}"/>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6" name="Espace réservé du pied de page 5">
            <a:extLst>
              <a:ext uri="{FF2B5EF4-FFF2-40B4-BE49-F238E27FC236}">
                <a16:creationId xmlns:a16="http://schemas.microsoft.com/office/drawing/2014/main" id="{1180DBA6-25AF-B20E-5ACC-02FF17D8A0A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136B680-2F0B-518E-89AB-6F90E4676794}"/>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017097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1F21B8-D790-6E0F-AB37-5DD38C47EE43}"/>
              </a:ext>
            </a:extLst>
          </p:cNvPr>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fr-FR"/>
          </a:p>
        </p:txBody>
      </p:sp>
      <p:sp>
        <p:nvSpPr>
          <p:cNvPr id="3" name="Espace réservé pour une image  2">
            <a:extLst>
              <a:ext uri="{FF2B5EF4-FFF2-40B4-BE49-F238E27FC236}">
                <a16:creationId xmlns:a16="http://schemas.microsoft.com/office/drawing/2014/main" id="{AA345822-6619-FA1D-F7F3-B9894B49F5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98ED0380-8DF8-C3DE-E308-C50051718E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Espace réservé de la date 4">
            <a:extLst>
              <a:ext uri="{FF2B5EF4-FFF2-40B4-BE49-F238E27FC236}">
                <a16:creationId xmlns:a16="http://schemas.microsoft.com/office/drawing/2014/main" id="{CA33A687-8D06-417C-07A7-A01D3504380C}"/>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6" name="Espace réservé du pied de page 5">
            <a:extLst>
              <a:ext uri="{FF2B5EF4-FFF2-40B4-BE49-F238E27FC236}">
                <a16:creationId xmlns:a16="http://schemas.microsoft.com/office/drawing/2014/main" id="{7B5AD22B-2AA8-9D32-3BD0-CA112CA6096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0681B50-5971-17C1-C0F9-06EDC1C4D8F2}"/>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925515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76C82F-D1EC-AB7D-AE5C-CD5941D5A322}"/>
              </a:ext>
            </a:extLst>
          </p:cNvPr>
          <p:cNvSpPr>
            <a:spLocks noGrp="1"/>
          </p:cNvSpPr>
          <p:nvPr>
            <p:ph type="title"/>
          </p:nvPr>
        </p:nvSpPr>
        <p:spPr/>
        <p:txBody>
          <a:bodyPr/>
          <a:lstStyle/>
          <a:p>
            <a:r>
              <a:rPr lang="fr-CA"/>
              <a:t>Modifier le style du titre</a:t>
            </a:r>
            <a:endParaRPr lang="fr-FR"/>
          </a:p>
        </p:txBody>
      </p:sp>
      <p:sp>
        <p:nvSpPr>
          <p:cNvPr id="3" name="Espace réservé du texte vertical 2">
            <a:extLst>
              <a:ext uri="{FF2B5EF4-FFF2-40B4-BE49-F238E27FC236}">
                <a16:creationId xmlns:a16="http://schemas.microsoft.com/office/drawing/2014/main" id="{09996F82-4DDD-9402-914A-E8416828805E}"/>
              </a:ext>
            </a:extLst>
          </p:cNvPr>
          <p:cNvSpPr>
            <a:spLocks noGrp="1"/>
          </p:cNvSpPr>
          <p:nvPr>
            <p:ph type="body" orient="vert" idx="1"/>
          </p:nvPr>
        </p:nvSpPr>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86E2700A-5A72-E668-A64D-C596269B1090}"/>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5" name="Espace réservé du pied de page 4">
            <a:extLst>
              <a:ext uri="{FF2B5EF4-FFF2-40B4-BE49-F238E27FC236}">
                <a16:creationId xmlns:a16="http://schemas.microsoft.com/office/drawing/2014/main" id="{CA87C3B5-CF4E-5FB7-6177-A2ED27C008A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9F72F10-7220-08FA-1A14-87188C5CA610}"/>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60725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8FBFC10-F113-1D95-0D94-2EB698C0D9B4}"/>
              </a:ext>
            </a:extLst>
          </p:cNvPr>
          <p:cNvSpPr>
            <a:spLocks noGrp="1"/>
          </p:cNvSpPr>
          <p:nvPr>
            <p:ph type="title" orient="vert"/>
          </p:nvPr>
        </p:nvSpPr>
        <p:spPr>
          <a:xfrm>
            <a:off x="8724900" y="365125"/>
            <a:ext cx="2628900" cy="5811838"/>
          </a:xfrm>
        </p:spPr>
        <p:txBody>
          <a:bodyPr vert="eaVert"/>
          <a:lstStyle/>
          <a:p>
            <a:r>
              <a:rPr lang="fr-CA"/>
              <a:t>Modifier le style du titre</a:t>
            </a:r>
            <a:endParaRPr lang="fr-FR"/>
          </a:p>
        </p:txBody>
      </p:sp>
      <p:sp>
        <p:nvSpPr>
          <p:cNvPr id="3" name="Espace réservé du texte vertical 2">
            <a:extLst>
              <a:ext uri="{FF2B5EF4-FFF2-40B4-BE49-F238E27FC236}">
                <a16:creationId xmlns:a16="http://schemas.microsoft.com/office/drawing/2014/main" id="{4E216488-7353-D3D8-E592-A50DDEA89952}"/>
              </a:ext>
            </a:extLst>
          </p:cNvPr>
          <p:cNvSpPr>
            <a:spLocks noGrp="1"/>
          </p:cNvSpPr>
          <p:nvPr>
            <p:ph type="body" orient="vert" idx="1"/>
          </p:nvPr>
        </p:nvSpPr>
        <p:spPr>
          <a:xfrm>
            <a:off x="838200" y="365125"/>
            <a:ext cx="7734300" cy="5811838"/>
          </a:xfrm>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7917F40E-2380-81EB-E688-F1B9EE24A7D9}"/>
              </a:ext>
            </a:extLst>
          </p:cNvPr>
          <p:cNvSpPr>
            <a:spLocks noGrp="1"/>
          </p:cNvSpPr>
          <p:nvPr>
            <p:ph type="dt" sz="half" idx="10"/>
          </p:nvPr>
        </p:nvSpPr>
        <p:spPr/>
        <p:txBody>
          <a:bodyPr/>
          <a:lstStyle/>
          <a:p>
            <a:fld id="{71810845-0E87-934A-AA47-C17C6088547A}" type="datetimeFigureOut">
              <a:rPr lang="fr-FR" smtClean="0"/>
              <a:t>25/03/2026</a:t>
            </a:fld>
            <a:endParaRPr lang="fr-FR"/>
          </a:p>
        </p:txBody>
      </p:sp>
      <p:sp>
        <p:nvSpPr>
          <p:cNvPr id="5" name="Espace réservé du pied de page 4">
            <a:extLst>
              <a:ext uri="{FF2B5EF4-FFF2-40B4-BE49-F238E27FC236}">
                <a16:creationId xmlns:a16="http://schemas.microsoft.com/office/drawing/2014/main" id="{93B0FADA-20B2-1B27-76A6-4F36B44486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BAD9714-830C-278D-C375-5BD8CC630806}"/>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697244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185747A-B10A-C229-70A8-93B38E278C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CA"/>
              <a:t>Modifier le style du titre</a:t>
            </a:r>
            <a:endParaRPr lang="fr-FR"/>
          </a:p>
        </p:txBody>
      </p:sp>
      <p:sp>
        <p:nvSpPr>
          <p:cNvPr id="3" name="Espace réservé du texte 2">
            <a:extLst>
              <a:ext uri="{FF2B5EF4-FFF2-40B4-BE49-F238E27FC236}">
                <a16:creationId xmlns:a16="http://schemas.microsoft.com/office/drawing/2014/main" id="{DBAE33F7-E534-4FAB-BC5C-748F7B4511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BA71173A-4967-2B82-1237-CAE9E6EFDE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810845-0E87-934A-AA47-C17C6088547A}" type="datetimeFigureOut">
              <a:rPr lang="fr-FR" smtClean="0"/>
              <a:t>25/03/2026</a:t>
            </a:fld>
            <a:endParaRPr lang="fr-FR"/>
          </a:p>
        </p:txBody>
      </p:sp>
      <p:sp>
        <p:nvSpPr>
          <p:cNvPr id="5" name="Espace réservé du pied de page 4">
            <a:extLst>
              <a:ext uri="{FF2B5EF4-FFF2-40B4-BE49-F238E27FC236}">
                <a16:creationId xmlns:a16="http://schemas.microsoft.com/office/drawing/2014/main" id="{1EC41F19-A0F4-381C-66D8-BD99404477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186CD01-7348-7F49-FC71-53ED00303E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7996ED-ACB2-234D-8C64-15A23D497D67}" type="slidenum">
              <a:rPr lang="fr-FR" smtClean="0"/>
              <a:t>‹n°›</a:t>
            </a:fld>
            <a:endParaRPr lang="fr-FR"/>
          </a:p>
        </p:txBody>
      </p:sp>
    </p:spTree>
    <p:extLst>
      <p:ext uri="{BB962C8B-B14F-4D97-AF65-F5344CB8AC3E}">
        <p14:creationId xmlns:p14="http://schemas.microsoft.com/office/powerpoint/2010/main" val="1650132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1.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7.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8F1CB2B4-B44A-01AD-F64B-4E56F9CF1A67}"/>
              </a:ext>
            </a:extLst>
          </p:cNvPr>
          <p:cNvGraphicFramePr>
            <a:graphicFrameLocks noGrp="1"/>
          </p:cNvGraphicFramePr>
          <p:nvPr>
            <p:extLst>
              <p:ext uri="{D42A27DB-BD31-4B8C-83A1-F6EECF244321}">
                <p14:modId xmlns:p14="http://schemas.microsoft.com/office/powerpoint/2010/main" val="1098388117"/>
              </p:ext>
            </p:extLst>
          </p:nvPr>
        </p:nvGraphicFramePr>
        <p:xfrm>
          <a:off x="0" y="1"/>
          <a:ext cx="11192933" cy="6971327"/>
        </p:xfrm>
        <a:graphic>
          <a:graphicData uri="http://schemas.openxmlformats.org/drawingml/2006/table">
            <a:tbl>
              <a:tblPr firstRow="1" bandRow="1">
                <a:tableStyleId>{5C22544A-7EE6-4342-B048-85BDC9FD1C3A}</a:tableStyleId>
              </a:tblPr>
              <a:tblGrid>
                <a:gridCol w="3168778">
                  <a:extLst>
                    <a:ext uri="{9D8B030D-6E8A-4147-A177-3AD203B41FA5}">
                      <a16:colId xmlns:a16="http://schemas.microsoft.com/office/drawing/2014/main" val="2918717140"/>
                    </a:ext>
                  </a:extLst>
                </a:gridCol>
                <a:gridCol w="8024155">
                  <a:extLst>
                    <a:ext uri="{9D8B030D-6E8A-4147-A177-3AD203B41FA5}">
                      <a16:colId xmlns:a16="http://schemas.microsoft.com/office/drawing/2014/main" val="2635115676"/>
                    </a:ext>
                  </a:extLst>
                </a:gridCol>
              </a:tblGrid>
              <a:tr h="359464">
                <a:tc gridSpan="2">
                  <a:txBody>
                    <a:bodyPr/>
                    <a:lstStyle/>
                    <a:p>
                      <a:r>
                        <a:rPr lang="fr-FR" dirty="0"/>
                        <a:t>Fréquence Vitesse du processeur</a:t>
                      </a:r>
                    </a:p>
                  </a:txBody>
                  <a:tcPr/>
                </a:tc>
                <a:tc hMerge="1">
                  <a:txBody>
                    <a:bodyPr/>
                    <a:lstStyle/>
                    <a:p>
                      <a:endParaRPr lang="fr-FR" dirty="0"/>
                    </a:p>
                  </a:txBody>
                  <a:tcPr/>
                </a:tc>
                <a:extLst>
                  <a:ext uri="{0D108BD9-81ED-4DB2-BD59-A6C34878D82A}">
                    <a16:rowId xmlns:a16="http://schemas.microsoft.com/office/drawing/2014/main" val="2869972079"/>
                  </a:ext>
                </a:extLst>
              </a:tr>
              <a:tr h="359464">
                <a:tc>
                  <a:txBody>
                    <a:bodyPr/>
                    <a:lstStyle/>
                    <a:p>
                      <a:r>
                        <a:rPr lang="fr-FR" dirty="0"/>
                        <a:t>Hertz – Hz</a:t>
                      </a:r>
                    </a:p>
                  </a:txBody>
                  <a:tcPr/>
                </a:tc>
                <a:tc>
                  <a:txBody>
                    <a:bodyPr/>
                    <a:lstStyle/>
                    <a:p>
                      <a:r>
                        <a:rPr lang="fr-FR" dirty="0"/>
                        <a:t>Unité de fréquence, correspond à un cycle par seconde</a:t>
                      </a:r>
                    </a:p>
                  </a:txBody>
                  <a:tcPr/>
                </a:tc>
                <a:extLst>
                  <a:ext uri="{0D108BD9-81ED-4DB2-BD59-A6C34878D82A}">
                    <a16:rowId xmlns:a16="http://schemas.microsoft.com/office/drawing/2014/main" val="3883598534"/>
                  </a:ext>
                </a:extLst>
              </a:tr>
              <a:tr h="359464">
                <a:tc>
                  <a:txBody>
                    <a:bodyPr/>
                    <a:lstStyle/>
                    <a:p>
                      <a:r>
                        <a:rPr lang="fr-FR" dirty="0"/>
                        <a:t>Kilohertz – kHz</a:t>
                      </a:r>
                    </a:p>
                  </a:txBody>
                  <a:tcPr/>
                </a:tc>
                <a:tc>
                  <a:txBody>
                    <a:bodyPr/>
                    <a:lstStyle/>
                    <a:p>
                      <a:r>
                        <a:rPr lang="fr-FR" dirty="0"/>
                        <a:t>1 000 Hz</a:t>
                      </a:r>
                    </a:p>
                  </a:txBody>
                  <a:tcPr/>
                </a:tc>
                <a:extLst>
                  <a:ext uri="{0D108BD9-81ED-4DB2-BD59-A6C34878D82A}">
                    <a16:rowId xmlns:a16="http://schemas.microsoft.com/office/drawing/2014/main" val="669775709"/>
                  </a:ext>
                </a:extLst>
              </a:tr>
              <a:tr h="387647">
                <a:tc>
                  <a:txBody>
                    <a:bodyPr/>
                    <a:lstStyle/>
                    <a:p>
                      <a:r>
                        <a:rPr lang="fr-FR" dirty="0"/>
                        <a:t>Mégahertz – MHz</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1 000 000 Hz un million de cycle par seconde</a:t>
                      </a:r>
                    </a:p>
                  </a:txBody>
                  <a:tcPr/>
                </a:tc>
                <a:extLst>
                  <a:ext uri="{0D108BD9-81ED-4DB2-BD59-A6C34878D82A}">
                    <a16:rowId xmlns:a16="http://schemas.microsoft.com/office/drawing/2014/main" val="4082991051"/>
                  </a:ext>
                </a:extLst>
              </a:tr>
              <a:tr h="359464">
                <a:tc>
                  <a:txBody>
                    <a:bodyPr/>
                    <a:lstStyle/>
                    <a:p>
                      <a:r>
                        <a:rPr lang="fr-FR" dirty="0"/>
                        <a:t>Gigahertz – GHz</a:t>
                      </a:r>
                    </a:p>
                  </a:txBody>
                  <a:tcPr/>
                </a:tc>
                <a:tc>
                  <a:txBody>
                    <a:bodyPr/>
                    <a:lstStyle/>
                    <a:p>
                      <a:r>
                        <a:rPr lang="fr-FR" dirty="0"/>
                        <a:t>1 000 000 000 Hz un milliard de cycles par seconde</a:t>
                      </a:r>
                    </a:p>
                  </a:txBody>
                  <a:tcPr/>
                </a:tc>
                <a:extLst>
                  <a:ext uri="{0D108BD9-81ED-4DB2-BD59-A6C34878D82A}">
                    <a16:rowId xmlns:a16="http://schemas.microsoft.com/office/drawing/2014/main" val="4204012299"/>
                  </a:ext>
                </a:extLst>
              </a:tr>
              <a:tr h="359464">
                <a:tc gridSpan="2">
                  <a:txBody>
                    <a:bodyPr/>
                    <a:lstStyle/>
                    <a:p>
                      <a:r>
                        <a:rPr lang="fr-FR" sz="1800" b="1" kern="1200" dirty="0">
                          <a:solidFill>
                            <a:schemeClr val="lt1"/>
                          </a:solidFill>
                          <a:latin typeface="+mn-lt"/>
                          <a:ea typeface="+mn-ea"/>
                          <a:cs typeface="+mn-cs"/>
                        </a:rPr>
                        <a:t>Temps</a:t>
                      </a:r>
                    </a:p>
                  </a:txBody>
                  <a:tcPr>
                    <a:solidFill>
                      <a:schemeClr val="accent1"/>
                    </a:solidFill>
                  </a:tcPr>
                </a:tc>
                <a:tc hMerge="1">
                  <a:txBody>
                    <a:bodyPr/>
                    <a:lstStyle/>
                    <a:p>
                      <a:endParaRPr lang="fr-FR" dirty="0"/>
                    </a:p>
                  </a:txBody>
                  <a:tcPr>
                    <a:solidFill>
                      <a:schemeClr val="accent1"/>
                    </a:solidFill>
                  </a:tcPr>
                </a:tc>
                <a:extLst>
                  <a:ext uri="{0D108BD9-81ED-4DB2-BD59-A6C34878D82A}">
                    <a16:rowId xmlns:a16="http://schemas.microsoft.com/office/drawing/2014/main" val="2483088435"/>
                  </a:ext>
                </a:extLst>
              </a:tr>
              <a:tr h="359464">
                <a:tc>
                  <a:txBody>
                    <a:bodyPr/>
                    <a:lstStyle/>
                    <a:p>
                      <a:r>
                        <a:rPr lang="fr-FR" dirty="0"/>
                        <a:t>Seconde</a:t>
                      </a:r>
                    </a:p>
                  </a:txBody>
                  <a:tcPr/>
                </a:tc>
                <a:tc>
                  <a:txBody>
                    <a:bodyPr/>
                    <a:lstStyle/>
                    <a:p>
                      <a:r>
                        <a:rPr lang="fr-FR" dirty="0"/>
                        <a:t>Unité de base</a:t>
                      </a:r>
                    </a:p>
                  </a:txBody>
                  <a:tcPr/>
                </a:tc>
                <a:extLst>
                  <a:ext uri="{0D108BD9-81ED-4DB2-BD59-A6C34878D82A}">
                    <a16:rowId xmlns:a16="http://schemas.microsoft.com/office/drawing/2014/main" val="3406587473"/>
                  </a:ext>
                </a:extLst>
              </a:tr>
              <a:tr h="359464">
                <a:tc>
                  <a:txBody>
                    <a:bodyPr/>
                    <a:lstStyle/>
                    <a:p>
                      <a:r>
                        <a:rPr lang="fr-FR" dirty="0"/>
                        <a:t>Milliseconde – ms</a:t>
                      </a:r>
                    </a:p>
                  </a:txBody>
                  <a:tcPr/>
                </a:tc>
                <a:tc>
                  <a:txBody>
                    <a:bodyPr/>
                    <a:lstStyle/>
                    <a:p>
                      <a:r>
                        <a:rPr lang="fr-FR" dirty="0"/>
                        <a:t>1/1000 seconde, 10</a:t>
                      </a:r>
                      <a:r>
                        <a:rPr lang="fr-FR" baseline="30000" dirty="0"/>
                        <a:t>-3 </a:t>
                      </a:r>
                      <a:r>
                        <a:rPr lang="fr-FR" dirty="0"/>
                        <a:t>s </a:t>
                      </a:r>
                    </a:p>
                  </a:txBody>
                  <a:tcPr/>
                </a:tc>
                <a:extLst>
                  <a:ext uri="{0D108BD9-81ED-4DB2-BD59-A6C34878D82A}">
                    <a16:rowId xmlns:a16="http://schemas.microsoft.com/office/drawing/2014/main" val="4201749755"/>
                  </a:ext>
                </a:extLst>
              </a:tr>
              <a:tr h="359464">
                <a:tc>
                  <a:txBody>
                    <a:bodyPr/>
                    <a:lstStyle/>
                    <a:p>
                      <a:r>
                        <a:rPr lang="fr-FR" dirty="0"/>
                        <a:t>Microseconde - µs</a:t>
                      </a:r>
                    </a:p>
                  </a:txBody>
                  <a:tcPr/>
                </a:tc>
                <a:tc>
                  <a:txBody>
                    <a:bodyPr/>
                    <a:lstStyle/>
                    <a:p>
                      <a:r>
                        <a:rPr lang="fr-FR" dirty="0"/>
                        <a:t>1/1 000 000 seconde, 10</a:t>
                      </a:r>
                      <a:r>
                        <a:rPr lang="fr-FR" baseline="30000" dirty="0"/>
                        <a:t>-6</a:t>
                      </a:r>
                      <a:r>
                        <a:rPr lang="fr-FR" dirty="0"/>
                        <a:t>s</a:t>
                      </a:r>
                    </a:p>
                  </a:txBody>
                  <a:tcPr/>
                </a:tc>
                <a:extLst>
                  <a:ext uri="{0D108BD9-81ED-4DB2-BD59-A6C34878D82A}">
                    <a16:rowId xmlns:a16="http://schemas.microsoft.com/office/drawing/2014/main" val="4093488626"/>
                  </a:ext>
                </a:extLst>
              </a:tr>
              <a:tr h="359464">
                <a:tc>
                  <a:txBody>
                    <a:bodyPr/>
                    <a:lstStyle/>
                    <a:p>
                      <a:r>
                        <a:rPr lang="fr-FR" dirty="0"/>
                        <a:t>Nanoseconde – ns</a:t>
                      </a:r>
                    </a:p>
                  </a:txBody>
                  <a:tcPr/>
                </a:tc>
                <a:tc>
                  <a:txBody>
                    <a:bodyPr/>
                    <a:lstStyle/>
                    <a:p>
                      <a:r>
                        <a:rPr lang="fr-FR" dirty="0"/>
                        <a:t>1/1 000 000 000 seconde, 10</a:t>
                      </a:r>
                      <a:r>
                        <a:rPr lang="fr-FR" baseline="30000" dirty="0"/>
                        <a:t>-9</a:t>
                      </a:r>
                      <a:r>
                        <a:rPr lang="fr-FR" dirty="0"/>
                        <a:t>s</a:t>
                      </a:r>
                    </a:p>
                  </a:txBody>
                  <a:tcPr/>
                </a:tc>
                <a:extLst>
                  <a:ext uri="{0D108BD9-81ED-4DB2-BD59-A6C34878D82A}">
                    <a16:rowId xmlns:a16="http://schemas.microsoft.com/office/drawing/2014/main" val="3314247665"/>
                  </a:ext>
                </a:extLst>
              </a:tr>
              <a:tr h="359464">
                <a:tc gridSpan="2">
                  <a:txBody>
                    <a:bodyPr/>
                    <a:lstStyle/>
                    <a:p>
                      <a:r>
                        <a:rPr lang="fr-FR" sz="1800" b="1" kern="1200" dirty="0">
                          <a:solidFill>
                            <a:schemeClr val="lt1"/>
                          </a:solidFill>
                          <a:latin typeface="+mn-lt"/>
                          <a:ea typeface="+mn-ea"/>
                          <a:cs typeface="+mn-cs"/>
                        </a:rPr>
                        <a:t>Stockage et mémoire</a:t>
                      </a:r>
                    </a:p>
                  </a:txBody>
                  <a:tcPr>
                    <a:solidFill>
                      <a:schemeClr val="accent1"/>
                    </a:solidFill>
                  </a:tcPr>
                </a:tc>
                <a:tc hMerge="1">
                  <a:txBody>
                    <a:bodyPr/>
                    <a:lstStyle/>
                    <a:p>
                      <a:endParaRPr lang="fr-FR" dirty="0"/>
                    </a:p>
                  </a:txBody>
                  <a:tcPr/>
                </a:tc>
                <a:extLst>
                  <a:ext uri="{0D108BD9-81ED-4DB2-BD59-A6C34878D82A}">
                    <a16:rowId xmlns:a16="http://schemas.microsoft.com/office/drawing/2014/main" val="171001155"/>
                  </a:ext>
                </a:extLst>
              </a:tr>
              <a:tr h="359464">
                <a:tc>
                  <a:txBody>
                    <a:bodyPr/>
                    <a:lstStyle/>
                    <a:p>
                      <a:r>
                        <a:rPr lang="fr-FR" dirty="0"/>
                        <a:t>Octet – B</a:t>
                      </a:r>
                    </a:p>
                  </a:txBody>
                  <a:tcPr/>
                </a:tc>
                <a:tc>
                  <a:txBody>
                    <a:bodyPr/>
                    <a:lstStyle/>
                    <a:p>
                      <a:r>
                        <a:rPr lang="fr-FR" dirty="0"/>
                        <a:t>Unité de base, correspond à 8 bits</a:t>
                      </a:r>
                    </a:p>
                  </a:txBody>
                  <a:tcPr/>
                </a:tc>
                <a:extLst>
                  <a:ext uri="{0D108BD9-81ED-4DB2-BD59-A6C34878D82A}">
                    <a16:rowId xmlns:a16="http://schemas.microsoft.com/office/drawing/2014/main" val="3436858739"/>
                  </a:ext>
                </a:extLst>
              </a:tr>
              <a:tr h="359464">
                <a:tc>
                  <a:txBody>
                    <a:bodyPr/>
                    <a:lstStyle/>
                    <a:p>
                      <a:r>
                        <a:rPr lang="fr-FR" dirty="0"/>
                        <a:t>Kilooctet – ko</a:t>
                      </a:r>
                    </a:p>
                  </a:txBody>
                  <a:tcPr/>
                </a:tc>
                <a:tc>
                  <a:txBody>
                    <a:bodyPr/>
                    <a:lstStyle/>
                    <a:p>
                      <a:r>
                        <a:rPr lang="fr-FR" dirty="0"/>
                        <a:t>1 000 notation décimale : SI</a:t>
                      </a:r>
                    </a:p>
                  </a:txBody>
                  <a:tcPr/>
                </a:tc>
                <a:extLst>
                  <a:ext uri="{0D108BD9-81ED-4DB2-BD59-A6C34878D82A}">
                    <a16:rowId xmlns:a16="http://schemas.microsoft.com/office/drawing/2014/main" val="620893578"/>
                  </a:ext>
                </a:extLst>
              </a:tr>
              <a:tr h="359464">
                <a:tc>
                  <a:txBody>
                    <a:bodyPr/>
                    <a:lstStyle/>
                    <a:p>
                      <a:r>
                        <a:rPr lang="fr-FR" dirty="0"/>
                        <a:t>Mégaoctet – Mo</a:t>
                      </a:r>
                    </a:p>
                  </a:txBody>
                  <a:tcPr/>
                </a:tc>
                <a:tc>
                  <a:txBody>
                    <a:bodyPr/>
                    <a:lstStyle/>
                    <a:p>
                      <a:r>
                        <a:rPr lang="fr-FR" dirty="0"/>
                        <a:t>1 000 000 octets</a:t>
                      </a:r>
                    </a:p>
                  </a:txBody>
                  <a:tcPr/>
                </a:tc>
                <a:extLst>
                  <a:ext uri="{0D108BD9-81ED-4DB2-BD59-A6C34878D82A}">
                    <a16:rowId xmlns:a16="http://schemas.microsoft.com/office/drawing/2014/main" val="1524682902"/>
                  </a:ext>
                </a:extLst>
              </a:tr>
              <a:tr h="359464">
                <a:tc>
                  <a:txBody>
                    <a:bodyPr/>
                    <a:lstStyle/>
                    <a:p>
                      <a:r>
                        <a:rPr lang="fr-FR" dirty="0"/>
                        <a:t>Gigaoctet – Go</a:t>
                      </a:r>
                    </a:p>
                  </a:txBody>
                  <a:tcPr/>
                </a:tc>
                <a:tc>
                  <a:txBody>
                    <a:bodyPr/>
                    <a:lstStyle/>
                    <a:p>
                      <a:r>
                        <a:rPr lang="fr-FR" dirty="0"/>
                        <a:t>1 000 000 000 octets</a:t>
                      </a:r>
                    </a:p>
                  </a:txBody>
                  <a:tcPr/>
                </a:tc>
                <a:extLst>
                  <a:ext uri="{0D108BD9-81ED-4DB2-BD59-A6C34878D82A}">
                    <a16:rowId xmlns:a16="http://schemas.microsoft.com/office/drawing/2014/main" val="1410490813"/>
                  </a:ext>
                </a:extLst>
              </a:tr>
              <a:tr h="359464">
                <a:tc>
                  <a:txBody>
                    <a:bodyPr/>
                    <a:lstStyle/>
                    <a:p>
                      <a:r>
                        <a:rPr lang="fr-FR" dirty="0"/>
                        <a:t>Téraoctet – To</a:t>
                      </a:r>
                    </a:p>
                  </a:txBody>
                  <a:tcPr/>
                </a:tc>
                <a:tc>
                  <a:txBody>
                    <a:bodyPr/>
                    <a:lstStyle/>
                    <a:p>
                      <a:r>
                        <a:rPr lang="fr-FR" dirty="0"/>
                        <a:t>1 000 000 000 000 octets</a:t>
                      </a:r>
                    </a:p>
                  </a:txBody>
                  <a:tcPr/>
                </a:tc>
                <a:extLst>
                  <a:ext uri="{0D108BD9-81ED-4DB2-BD59-A6C34878D82A}">
                    <a16:rowId xmlns:a16="http://schemas.microsoft.com/office/drawing/2014/main" val="553691912"/>
                  </a:ext>
                </a:extLst>
              </a:tr>
              <a:tr h="359464">
                <a:tc>
                  <a:txBody>
                    <a:bodyPr/>
                    <a:lstStyle/>
                    <a:p>
                      <a:r>
                        <a:rPr lang="fr-FR" dirty="0"/>
                        <a:t>Kibioctet – </a:t>
                      </a:r>
                      <a:r>
                        <a:rPr lang="fr-FR" dirty="0" err="1"/>
                        <a:t>Kio</a:t>
                      </a:r>
                      <a:endParaRPr lang="fr-FR" dirty="0"/>
                    </a:p>
                  </a:txBody>
                  <a:tcPr/>
                </a:tc>
                <a:tc>
                  <a:txBody>
                    <a:bodyPr/>
                    <a:lstStyle/>
                    <a:p>
                      <a:r>
                        <a:rPr lang="fr-FR" dirty="0"/>
                        <a:t>1024 octets, 2</a:t>
                      </a:r>
                      <a:r>
                        <a:rPr lang="fr-FR" baseline="30000" dirty="0"/>
                        <a:t>10</a:t>
                      </a:r>
                    </a:p>
                  </a:txBody>
                  <a:tcPr/>
                </a:tc>
                <a:extLst>
                  <a:ext uri="{0D108BD9-81ED-4DB2-BD59-A6C34878D82A}">
                    <a16:rowId xmlns:a16="http://schemas.microsoft.com/office/drawing/2014/main" val="3037487417"/>
                  </a:ext>
                </a:extLst>
              </a:tr>
              <a:tr h="359464">
                <a:tc>
                  <a:txBody>
                    <a:bodyPr/>
                    <a:lstStyle/>
                    <a:p>
                      <a:r>
                        <a:rPr lang="fr-FR" dirty="0" err="1"/>
                        <a:t>Mebioctet</a:t>
                      </a:r>
                      <a:r>
                        <a:rPr lang="fr-FR" dirty="0"/>
                        <a:t> – Moi</a:t>
                      </a:r>
                    </a:p>
                  </a:txBody>
                  <a:tcPr/>
                </a:tc>
                <a:tc>
                  <a:txBody>
                    <a:bodyPr/>
                    <a:lstStyle/>
                    <a:p>
                      <a:r>
                        <a:rPr lang="fr-FR" dirty="0"/>
                        <a:t>1 048 576 octets 2</a:t>
                      </a:r>
                      <a:r>
                        <a:rPr lang="fr-FR" baseline="30000" dirty="0"/>
                        <a:t>20</a:t>
                      </a:r>
                    </a:p>
                  </a:txBody>
                  <a:tcPr/>
                </a:tc>
                <a:extLst>
                  <a:ext uri="{0D108BD9-81ED-4DB2-BD59-A6C34878D82A}">
                    <a16:rowId xmlns:a16="http://schemas.microsoft.com/office/drawing/2014/main" val="3280203766"/>
                  </a:ext>
                </a:extLst>
              </a:tr>
              <a:tr h="359464">
                <a:tc>
                  <a:txBody>
                    <a:bodyPr/>
                    <a:lstStyle/>
                    <a:p>
                      <a:r>
                        <a:rPr lang="fr-FR" dirty="0"/>
                        <a:t>Gibioctet – </a:t>
                      </a:r>
                      <a:r>
                        <a:rPr lang="fr-FR" dirty="0" err="1"/>
                        <a:t>Gio</a:t>
                      </a:r>
                      <a:endParaRPr lang="fr-FR" dirty="0"/>
                    </a:p>
                  </a:txBody>
                  <a:tcPr/>
                </a:tc>
                <a:tc>
                  <a:txBody>
                    <a:bodyPr/>
                    <a:lstStyle/>
                    <a:p>
                      <a:r>
                        <a:rPr lang="fr-FR" dirty="0"/>
                        <a:t>1 073 741 824 octets 2</a:t>
                      </a:r>
                      <a:r>
                        <a:rPr lang="fr-FR" baseline="30000" dirty="0"/>
                        <a:t>30 </a:t>
                      </a:r>
                    </a:p>
                  </a:txBody>
                  <a:tcPr/>
                </a:tc>
                <a:extLst>
                  <a:ext uri="{0D108BD9-81ED-4DB2-BD59-A6C34878D82A}">
                    <a16:rowId xmlns:a16="http://schemas.microsoft.com/office/drawing/2014/main" val="3495308219"/>
                  </a:ext>
                </a:extLst>
              </a:tr>
            </a:tbl>
          </a:graphicData>
        </a:graphic>
      </p:graphicFrame>
      <p:sp>
        <p:nvSpPr>
          <p:cNvPr id="5" name="ZoneTexte 4">
            <a:extLst>
              <a:ext uri="{FF2B5EF4-FFF2-40B4-BE49-F238E27FC236}">
                <a16:creationId xmlns:a16="http://schemas.microsoft.com/office/drawing/2014/main" id="{B2295BDC-3658-CBF0-1971-3B09945E92BF}"/>
              </a:ext>
            </a:extLst>
          </p:cNvPr>
          <p:cNvSpPr txBox="1"/>
          <p:nvPr/>
        </p:nvSpPr>
        <p:spPr>
          <a:xfrm rot="5400000">
            <a:off x="8850795" y="2874683"/>
            <a:ext cx="5851412" cy="830997"/>
          </a:xfrm>
          <a:prstGeom prst="rect">
            <a:avLst/>
          </a:prstGeom>
          <a:noFill/>
        </p:spPr>
        <p:txBody>
          <a:bodyPr wrap="square" rtlCol="0">
            <a:spAutoFit/>
          </a:bodyPr>
          <a:lstStyle/>
          <a:p>
            <a:pPr algn="ctr"/>
            <a:r>
              <a:rPr lang="fr-FR" sz="4800" b="1" dirty="0">
                <a:solidFill>
                  <a:schemeClr val="accent1"/>
                </a:solidFill>
              </a:rPr>
              <a:t>Unité de mesure</a:t>
            </a:r>
          </a:p>
        </p:txBody>
      </p:sp>
    </p:spTree>
    <p:extLst>
      <p:ext uri="{BB962C8B-B14F-4D97-AF65-F5344CB8AC3E}">
        <p14:creationId xmlns:p14="http://schemas.microsoft.com/office/powerpoint/2010/main" val="3752141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A3787B-8E85-26F0-8C1B-E14156785047}"/>
              </a:ext>
            </a:extLst>
          </p:cNvPr>
          <p:cNvSpPr>
            <a:spLocks noGrp="1"/>
          </p:cNvSpPr>
          <p:nvPr>
            <p:ph type="title"/>
          </p:nvPr>
        </p:nvSpPr>
        <p:spPr>
          <a:xfrm>
            <a:off x="1131525" y="436982"/>
            <a:ext cx="5479719" cy="547763"/>
          </a:xfrm>
        </p:spPr>
        <p:txBody>
          <a:bodyPr anchor="b">
            <a:normAutofit/>
          </a:bodyPr>
          <a:lstStyle/>
          <a:p>
            <a:r>
              <a:rPr lang="fr-FR" sz="3200"/>
              <a:t>Variables et valeurs</a:t>
            </a:r>
            <a:endParaRPr lang="fr-FR" sz="3200" dirty="0"/>
          </a:p>
        </p:txBody>
      </p:sp>
      <p:sp>
        <p:nvSpPr>
          <p:cNvPr id="3" name="Espace réservé du contenu 2">
            <a:extLst>
              <a:ext uri="{FF2B5EF4-FFF2-40B4-BE49-F238E27FC236}">
                <a16:creationId xmlns:a16="http://schemas.microsoft.com/office/drawing/2014/main" id="{7FE99985-88E1-58AB-B3F2-062FF1D7E99A}"/>
              </a:ext>
            </a:extLst>
          </p:cNvPr>
          <p:cNvSpPr>
            <a:spLocks noGrp="1"/>
          </p:cNvSpPr>
          <p:nvPr>
            <p:ph idx="1"/>
          </p:nvPr>
        </p:nvSpPr>
        <p:spPr>
          <a:xfrm>
            <a:off x="0" y="2533476"/>
            <a:ext cx="7270811" cy="3583133"/>
          </a:xfrm>
        </p:spPr>
        <p:txBody>
          <a:bodyPr anchor="t">
            <a:normAutofit/>
          </a:bodyPr>
          <a:lstStyle/>
          <a:p>
            <a:pPr marL="0" indent="0">
              <a:buNone/>
            </a:pPr>
            <a:r>
              <a:rPr lang="fr-FR" sz="2000"/>
              <a:t>Les variables peuvent contenir différents types de données, selon leur nature et leur usage. Les types courants incluent : </a:t>
            </a:r>
          </a:p>
          <a:p>
            <a:r>
              <a:rPr lang="fr-FR" sz="2000" b="1" u="sng"/>
              <a:t>Entier : </a:t>
            </a:r>
            <a:r>
              <a:rPr lang="fr-FR" sz="2000"/>
              <a:t>un nombre sans partie décimale, comme : 5, 12, 0</a:t>
            </a:r>
          </a:p>
          <a:p>
            <a:r>
              <a:rPr lang="fr-FR" sz="2000" b="1" u="sng"/>
              <a:t>Réel: </a:t>
            </a:r>
            <a:r>
              <a:rPr lang="fr-FR" sz="2000"/>
              <a:t>un nombre avec une partie décimale comme : 3.14, -102,34</a:t>
            </a:r>
          </a:p>
          <a:p>
            <a:r>
              <a:rPr lang="fr-FR" sz="2000" b="1" u="sng"/>
              <a:t>Booléen: </a:t>
            </a:r>
            <a:r>
              <a:rPr lang="fr-FR" sz="2000"/>
              <a:t>une valeur logique qui peut soit vrai ou faux</a:t>
            </a:r>
          </a:p>
          <a:p>
            <a:r>
              <a:rPr lang="fr-FR" sz="2000" b="1" u="sng"/>
              <a:t>Chaîne de caractères: </a:t>
            </a:r>
            <a:r>
              <a:rPr lang="fr-FR" sz="2000"/>
              <a:t>une séquence de caractères, comme  ’bonjour</a:t>
            </a:r>
            <a:r>
              <a:rPr lang="fr-FR" sz="1700"/>
              <a:t>’</a:t>
            </a:r>
            <a:endParaRPr lang="fr-FR" sz="1700" dirty="0"/>
          </a:p>
        </p:txBody>
      </p:sp>
      <p:pic>
        <p:nvPicPr>
          <p:cNvPr id="5" name="Picture 4" descr="Programming data on computer monitor">
            <a:extLst>
              <a:ext uri="{FF2B5EF4-FFF2-40B4-BE49-F238E27FC236}">
                <a16:creationId xmlns:a16="http://schemas.microsoft.com/office/drawing/2014/main" id="{750905EF-0E0D-DE84-CB58-BAC59B513D98}"/>
              </a:ext>
            </a:extLst>
          </p:cNvPr>
          <p:cNvPicPr>
            <a:picLocks noChangeAspect="1"/>
          </p:cNvPicPr>
          <p:nvPr/>
        </p:nvPicPr>
        <p:blipFill>
          <a:blip r:embed="rId2"/>
          <a:srcRect l="31023" r="21078" b="-1"/>
          <a:stretch>
            <a:fillRect/>
          </a:stretch>
        </p:blipFill>
        <p:spPr>
          <a:xfrm>
            <a:off x="7270812" y="10"/>
            <a:ext cx="4921187" cy="6857990"/>
          </a:xfrm>
          <a:prstGeom prst="rect">
            <a:avLst/>
          </a:prstGeom>
        </p:spPr>
      </p:pic>
      <p:grpSp>
        <p:nvGrpSpPr>
          <p:cNvPr id="9" name="Group 8">
            <a:extLst>
              <a:ext uri="{FF2B5EF4-FFF2-40B4-BE49-F238E27FC236}">
                <a16:creationId xmlns:a16="http://schemas.microsoft.com/office/drawing/2014/main" id="{8CE57D37-C2D0-066B-1AE3-6F4244344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7" name="Rectangle 16">
              <a:extLst>
                <a:ext uri="{FF2B5EF4-FFF2-40B4-BE49-F238E27FC236}">
                  <a16:creationId xmlns:a16="http://schemas.microsoft.com/office/drawing/2014/main" id="{A24DCA44-89CF-872A-903F-96C50780E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0CC4F5-AC85-FFFA-7EB5-33C4FCE90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4410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Slide Background">
            <a:extLst>
              <a:ext uri="{FF2B5EF4-FFF2-40B4-BE49-F238E27FC236}">
                <a16:creationId xmlns:a16="http://schemas.microsoft.com/office/drawing/2014/main" id="{90D0877E-6CD0-4206-8A18-56CEE73EFB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18AC0D4-F32D-4067-9F63-E553F4AFF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2806021"/>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D6120DB-3E1E-7480-7A99-6D6D41ECEA68}"/>
              </a:ext>
            </a:extLst>
          </p:cNvPr>
          <p:cNvSpPr>
            <a:spLocks noGrp="1"/>
          </p:cNvSpPr>
          <p:nvPr>
            <p:ph type="title"/>
          </p:nvPr>
        </p:nvSpPr>
        <p:spPr>
          <a:xfrm>
            <a:off x="761802" y="342306"/>
            <a:ext cx="4703816" cy="2121408"/>
          </a:xfrm>
        </p:spPr>
        <p:txBody>
          <a:bodyPr vert="horz" lIns="91440" tIns="45720" rIns="91440" bIns="45720" rtlCol="0" anchor="ctr">
            <a:normAutofit/>
          </a:bodyPr>
          <a:lstStyle/>
          <a:p>
            <a:r>
              <a:rPr lang="en-US" sz="4000" kern="1200">
                <a:solidFill>
                  <a:schemeClr val="tx1"/>
                </a:solidFill>
                <a:latin typeface="+mj-lt"/>
                <a:ea typeface="+mj-ea"/>
                <a:cs typeface="+mj-cs"/>
              </a:rPr>
              <a:t>Principaux opérateurs booléens</a:t>
            </a:r>
          </a:p>
        </p:txBody>
      </p:sp>
      <p:sp>
        <p:nvSpPr>
          <p:cNvPr id="5" name="ZoneTexte 4">
            <a:extLst>
              <a:ext uri="{FF2B5EF4-FFF2-40B4-BE49-F238E27FC236}">
                <a16:creationId xmlns:a16="http://schemas.microsoft.com/office/drawing/2014/main" id="{2BB767DD-8551-4E47-374A-CF7CA10CCEF9}"/>
              </a:ext>
            </a:extLst>
          </p:cNvPr>
          <p:cNvSpPr txBox="1"/>
          <p:nvPr/>
        </p:nvSpPr>
        <p:spPr>
          <a:xfrm>
            <a:off x="6178932" y="712127"/>
            <a:ext cx="5250873" cy="2121407"/>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2000" b="1" u="sng"/>
              <a:t>Non A: </a:t>
            </a:r>
            <a:r>
              <a:rPr lang="en-US" sz="2000"/>
              <a:t>l’inverse de A (négation) (Anglais : NOT A)</a:t>
            </a:r>
          </a:p>
          <a:p>
            <a:pPr marL="285750" indent="-228600">
              <a:lnSpc>
                <a:spcPct val="90000"/>
              </a:lnSpc>
              <a:spcAft>
                <a:spcPts val="600"/>
              </a:spcAft>
              <a:buFont typeface="Arial" panose="020B0604020202020204" pitchFamily="34" charset="0"/>
              <a:buChar char="•"/>
            </a:pPr>
            <a:r>
              <a:rPr lang="en-US" sz="2000" b="1" u="sng"/>
              <a:t>A et B: </a:t>
            </a:r>
            <a:r>
              <a:rPr lang="en-US" sz="2000"/>
              <a:t>Vrai seulement si A et B sont vrais (Anglais : A AND B)</a:t>
            </a:r>
          </a:p>
          <a:p>
            <a:pPr marL="285750" indent="-228600">
              <a:lnSpc>
                <a:spcPct val="90000"/>
              </a:lnSpc>
              <a:spcAft>
                <a:spcPts val="600"/>
              </a:spcAft>
              <a:buFont typeface="Arial" panose="020B0604020202020204" pitchFamily="34" charset="0"/>
              <a:buChar char="•"/>
            </a:pPr>
            <a:r>
              <a:rPr lang="en-US" sz="2000" b="1" u="sng"/>
              <a:t>A ou B: </a:t>
            </a:r>
            <a:r>
              <a:rPr lang="en-US" sz="2000"/>
              <a:t>Vrai si au moins un des deux est vrai (Anglais: A OR B)</a:t>
            </a:r>
          </a:p>
        </p:txBody>
      </p:sp>
      <p:graphicFrame>
        <p:nvGraphicFramePr>
          <p:cNvPr id="4" name="Tableau 3">
            <a:extLst>
              <a:ext uri="{FF2B5EF4-FFF2-40B4-BE49-F238E27FC236}">
                <a16:creationId xmlns:a16="http://schemas.microsoft.com/office/drawing/2014/main" id="{8E2E5BA5-70C4-D9BC-FC0A-C1A1904B251B}"/>
              </a:ext>
            </a:extLst>
          </p:cNvPr>
          <p:cNvGraphicFramePr>
            <a:graphicFrameLocks noGrp="1"/>
          </p:cNvGraphicFramePr>
          <p:nvPr>
            <p:extLst>
              <p:ext uri="{D42A27DB-BD31-4B8C-83A1-F6EECF244321}">
                <p14:modId xmlns:p14="http://schemas.microsoft.com/office/powerpoint/2010/main" val="1754753459"/>
              </p:ext>
            </p:extLst>
          </p:nvPr>
        </p:nvGraphicFramePr>
        <p:xfrm>
          <a:off x="761802" y="3233088"/>
          <a:ext cx="10668003" cy="2990915"/>
        </p:xfrm>
        <a:graphic>
          <a:graphicData uri="http://schemas.openxmlformats.org/drawingml/2006/table">
            <a:tbl>
              <a:tblPr firstRow="1" bandRow="1">
                <a:tableStyleId>{5C22544A-7EE6-4342-B048-85BDC9FD1C3A}</a:tableStyleId>
              </a:tblPr>
              <a:tblGrid>
                <a:gridCol w="1843150">
                  <a:extLst>
                    <a:ext uri="{9D8B030D-6E8A-4147-A177-3AD203B41FA5}">
                      <a16:colId xmlns:a16="http://schemas.microsoft.com/office/drawing/2014/main" val="1266877816"/>
                    </a:ext>
                  </a:extLst>
                </a:gridCol>
                <a:gridCol w="1843150">
                  <a:extLst>
                    <a:ext uri="{9D8B030D-6E8A-4147-A177-3AD203B41FA5}">
                      <a16:colId xmlns:a16="http://schemas.microsoft.com/office/drawing/2014/main" val="1019656502"/>
                    </a:ext>
                  </a:extLst>
                </a:gridCol>
                <a:gridCol w="2365423">
                  <a:extLst>
                    <a:ext uri="{9D8B030D-6E8A-4147-A177-3AD203B41FA5}">
                      <a16:colId xmlns:a16="http://schemas.microsoft.com/office/drawing/2014/main" val="1499032962"/>
                    </a:ext>
                  </a:extLst>
                </a:gridCol>
                <a:gridCol w="2212668">
                  <a:extLst>
                    <a:ext uri="{9D8B030D-6E8A-4147-A177-3AD203B41FA5}">
                      <a16:colId xmlns:a16="http://schemas.microsoft.com/office/drawing/2014/main" val="2270994217"/>
                    </a:ext>
                  </a:extLst>
                </a:gridCol>
                <a:gridCol w="2403612">
                  <a:extLst>
                    <a:ext uri="{9D8B030D-6E8A-4147-A177-3AD203B41FA5}">
                      <a16:colId xmlns:a16="http://schemas.microsoft.com/office/drawing/2014/main" val="1601016346"/>
                    </a:ext>
                  </a:extLst>
                </a:gridCol>
              </a:tblGrid>
              <a:tr h="598183">
                <a:tc>
                  <a:txBody>
                    <a:bodyPr/>
                    <a:lstStyle/>
                    <a:p>
                      <a:r>
                        <a:rPr lang="fr-FR" sz="2700"/>
                        <a:t>A</a:t>
                      </a:r>
                    </a:p>
                  </a:txBody>
                  <a:tcPr marL="135951" marR="135951" marT="67975" marB="67975"/>
                </a:tc>
                <a:tc>
                  <a:txBody>
                    <a:bodyPr/>
                    <a:lstStyle/>
                    <a:p>
                      <a:r>
                        <a:rPr lang="fr-FR" sz="2700"/>
                        <a:t>B</a:t>
                      </a:r>
                    </a:p>
                  </a:txBody>
                  <a:tcPr marL="135951" marR="135951" marT="67975" marB="67975"/>
                </a:tc>
                <a:tc>
                  <a:txBody>
                    <a:bodyPr/>
                    <a:lstStyle/>
                    <a:p>
                      <a:r>
                        <a:rPr lang="fr-FR" sz="2700"/>
                        <a:t>NON A</a:t>
                      </a:r>
                    </a:p>
                  </a:txBody>
                  <a:tcPr marL="135951" marR="135951" marT="67975" marB="67975"/>
                </a:tc>
                <a:tc>
                  <a:txBody>
                    <a:bodyPr/>
                    <a:lstStyle/>
                    <a:p>
                      <a:r>
                        <a:rPr lang="fr-FR" sz="2700"/>
                        <a:t>A ET B</a:t>
                      </a:r>
                    </a:p>
                  </a:txBody>
                  <a:tcPr marL="135951" marR="135951" marT="67975" marB="67975"/>
                </a:tc>
                <a:tc>
                  <a:txBody>
                    <a:bodyPr/>
                    <a:lstStyle/>
                    <a:p>
                      <a:r>
                        <a:rPr lang="fr-FR" sz="2700"/>
                        <a:t>A OU B</a:t>
                      </a:r>
                    </a:p>
                  </a:txBody>
                  <a:tcPr marL="135951" marR="135951" marT="67975" marB="67975"/>
                </a:tc>
                <a:extLst>
                  <a:ext uri="{0D108BD9-81ED-4DB2-BD59-A6C34878D82A}">
                    <a16:rowId xmlns:a16="http://schemas.microsoft.com/office/drawing/2014/main" val="2762891027"/>
                  </a:ext>
                </a:extLst>
              </a:tr>
              <a:tr h="598183">
                <a:tc>
                  <a:txBody>
                    <a:bodyPr/>
                    <a:lstStyle/>
                    <a:p>
                      <a:r>
                        <a:rPr lang="fr-FR" sz="2700"/>
                        <a:t>Vrai</a:t>
                      </a:r>
                    </a:p>
                  </a:txBody>
                  <a:tcPr marL="135951" marR="135951" marT="67975" marB="67975"/>
                </a:tc>
                <a:tc>
                  <a:txBody>
                    <a:bodyPr/>
                    <a:lstStyle/>
                    <a:p>
                      <a:r>
                        <a:rPr lang="fr-FR" sz="2700"/>
                        <a:t>Vrai</a:t>
                      </a:r>
                    </a:p>
                  </a:txBody>
                  <a:tcPr marL="135951" marR="135951" marT="67975" marB="67975"/>
                </a:tc>
                <a:tc>
                  <a:txBody>
                    <a:bodyPr/>
                    <a:lstStyle/>
                    <a:p>
                      <a:r>
                        <a:rPr lang="fr-FR" sz="2700"/>
                        <a:t>Faux</a:t>
                      </a:r>
                    </a:p>
                  </a:txBody>
                  <a:tcPr marL="135951" marR="135951" marT="67975" marB="67975"/>
                </a:tc>
                <a:tc>
                  <a:txBody>
                    <a:bodyPr/>
                    <a:lstStyle/>
                    <a:p>
                      <a:r>
                        <a:rPr lang="fr-FR" sz="2700"/>
                        <a:t>Vrai</a:t>
                      </a:r>
                    </a:p>
                  </a:txBody>
                  <a:tcPr marL="135951" marR="135951" marT="67975" marB="67975"/>
                </a:tc>
                <a:tc>
                  <a:txBody>
                    <a:bodyPr/>
                    <a:lstStyle/>
                    <a:p>
                      <a:r>
                        <a:rPr lang="fr-FR" sz="2700"/>
                        <a:t>Vrai</a:t>
                      </a:r>
                    </a:p>
                  </a:txBody>
                  <a:tcPr marL="135951" marR="135951" marT="67975" marB="67975"/>
                </a:tc>
                <a:extLst>
                  <a:ext uri="{0D108BD9-81ED-4DB2-BD59-A6C34878D82A}">
                    <a16:rowId xmlns:a16="http://schemas.microsoft.com/office/drawing/2014/main" val="426354363"/>
                  </a:ext>
                </a:extLst>
              </a:tr>
              <a:tr h="598183">
                <a:tc>
                  <a:txBody>
                    <a:bodyPr/>
                    <a:lstStyle/>
                    <a:p>
                      <a:r>
                        <a:rPr lang="fr-FR" sz="2700"/>
                        <a:t>Vrai</a:t>
                      </a:r>
                    </a:p>
                  </a:txBody>
                  <a:tcPr marL="135951" marR="135951" marT="67975" marB="67975"/>
                </a:tc>
                <a:tc>
                  <a:txBody>
                    <a:bodyPr/>
                    <a:lstStyle/>
                    <a:p>
                      <a:r>
                        <a:rPr lang="fr-FR" sz="2700"/>
                        <a:t>Faux</a:t>
                      </a:r>
                    </a:p>
                  </a:txBody>
                  <a:tcPr marL="135951" marR="135951" marT="67975" marB="67975"/>
                </a:tc>
                <a:tc>
                  <a:txBody>
                    <a:bodyPr/>
                    <a:lstStyle/>
                    <a:p>
                      <a:r>
                        <a:rPr lang="fr-FR" sz="2700"/>
                        <a:t>Faux</a:t>
                      </a:r>
                    </a:p>
                  </a:txBody>
                  <a:tcPr marL="135951" marR="135951" marT="67975" marB="67975"/>
                </a:tc>
                <a:tc>
                  <a:txBody>
                    <a:bodyPr/>
                    <a:lstStyle/>
                    <a:p>
                      <a:r>
                        <a:rPr lang="fr-FR" sz="2700"/>
                        <a:t>Faux</a:t>
                      </a:r>
                    </a:p>
                  </a:txBody>
                  <a:tcPr marL="135951" marR="135951" marT="67975" marB="67975"/>
                </a:tc>
                <a:tc>
                  <a:txBody>
                    <a:bodyPr/>
                    <a:lstStyle/>
                    <a:p>
                      <a:r>
                        <a:rPr lang="fr-FR" sz="2700"/>
                        <a:t>Vrai</a:t>
                      </a:r>
                    </a:p>
                  </a:txBody>
                  <a:tcPr marL="135951" marR="135951" marT="67975" marB="67975"/>
                </a:tc>
                <a:extLst>
                  <a:ext uri="{0D108BD9-81ED-4DB2-BD59-A6C34878D82A}">
                    <a16:rowId xmlns:a16="http://schemas.microsoft.com/office/drawing/2014/main" val="3552483606"/>
                  </a:ext>
                </a:extLst>
              </a:tr>
              <a:tr h="598183">
                <a:tc>
                  <a:txBody>
                    <a:bodyPr/>
                    <a:lstStyle/>
                    <a:p>
                      <a:r>
                        <a:rPr lang="fr-FR" sz="2700"/>
                        <a:t>Faux</a:t>
                      </a:r>
                    </a:p>
                  </a:txBody>
                  <a:tcPr marL="135951" marR="135951" marT="67975" marB="67975"/>
                </a:tc>
                <a:tc>
                  <a:txBody>
                    <a:bodyPr/>
                    <a:lstStyle/>
                    <a:p>
                      <a:r>
                        <a:rPr lang="fr-FR" sz="2700"/>
                        <a:t>Vrai</a:t>
                      </a:r>
                    </a:p>
                  </a:txBody>
                  <a:tcPr marL="135951" marR="135951" marT="67975" marB="67975"/>
                </a:tc>
                <a:tc>
                  <a:txBody>
                    <a:bodyPr/>
                    <a:lstStyle/>
                    <a:p>
                      <a:r>
                        <a:rPr lang="fr-FR" sz="2700"/>
                        <a:t>Vrai</a:t>
                      </a:r>
                    </a:p>
                  </a:txBody>
                  <a:tcPr marL="135951" marR="135951" marT="67975" marB="67975"/>
                </a:tc>
                <a:tc>
                  <a:txBody>
                    <a:bodyPr/>
                    <a:lstStyle/>
                    <a:p>
                      <a:r>
                        <a:rPr lang="fr-FR" sz="2700"/>
                        <a:t>Faux</a:t>
                      </a:r>
                    </a:p>
                  </a:txBody>
                  <a:tcPr marL="135951" marR="135951" marT="67975" marB="67975"/>
                </a:tc>
                <a:tc>
                  <a:txBody>
                    <a:bodyPr/>
                    <a:lstStyle/>
                    <a:p>
                      <a:r>
                        <a:rPr lang="fr-FR" sz="2700"/>
                        <a:t>Vrai</a:t>
                      </a:r>
                    </a:p>
                  </a:txBody>
                  <a:tcPr marL="135951" marR="135951" marT="67975" marB="67975"/>
                </a:tc>
                <a:extLst>
                  <a:ext uri="{0D108BD9-81ED-4DB2-BD59-A6C34878D82A}">
                    <a16:rowId xmlns:a16="http://schemas.microsoft.com/office/drawing/2014/main" val="1232419376"/>
                  </a:ext>
                </a:extLst>
              </a:tr>
              <a:tr h="598183">
                <a:tc>
                  <a:txBody>
                    <a:bodyPr/>
                    <a:lstStyle/>
                    <a:p>
                      <a:r>
                        <a:rPr lang="fr-FR" sz="2700"/>
                        <a:t>Faux</a:t>
                      </a:r>
                    </a:p>
                  </a:txBody>
                  <a:tcPr marL="135951" marR="135951" marT="67975" marB="67975"/>
                </a:tc>
                <a:tc>
                  <a:txBody>
                    <a:bodyPr/>
                    <a:lstStyle/>
                    <a:p>
                      <a:r>
                        <a:rPr lang="fr-FR" sz="2700"/>
                        <a:t>Faux</a:t>
                      </a:r>
                    </a:p>
                  </a:txBody>
                  <a:tcPr marL="135951" marR="135951" marT="67975" marB="67975"/>
                </a:tc>
                <a:tc>
                  <a:txBody>
                    <a:bodyPr/>
                    <a:lstStyle/>
                    <a:p>
                      <a:r>
                        <a:rPr lang="fr-FR" sz="2700"/>
                        <a:t>Vrai</a:t>
                      </a:r>
                    </a:p>
                  </a:txBody>
                  <a:tcPr marL="135951" marR="135951" marT="67975" marB="67975"/>
                </a:tc>
                <a:tc>
                  <a:txBody>
                    <a:bodyPr/>
                    <a:lstStyle/>
                    <a:p>
                      <a:r>
                        <a:rPr lang="fr-FR" sz="2700"/>
                        <a:t>Faux</a:t>
                      </a:r>
                    </a:p>
                  </a:txBody>
                  <a:tcPr marL="135951" marR="135951" marT="67975" marB="67975"/>
                </a:tc>
                <a:tc>
                  <a:txBody>
                    <a:bodyPr/>
                    <a:lstStyle/>
                    <a:p>
                      <a:r>
                        <a:rPr lang="fr-FR" sz="2700"/>
                        <a:t>Faux </a:t>
                      </a:r>
                    </a:p>
                  </a:txBody>
                  <a:tcPr marL="135951" marR="135951" marT="67975" marB="67975"/>
                </a:tc>
                <a:extLst>
                  <a:ext uri="{0D108BD9-81ED-4DB2-BD59-A6C34878D82A}">
                    <a16:rowId xmlns:a16="http://schemas.microsoft.com/office/drawing/2014/main" val="2968272828"/>
                  </a:ext>
                </a:extLst>
              </a:tr>
            </a:tbl>
          </a:graphicData>
        </a:graphic>
      </p:graphicFrame>
      <p:pic>
        <p:nvPicPr>
          <p:cNvPr id="1026" name="Picture 2" descr="Decision making ">
            <a:extLst>
              <a:ext uri="{FF2B5EF4-FFF2-40B4-BE49-F238E27FC236}">
                <a16:creationId xmlns:a16="http://schemas.microsoft.com/office/drawing/2014/main" id="{48C9162D-C992-F1D3-C1EE-0E556AA449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3175" y="4956319"/>
            <a:ext cx="1667238" cy="1667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50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A48BC-CD79-23DB-2545-7F813D6B8EC0}"/>
              </a:ext>
            </a:extLst>
          </p:cNvPr>
          <p:cNvSpPr>
            <a:spLocks noGrp="1"/>
          </p:cNvSpPr>
          <p:nvPr>
            <p:ph type="title"/>
          </p:nvPr>
        </p:nvSpPr>
        <p:spPr>
          <a:xfrm>
            <a:off x="5868557" y="1138036"/>
            <a:ext cx="5444382" cy="1402470"/>
          </a:xfrm>
        </p:spPr>
        <p:txBody>
          <a:bodyPr anchor="t">
            <a:normAutofit/>
          </a:bodyPr>
          <a:lstStyle/>
          <a:p>
            <a:r>
              <a:rPr lang="fr-FR" sz="3200" dirty="0"/>
              <a:t>Concevoir un algorithme</a:t>
            </a:r>
          </a:p>
        </p:txBody>
      </p:sp>
      <p:pic>
        <p:nvPicPr>
          <p:cNvPr id="22" name="Picture 4" descr="A network formed by white dots">
            <a:extLst>
              <a:ext uri="{FF2B5EF4-FFF2-40B4-BE49-F238E27FC236}">
                <a16:creationId xmlns:a16="http://schemas.microsoft.com/office/drawing/2014/main" id="{2DAA8AC7-1C82-1395-1050-05FDFA9FD298}"/>
              </a:ext>
            </a:extLst>
          </p:cNvPr>
          <p:cNvPicPr>
            <a:picLocks noChangeAspect="1"/>
          </p:cNvPicPr>
          <p:nvPr/>
        </p:nvPicPr>
        <p:blipFill>
          <a:blip r:embed="rId2"/>
          <a:srcRect l="42164" r="-1" b="-1"/>
          <a:stretch>
            <a:fillRect/>
          </a:stretch>
        </p:blipFill>
        <p:spPr>
          <a:xfrm>
            <a:off x="-1" y="10"/>
            <a:ext cx="5151179" cy="6857990"/>
          </a:xfrm>
          <a:prstGeom prst="rect">
            <a:avLst/>
          </a:prstGeom>
        </p:spPr>
      </p:pic>
      <p:cxnSp>
        <p:nvCxnSpPr>
          <p:cNvPr id="23"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4" name="Espace réservé du contenu 2">
            <a:extLst>
              <a:ext uri="{FF2B5EF4-FFF2-40B4-BE49-F238E27FC236}">
                <a16:creationId xmlns:a16="http://schemas.microsoft.com/office/drawing/2014/main" id="{3194ADA7-E97E-5CAE-4E94-9C9D57E0BAB8}"/>
              </a:ext>
            </a:extLst>
          </p:cNvPr>
          <p:cNvSpPr>
            <a:spLocks noGrp="1"/>
          </p:cNvSpPr>
          <p:nvPr>
            <p:ph idx="1"/>
          </p:nvPr>
        </p:nvSpPr>
        <p:spPr>
          <a:xfrm>
            <a:off x="5151178" y="2002536"/>
            <a:ext cx="7162742" cy="3591207"/>
          </a:xfrm>
        </p:spPr>
        <p:txBody>
          <a:bodyPr>
            <a:noAutofit/>
          </a:bodyPr>
          <a:lstStyle/>
          <a:p>
            <a:pPr marL="0" indent="0">
              <a:buNone/>
            </a:pPr>
            <a:r>
              <a:rPr lang="fr-FR" sz="2000" dirty="0"/>
              <a:t>La démarche de conception suit généralement ces étapes : </a:t>
            </a:r>
          </a:p>
          <a:p>
            <a:pPr marL="0" indent="0">
              <a:buNone/>
            </a:pPr>
            <a:endParaRPr lang="fr-FR" sz="2000" dirty="0"/>
          </a:p>
          <a:p>
            <a:r>
              <a:rPr lang="fr-FR" sz="2000" b="1" dirty="0"/>
              <a:t>Étape 1 : </a:t>
            </a:r>
            <a:r>
              <a:rPr lang="fr-FR" sz="2000" dirty="0"/>
              <a:t>Lire  et comprendre l’énoncé du problème à résoudre</a:t>
            </a:r>
          </a:p>
          <a:p>
            <a:r>
              <a:rPr lang="fr-FR" sz="2000" b="1" dirty="0"/>
              <a:t>Étape 2: </a:t>
            </a:r>
            <a:r>
              <a:rPr lang="fr-FR" sz="2000" dirty="0"/>
              <a:t>Définir les sorties(résultats attendus), les entrées      (données initiales) et le traitement (relation permettant de passer des entrées aux sorties</a:t>
            </a:r>
          </a:p>
          <a:p>
            <a:r>
              <a:rPr lang="fr-FR" sz="2000" b="1" dirty="0"/>
              <a:t>Étape 3: </a:t>
            </a:r>
            <a:r>
              <a:rPr lang="fr-FR" sz="2000" dirty="0"/>
              <a:t>Rédiger l’algorithme en pseudo-code, en respectant une structure claire et compréhensible</a:t>
            </a:r>
          </a:p>
        </p:txBody>
      </p:sp>
    </p:spTree>
    <p:extLst>
      <p:ext uri="{BB962C8B-B14F-4D97-AF65-F5344CB8AC3E}">
        <p14:creationId xmlns:p14="http://schemas.microsoft.com/office/powerpoint/2010/main" val="366964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re 1">
            <a:extLst>
              <a:ext uri="{FF2B5EF4-FFF2-40B4-BE49-F238E27FC236}">
                <a16:creationId xmlns:a16="http://schemas.microsoft.com/office/drawing/2014/main" id="{4133A972-E7A9-EFF9-8016-AC710ABFAA89}"/>
              </a:ext>
            </a:extLst>
          </p:cNvPr>
          <p:cNvSpPr>
            <a:spLocks noGrp="1"/>
          </p:cNvSpPr>
          <p:nvPr>
            <p:ph type="title"/>
          </p:nvPr>
        </p:nvSpPr>
        <p:spPr>
          <a:xfrm>
            <a:off x="1188069" y="381935"/>
            <a:ext cx="4008583" cy="5974414"/>
          </a:xfrm>
        </p:spPr>
        <p:txBody>
          <a:bodyPr anchor="ctr">
            <a:normAutofit/>
          </a:bodyPr>
          <a:lstStyle/>
          <a:p>
            <a:r>
              <a:rPr lang="fr-FR" sz="6800">
                <a:solidFill>
                  <a:srgbClr val="FFFFFF"/>
                </a:solidFill>
              </a:rPr>
              <a:t>Les structures de contrôle</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Espace réservé du contenu 2">
            <a:extLst>
              <a:ext uri="{FF2B5EF4-FFF2-40B4-BE49-F238E27FC236}">
                <a16:creationId xmlns:a16="http://schemas.microsoft.com/office/drawing/2014/main" id="{57060FAB-A96B-E3BB-ABB8-99D2765F6311}"/>
              </a:ext>
            </a:extLst>
          </p:cNvPr>
          <p:cNvSpPr>
            <a:spLocks noGrp="1"/>
          </p:cNvSpPr>
          <p:nvPr>
            <p:ph idx="1"/>
          </p:nvPr>
        </p:nvSpPr>
        <p:spPr>
          <a:xfrm>
            <a:off x="5779911" y="268225"/>
            <a:ext cx="5806245" cy="5974414"/>
          </a:xfrm>
        </p:spPr>
        <p:txBody>
          <a:bodyPr anchor="ctr">
            <a:normAutofit/>
          </a:bodyPr>
          <a:lstStyle/>
          <a:p>
            <a:r>
              <a:rPr lang="fr-FR" sz="1900" b="1" u="sng">
                <a:solidFill>
                  <a:schemeClr val="tx1">
                    <a:alpha val="80000"/>
                  </a:schemeClr>
                </a:solidFill>
              </a:rPr>
              <a:t>Saut : </a:t>
            </a:r>
            <a:r>
              <a:rPr lang="fr-FR" sz="1900">
                <a:solidFill>
                  <a:schemeClr val="tx1">
                    <a:alpha val="80000"/>
                  </a:schemeClr>
                </a:solidFill>
              </a:rPr>
              <a:t>Le saut est une structure de contrôle fondamentale en information qui permet de modifier le flux d’exécution d’un algorithme en redirigeant l’exécution vers une autre partie du programme. Le saut est une instruction explicite qui transfère immédiatement le contrôle à une position spécifique dans le code.</a:t>
            </a:r>
          </a:p>
          <a:p>
            <a:pPr lvl="1"/>
            <a:r>
              <a:rPr lang="fr-FR" sz="1900">
                <a:solidFill>
                  <a:schemeClr val="tx1">
                    <a:alpha val="80000"/>
                  </a:schemeClr>
                </a:solidFill>
              </a:rPr>
              <a:t>Un saut peut être inconditionnel : l’exécution est toujours redirigée vers une position</a:t>
            </a:r>
          </a:p>
          <a:p>
            <a:pPr lvl="1"/>
            <a:r>
              <a:rPr lang="fr-FR" sz="1900">
                <a:solidFill>
                  <a:schemeClr val="tx1">
                    <a:alpha val="80000"/>
                  </a:schemeClr>
                </a:solidFill>
              </a:rPr>
              <a:t>Un saut peut être conditionnel : le saut dépendant d’une condition booléenne </a:t>
            </a:r>
          </a:p>
          <a:p>
            <a:r>
              <a:rPr lang="fr-FR" sz="1900" b="1" u="sng">
                <a:solidFill>
                  <a:schemeClr val="tx1">
                    <a:alpha val="80000"/>
                  </a:schemeClr>
                </a:solidFill>
              </a:rPr>
              <a:t>Saut conditionnel, embranchement </a:t>
            </a:r>
            <a:r>
              <a:rPr lang="fr-FR" sz="1900">
                <a:solidFill>
                  <a:schemeClr val="tx1">
                    <a:alpha val="80000"/>
                  </a:schemeClr>
                </a:solidFill>
              </a:rPr>
              <a:t>: Dépend d’une condition booléenne.</a:t>
            </a:r>
          </a:p>
          <a:p>
            <a:pPr lvl="1"/>
            <a:r>
              <a:rPr lang="fr-FR" sz="1900">
                <a:solidFill>
                  <a:schemeClr val="tx1">
                    <a:alpha val="80000"/>
                  </a:schemeClr>
                </a:solidFill>
              </a:rPr>
              <a:t>Si la condition est vraie : l’exécution saute à une étiquette donnée</a:t>
            </a:r>
          </a:p>
          <a:p>
            <a:pPr lvl="1"/>
            <a:r>
              <a:rPr lang="fr-FR" sz="1900">
                <a:solidFill>
                  <a:schemeClr val="tx1">
                    <a:alpha val="80000"/>
                  </a:schemeClr>
                </a:solidFill>
              </a:rPr>
              <a:t>Si la condition est fausse : l’exécution continue séquentiellement</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233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D5D6ACA-A138-D204-8E74-452A62D7AC7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Les tris </a:t>
            </a:r>
          </a:p>
        </p:txBody>
      </p:sp>
      <p:graphicFrame>
        <p:nvGraphicFramePr>
          <p:cNvPr id="5" name="Tableau 4">
            <a:extLst>
              <a:ext uri="{FF2B5EF4-FFF2-40B4-BE49-F238E27FC236}">
                <a16:creationId xmlns:a16="http://schemas.microsoft.com/office/drawing/2014/main" id="{7A1417D6-047E-66AA-23F1-87FA6D0B6328}"/>
              </a:ext>
            </a:extLst>
          </p:cNvPr>
          <p:cNvGraphicFramePr>
            <a:graphicFrameLocks noGrp="1"/>
          </p:cNvGraphicFramePr>
          <p:nvPr>
            <p:extLst>
              <p:ext uri="{D42A27DB-BD31-4B8C-83A1-F6EECF244321}">
                <p14:modId xmlns:p14="http://schemas.microsoft.com/office/powerpoint/2010/main" val="42730669"/>
              </p:ext>
            </p:extLst>
          </p:nvPr>
        </p:nvGraphicFramePr>
        <p:xfrm>
          <a:off x="643467" y="1910205"/>
          <a:ext cx="10905067" cy="4224952"/>
        </p:xfrm>
        <a:graphic>
          <a:graphicData uri="http://schemas.openxmlformats.org/drawingml/2006/table">
            <a:tbl>
              <a:tblPr firstRow="1" bandRow="1">
                <a:tableStyleId>{69012ECD-51FC-41F1-AA8D-1B2483CD663E}</a:tableStyleId>
              </a:tblPr>
              <a:tblGrid>
                <a:gridCol w="3534856">
                  <a:extLst>
                    <a:ext uri="{9D8B030D-6E8A-4147-A177-3AD203B41FA5}">
                      <a16:colId xmlns:a16="http://schemas.microsoft.com/office/drawing/2014/main" val="3502952949"/>
                    </a:ext>
                  </a:extLst>
                </a:gridCol>
                <a:gridCol w="7370211">
                  <a:extLst>
                    <a:ext uri="{9D8B030D-6E8A-4147-A177-3AD203B41FA5}">
                      <a16:colId xmlns:a16="http://schemas.microsoft.com/office/drawing/2014/main" val="2924371569"/>
                    </a:ext>
                  </a:extLst>
                </a:gridCol>
              </a:tblGrid>
              <a:tr h="270638">
                <a:tc>
                  <a:txBody>
                    <a:bodyPr/>
                    <a:lstStyle/>
                    <a:p>
                      <a:r>
                        <a:rPr lang="fr-FR" sz="1200"/>
                        <a:t>Nom du tri</a:t>
                      </a:r>
                    </a:p>
                  </a:txBody>
                  <a:tcPr marL="61509" marR="61509" marT="30754" marB="30754"/>
                </a:tc>
                <a:tc>
                  <a:txBody>
                    <a:bodyPr/>
                    <a:lstStyle/>
                    <a:p>
                      <a:r>
                        <a:rPr lang="fr-FR" sz="1200"/>
                        <a:t>Description</a:t>
                      </a:r>
                    </a:p>
                  </a:txBody>
                  <a:tcPr marL="61509" marR="61509" marT="30754" marB="30754"/>
                </a:tc>
                <a:extLst>
                  <a:ext uri="{0D108BD9-81ED-4DB2-BD59-A6C34878D82A}">
                    <a16:rowId xmlns:a16="http://schemas.microsoft.com/office/drawing/2014/main" val="109388222"/>
                  </a:ext>
                </a:extLst>
              </a:tr>
              <a:tr h="455164">
                <a:tc>
                  <a:txBody>
                    <a:bodyPr/>
                    <a:lstStyle/>
                    <a:p>
                      <a:r>
                        <a:rPr lang="fr-FR" sz="1200" b="1"/>
                        <a:t>Tri à bulle – Bubble sort</a:t>
                      </a:r>
                    </a:p>
                  </a:txBody>
                  <a:tcPr marL="61509" marR="61509" marT="30754" marB="30754"/>
                </a:tc>
                <a:tc>
                  <a:txBody>
                    <a:bodyPr/>
                    <a:lstStyle/>
                    <a:p>
                      <a:r>
                        <a:rPr lang="fr-FR" sz="1200"/>
                        <a:t>Le tri à bulle est un algorithme de tri. Simple qui parcourt un tableau de manière répétée pour comparer et échanger les éléments adjacents s’ils sont dans le mauvais ordre</a:t>
                      </a:r>
                    </a:p>
                  </a:txBody>
                  <a:tcPr marL="61509" marR="61509" marT="30754" marB="30754"/>
                </a:tc>
                <a:extLst>
                  <a:ext uri="{0D108BD9-81ED-4DB2-BD59-A6C34878D82A}">
                    <a16:rowId xmlns:a16="http://schemas.microsoft.com/office/drawing/2014/main" val="2559382241"/>
                  </a:ext>
                </a:extLst>
              </a:tr>
              <a:tr h="455164">
                <a:tc>
                  <a:txBody>
                    <a:bodyPr/>
                    <a:lstStyle/>
                    <a:p>
                      <a:r>
                        <a:rPr lang="fr-FR" sz="1200" b="1"/>
                        <a:t>Tri par insertion</a:t>
                      </a:r>
                    </a:p>
                  </a:txBody>
                  <a:tcPr marL="61509" marR="61509" marT="30754" marB="30754"/>
                </a:tc>
                <a:tc>
                  <a:txBody>
                    <a:bodyPr/>
                    <a:lstStyle/>
                    <a:p>
                      <a:r>
                        <a:rPr lang="fr-FR" sz="1200"/>
                        <a:t>Le tri par insertion est un algorithme de tri qui construit progressivement une partie triée du tableau en insérant chaque élément à sa position correcte</a:t>
                      </a:r>
                    </a:p>
                  </a:txBody>
                  <a:tcPr marL="61509" marR="61509" marT="30754" marB="30754"/>
                </a:tc>
                <a:extLst>
                  <a:ext uri="{0D108BD9-81ED-4DB2-BD59-A6C34878D82A}">
                    <a16:rowId xmlns:a16="http://schemas.microsoft.com/office/drawing/2014/main" val="853462835"/>
                  </a:ext>
                </a:extLst>
              </a:tr>
              <a:tr h="639689">
                <a:tc>
                  <a:txBody>
                    <a:bodyPr/>
                    <a:lstStyle/>
                    <a:p>
                      <a:r>
                        <a:rPr lang="fr-FR" sz="1200" b="1"/>
                        <a:t>Tri fusion – Merge sort</a:t>
                      </a:r>
                    </a:p>
                  </a:txBody>
                  <a:tcPr marL="61509" marR="61509" marT="30754" marB="30754"/>
                </a:tc>
                <a:tc>
                  <a:txBody>
                    <a:bodyPr/>
                    <a:lstStyle/>
                    <a:p>
                      <a:r>
                        <a:rPr lang="fr-FR" sz="1200"/>
                        <a:t>Approche « Diviser pour régner ». Le tri divise le tableau en 2 moitiés, tri chaque moitié récursivement, puis fusionne les 2 moitiés triées en un seul tableau trié. Cette méthode réduit considérablement le nombre de comparaisons nécessaires et atteint une complexité en O(n log n)</a:t>
                      </a:r>
                    </a:p>
                  </a:txBody>
                  <a:tcPr marL="61509" marR="61509" marT="30754" marB="30754"/>
                </a:tc>
                <a:extLst>
                  <a:ext uri="{0D108BD9-81ED-4DB2-BD59-A6C34878D82A}">
                    <a16:rowId xmlns:a16="http://schemas.microsoft.com/office/drawing/2014/main" val="3709352512"/>
                  </a:ext>
                </a:extLst>
              </a:tr>
              <a:tr h="1124919">
                <a:tc>
                  <a:txBody>
                    <a:bodyPr/>
                    <a:lstStyle/>
                    <a:p>
                      <a:r>
                        <a:rPr lang="fr-FR" sz="1200" b="1" dirty="0"/>
                        <a:t>Tri rapide – Quick Sort</a:t>
                      </a:r>
                    </a:p>
                  </a:txBody>
                  <a:tcPr marL="61509" marR="61509" marT="30754" marB="30754"/>
                </a:tc>
                <a:tc>
                  <a:txBody>
                    <a:bodyPr/>
                    <a:lstStyle/>
                    <a:p>
                      <a:r>
                        <a:rPr lang="fr-FR" sz="1200"/>
                        <a:t>Il choisit un élément pivot, partitionne le tableau en 2 sous-tableaux, les éléments plus petits que le pivot et ceux plus grands, puis trie récursivement chaque sous-tableau. Complexité O(n log n), peut atteindre O(n</a:t>
                      </a:r>
                      <a:r>
                        <a:rPr lang="fr-FR" sz="1200" baseline="30000"/>
                        <a:t>2</a:t>
                      </a:r>
                      <a:r>
                        <a:rPr lang="fr-FR" sz="1200"/>
                        <a:t>). Le choix du pivot est important, la stratégie courante est de sélectionné la médiane de 3 valeurs ou un nombre aléatoire. </a:t>
                      </a:r>
                    </a:p>
                  </a:txBody>
                  <a:tcPr marL="61509" marR="61509" marT="30754" marB="30754"/>
                </a:tc>
                <a:extLst>
                  <a:ext uri="{0D108BD9-81ED-4DB2-BD59-A6C34878D82A}">
                    <a16:rowId xmlns:a16="http://schemas.microsoft.com/office/drawing/2014/main" val="4108744913"/>
                  </a:ext>
                </a:extLst>
              </a:tr>
              <a:tr h="639689">
                <a:tc>
                  <a:txBody>
                    <a:bodyPr/>
                    <a:lstStyle/>
                    <a:p>
                      <a:r>
                        <a:rPr lang="fr-FR" sz="1200" b="1" dirty="0" err="1"/>
                        <a:t>Timsort</a:t>
                      </a:r>
                      <a:endParaRPr lang="fr-FR" sz="1200" b="1" dirty="0"/>
                    </a:p>
                  </a:txBody>
                  <a:tcPr marL="61509" marR="61509" marT="30754" marB="30754"/>
                </a:tc>
                <a:tc>
                  <a:txBody>
                    <a:bodyPr/>
                    <a:lstStyle/>
                    <a:p>
                      <a:r>
                        <a:rPr lang="fr-FR" sz="1200"/>
                        <a:t>Combine le tri par insertion et le tri fusion pour optimiser les performances sur des données réelles, en exploitant les séquences déjà triées, appelées run. L’algorithme comme par diviser le tableau en petit runs. Ces runs sont ensuite fusionnées 2 à 2 à l’aide d’une version optimisé du tri fusion. </a:t>
                      </a:r>
                    </a:p>
                  </a:txBody>
                  <a:tcPr marL="61509" marR="61509" marT="30754" marB="30754"/>
                </a:tc>
                <a:extLst>
                  <a:ext uri="{0D108BD9-81ED-4DB2-BD59-A6C34878D82A}">
                    <a16:rowId xmlns:a16="http://schemas.microsoft.com/office/drawing/2014/main" val="3411045311"/>
                  </a:ext>
                </a:extLst>
              </a:tr>
              <a:tr h="639689">
                <a:tc>
                  <a:txBody>
                    <a:bodyPr/>
                    <a:lstStyle/>
                    <a:p>
                      <a:r>
                        <a:rPr lang="fr-FR" sz="1200" b="1" dirty="0"/>
                        <a:t>Tri par niches – </a:t>
                      </a:r>
                      <a:r>
                        <a:rPr lang="fr-FR" sz="1200" b="1" dirty="0" err="1"/>
                        <a:t>pigeonhole</a:t>
                      </a:r>
                      <a:r>
                        <a:rPr lang="fr-FR" sz="1200" b="1" dirty="0"/>
                        <a:t> sort</a:t>
                      </a:r>
                    </a:p>
                  </a:txBody>
                  <a:tcPr marL="61509" marR="61509" marT="30754" marB="30754"/>
                </a:tc>
                <a:tc>
                  <a:txBody>
                    <a:bodyPr/>
                    <a:lstStyle/>
                    <a:p>
                      <a:r>
                        <a:rPr lang="fr-FR" sz="1200" dirty="0"/>
                        <a:t>Algorithme de tri non comparatif adapté aux ensembles de données où les éléments appartiennent à un ensemble fini de valeurs entières. Chaque valeur possible est associé à une niche, les éléments sont placés dans la niche correspondant à leur valeurs. (principe nids pigeon). </a:t>
                      </a:r>
                    </a:p>
                  </a:txBody>
                  <a:tcPr marL="61509" marR="61509" marT="30754" marB="30754"/>
                </a:tc>
                <a:extLst>
                  <a:ext uri="{0D108BD9-81ED-4DB2-BD59-A6C34878D82A}">
                    <a16:rowId xmlns:a16="http://schemas.microsoft.com/office/drawing/2014/main" val="1759839103"/>
                  </a:ext>
                </a:extLst>
              </a:tr>
            </a:tbl>
          </a:graphicData>
        </a:graphic>
      </p:graphicFrame>
    </p:spTree>
    <p:extLst>
      <p:ext uri="{BB962C8B-B14F-4D97-AF65-F5344CB8AC3E}">
        <p14:creationId xmlns:p14="http://schemas.microsoft.com/office/powerpoint/2010/main" val="1161273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1E2FEC-BD83-ABF1-0932-B97BCCCD0ED2}"/>
              </a:ext>
            </a:extLst>
          </p:cNvPr>
          <p:cNvSpPr>
            <a:spLocks noGrp="1"/>
          </p:cNvSpPr>
          <p:nvPr>
            <p:ph type="title"/>
          </p:nvPr>
        </p:nvSpPr>
        <p:spPr/>
        <p:txBody>
          <a:bodyPr/>
          <a:lstStyle/>
          <a:p>
            <a:r>
              <a:rPr lang="fr-FR" dirty="0"/>
              <a:t>Table de hachage – Hash table</a:t>
            </a:r>
          </a:p>
        </p:txBody>
      </p:sp>
      <p:graphicFrame>
        <p:nvGraphicFramePr>
          <p:cNvPr id="6" name="Espace réservé du contenu 5">
            <a:extLst>
              <a:ext uri="{FF2B5EF4-FFF2-40B4-BE49-F238E27FC236}">
                <a16:creationId xmlns:a16="http://schemas.microsoft.com/office/drawing/2014/main" id="{C234A322-58B0-296F-0452-164066F07EC9}"/>
              </a:ext>
            </a:extLst>
          </p:cNvPr>
          <p:cNvGraphicFramePr>
            <a:graphicFrameLocks noGrp="1"/>
          </p:cNvGraphicFramePr>
          <p:nvPr>
            <p:ph idx="1"/>
            <p:extLst>
              <p:ext uri="{D42A27DB-BD31-4B8C-83A1-F6EECF244321}">
                <p14:modId xmlns:p14="http://schemas.microsoft.com/office/powerpoint/2010/main" val="1780564038"/>
              </p:ext>
            </p:extLst>
          </p:nvPr>
        </p:nvGraphicFramePr>
        <p:xfrm>
          <a:off x="838200" y="1825625"/>
          <a:ext cx="10515600" cy="26976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me 4">
            <a:extLst>
              <a:ext uri="{FF2B5EF4-FFF2-40B4-BE49-F238E27FC236}">
                <a16:creationId xmlns:a16="http://schemas.microsoft.com/office/drawing/2014/main" id="{407E998F-C7CE-BA60-1B35-4A56C1208004}"/>
              </a:ext>
            </a:extLst>
          </p:cNvPr>
          <p:cNvGraphicFramePr/>
          <p:nvPr>
            <p:extLst>
              <p:ext uri="{D42A27DB-BD31-4B8C-83A1-F6EECF244321}">
                <p14:modId xmlns:p14="http://schemas.microsoft.com/office/powerpoint/2010/main" val="3309709845"/>
              </p:ext>
            </p:extLst>
          </p:nvPr>
        </p:nvGraphicFramePr>
        <p:xfrm>
          <a:off x="0" y="4364588"/>
          <a:ext cx="12033504" cy="206620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78364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9" name="Rectangle 105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Freeform: Shape 1060">
            <a:extLst>
              <a:ext uri="{FF2B5EF4-FFF2-40B4-BE49-F238E27FC236}">
                <a16:creationId xmlns:a16="http://schemas.microsoft.com/office/drawing/2014/main" id="{75AEBDD3-B56F-481F-B681-E422663D2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82342"/>
          </a:xfrm>
          <a:custGeom>
            <a:avLst/>
            <a:gdLst>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67374 w 12192000"/>
              <a:gd name="connsiteY53" fmla="*/ 195957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288078 w 12192000"/>
              <a:gd name="connsiteY59" fmla="*/ 19652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351578 w 12192000"/>
              <a:gd name="connsiteY59" fmla="*/ 19144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351578 w 12192000"/>
              <a:gd name="connsiteY58" fmla="*/ 1914422 h 3482342"/>
              <a:gd name="connsiteX59" fmla="*/ 8248914 w 12192000"/>
              <a:gd name="connsiteY59" fmla="*/ 195417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17124 w 12192000"/>
              <a:gd name="connsiteY69" fmla="*/ 1837109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700779 w 12192000"/>
              <a:gd name="connsiteY75" fmla="*/ 1907344 h 3482342"/>
              <a:gd name="connsiteX76" fmla="*/ 6672513 w 12192000"/>
              <a:gd name="connsiteY76" fmla="*/ 1926452 h 3482342"/>
              <a:gd name="connsiteX77" fmla="*/ 6633549 w 12192000"/>
              <a:gd name="connsiteY77" fmla="*/ 1936255 h 3482342"/>
              <a:gd name="connsiteX78" fmla="*/ 6444344 w 12192000"/>
              <a:gd name="connsiteY78" fmla="*/ 1969663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42310 w 12192000"/>
              <a:gd name="connsiteY82" fmla="*/ 2092510 h 3482342"/>
              <a:gd name="connsiteX83" fmla="*/ 6007916 w 12192000"/>
              <a:gd name="connsiteY83" fmla="*/ 2143752 h 3482342"/>
              <a:gd name="connsiteX84" fmla="*/ 5894610 w 12192000"/>
              <a:gd name="connsiteY84" fmla="*/ 2130684 h 3482342"/>
              <a:gd name="connsiteX85" fmla="*/ 5817682 w 12192000"/>
              <a:gd name="connsiteY85" fmla="*/ 2157358 h 3482342"/>
              <a:gd name="connsiteX86" fmla="*/ 5591469 w 12192000"/>
              <a:gd name="connsiteY86" fmla="*/ 2178389 h 3482342"/>
              <a:gd name="connsiteX87" fmla="*/ 5414282 w 12192000"/>
              <a:gd name="connsiteY87" fmla="*/ 2183070 h 3482342"/>
              <a:gd name="connsiteX88" fmla="*/ 5368369 w 12192000"/>
              <a:gd name="connsiteY88" fmla="*/ 2204272 h 3482342"/>
              <a:gd name="connsiteX89" fmla="*/ 5291263 w 12192000"/>
              <a:gd name="connsiteY89" fmla="*/ 2239182 h 3482342"/>
              <a:gd name="connsiteX90" fmla="*/ 5240857 w 12192000"/>
              <a:gd name="connsiteY90" fmla="*/ 2289444 h 3482342"/>
              <a:gd name="connsiteX91" fmla="*/ 5173523 w 12192000"/>
              <a:gd name="connsiteY91" fmla="*/ 2309057 h 3482342"/>
              <a:gd name="connsiteX92" fmla="*/ 5148543 w 12192000"/>
              <a:gd name="connsiteY92" fmla="*/ 2282356 h 3482342"/>
              <a:gd name="connsiteX93" fmla="*/ 5079548 w 12192000"/>
              <a:gd name="connsiteY93" fmla="*/ 2313485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48914 w 12192000"/>
              <a:gd name="connsiteY58" fmla="*/ 195417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45228 w 12192000"/>
              <a:gd name="connsiteY57" fmla="*/ 19398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30392 w 12192000"/>
              <a:gd name="connsiteY55" fmla="*/ 18985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0392 w 12192000"/>
              <a:gd name="connsiteY54" fmla="*/ 18985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0447 w 12192000"/>
              <a:gd name="connsiteY23" fmla="*/ 12870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294073 w 12192000"/>
              <a:gd name="connsiteY17" fmla="*/ 89726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01920 w 12192000"/>
              <a:gd name="connsiteY16" fmla="*/ 81310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98231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32727 w 12192000"/>
              <a:gd name="connsiteY21" fmla="*/ 1341335 h 3482342"/>
              <a:gd name="connsiteX22" fmla="*/ 10720408 w 12192000"/>
              <a:gd name="connsiteY22" fmla="*/ 1344999 h 3482342"/>
              <a:gd name="connsiteX23" fmla="*/ 10635456 w 12192000"/>
              <a:gd name="connsiteY23" fmla="*/ 1337688 h 3482342"/>
              <a:gd name="connsiteX24" fmla="*/ 10629954 w 12192000"/>
              <a:gd name="connsiteY24" fmla="*/ 1330628 h 3482342"/>
              <a:gd name="connsiteX25" fmla="*/ 10623883 w 12192000"/>
              <a:gd name="connsiteY25" fmla="*/ 1332776 h 3482342"/>
              <a:gd name="connsiteX26" fmla="*/ 10622090 w 12192000"/>
              <a:gd name="connsiteY26" fmla="*/ 1341385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524524 w 12192000"/>
              <a:gd name="connsiteY50" fmla="*/ 1902425 h 3482342"/>
              <a:gd name="connsiteX51" fmla="*/ 8436742 w 12192000"/>
              <a:gd name="connsiteY51" fmla="*/ 1923967 h 3482342"/>
              <a:gd name="connsiteX52" fmla="*/ 8345228 w 12192000"/>
              <a:gd name="connsiteY52" fmla="*/ 1939822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17124 w 12192000"/>
              <a:gd name="connsiteY63" fmla="*/ 1837109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700779 w 12192000"/>
              <a:gd name="connsiteY69" fmla="*/ 1907344 h 3482342"/>
              <a:gd name="connsiteX70" fmla="*/ 6672513 w 12192000"/>
              <a:gd name="connsiteY70" fmla="*/ 1926452 h 3482342"/>
              <a:gd name="connsiteX71" fmla="*/ 6633549 w 12192000"/>
              <a:gd name="connsiteY71" fmla="*/ 1936255 h 3482342"/>
              <a:gd name="connsiteX72" fmla="*/ 6444344 w 12192000"/>
              <a:gd name="connsiteY72" fmla="*/ 1969663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42310 w 12192000"/>
              <a:gd name="connsiteY76" fmla="*/ 2092510 h 3482342"/>
              <a:gd name="connsiteX77" fmla="*/ 6007916 w 12192000"/>
              <a:gd name="connsiteY77" fmla="*/ 2143752 h 3482342"/>
              <a:gd name="connsiteX78" fmla="*/ 5894610 w 12192000"/>
              <a:gd name="connsiteY78" fmla="*/ 2130684 h 3482342"/>
              <a:gd name="connsiteX79" fmla="*/ 5817682 w 12192000"/>
              <a:gd name="connsiteY79" fmla="*/ 2157358 h 3482342"/>
              <a:gd name="connsiteX80" fmla="*/ 5591469 w 12192000"/>
              <a:gd name="connsiteY80" fmla="*/ 2178389 h 3482342"/>
              <a:gd name="connsiteX81" fmla="*/ 5414282 w 12192000"/>
              <a:gd name="connsiteY81" fmla="*/ 2183070 h 3482342"/>
              <a:gd name="connsiteX82" fmla="*/ 5368369 w 12192000"/>
              <a:gd name="connsiteY82" fmla="*/ 2204272 h 3482342"/>
              <a:gd name="connsiteX83" fmla="*/ 5291263 w 12192000"/>
              <a:gd name="connsiteY83" fmla="*/ 2239182 h 3482342"/>
              <a:gd name="connsiteX84" fmla="*/ 5240857 w 12192000"/>
              <a:gd name="connsiteY84" fmla="*/ 2289444 h 3482342"/>
              <a:gd name="connsiteX85" fmla="*/ 5173523 w 12192000"/>
              <a:gd name="connsiteY85" fmla="*/ 2309057 h 3482342"/>
              <a:gd name="connsiteX86" fmla="*/ 5148543 w 12192000"/>
              <a:gd name="connsiteY86" fmla="*/ 2282356 h 3482342"/>
              <a:gd name="connsiteX87" fmla="*/ 5079548 w 12192000"/>
              <a:gd name="connsiteY87" fmla="*/ 2313485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720408 w 12192000"/>
              <a:gd name="connsiteY21" fmla="*/ 134499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524524 w 12192000"/>
              <a:gd name="connsiteY48" fmla="*/ 1902425 h 3482342"/>
              <a:gd name="connsiteX49" fmla="*/ 8436742 w 12192000"/>
              <a:gd name="connsiteY49" fmla="*/ 1923967 h 3482342"/>
              <a:gd name="connsiteX50" fmla="*/ 8345228 w 12192000"/>
              <a:gd name="connsiteY50" fmla="*/ 1939822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17124 w 12192000"/>
              <a:gd name="connsiteY61" fmla="*/ 1837109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700779 w 12192000"/>
              <a:gd name="connsiteY67" fmla="*/ 1907344 h 3482342"/>
              <a:gd name="connsiteX68" fmla="*/ 6672513 w 12192000"/>
              <a:gd name="connsiteY68" fmla="*/ 1926452 h 3482342"/>
              <a:gd name="connsiteX69" fmla="*/ 6633549 w 12192000"/>
              <a:gd name="connsiteY69" fmla="*/ 1936255 h 3482342"/>
              <a:gd name="connsiteX70" fmla="*/ 6444344 w 12192000"/>
              <a:gd name="connsiteY70" fmla="*/ 1969663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42310 w 12192000"/>
              <a:gd name="connsiteY74" fmla="*/ 2092510 h 3482342"/>
              <a:gd name="connsiteX75" fmla="*/ 6007916 w 12192000"/>
              <a:gd name="connsiteY75" fmla="*/ 2143752 h 3482342"/>
              <a:gd name="connsiteX76" fmla="*/ 5894610 w 12192000"/>
              <a:gd name="connsiteY76" fmla="*/ 2130684 h 3482342"/>
              <a:gd name="connsiteX77" fmla="*/ 5817682 w 12192000"/>
              <a:gd name="connsiteY77" fmla="*/ 2157358 h 3482342"/>
              <a:gd name="connsiteX78" fmla="*/ 5591469 w 12192000"/>
              <a:gd name="connsiteY78" fmla="*/ 2178389 h 3482342"/>
              <a:gd name="connsiteX79" fmla="*/ 5414282 w 12192000"/>
              <a:gd name="connsiteY79" fmla="*/ 2183070 h 3482342"/>
              <a:gd name="connsiteX80" fmla="*/ 5368369 w 12192000"/>
              <a:gd name="connsiteY80" fmla="*/ 2204272 h 3482342"/>
              <a:gd name="connsiteX81" fmla="*/ 5291263 w 12192000"/>
              <a:gd name="connsiteY81" fmla="*/ 2239182 h 3482342"/>
              <a:gd name="connsiteX82" fmla="*/ 5240857 w 12192000"/>
              <a:gd name="connsiteY82" fmla="*/ 2289444 h 3482342"/>
              <a:gd name="connsiteX83" fmla="*/ 5173523 w 12192000"/>
              <a:gd name="connsiteY83" fmla="*/ 2309057 h 3482342"/>
              <a:gd name="connsiteX84" fmla="*/ 5148543 w 12192000"/>
              <a:gd name="connsiteY84" fmla="*/ 2282356 h 3482342"/>
              <a:gd name="connsiteX85" fmla="*/ 5079548 w 12192000"/>
              <a:gd name="connsiteY85" fmla="*/ 2313485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17124 w 12192000"/>
              <a:gd name="connsiteY59" fmla="*/ 1837109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700779 w 12192000"/>
              <a:gd name="connsiteY65" fmla="*/ 1907344 h 3482342"/>
              <a:gd name="connsiteX66" fmla="*/ 6672513 w 12192000"/>
              <a:gd name="connsiteY66" fmla="*/ 1926452 h 3482342"/>
              <a:gd name="connsiteX67" fmla="*/ 6633549 w 12192000"/>
              <a:gd name="connsiteY67" fmla="*/ 1936255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07916 w 12192000"/>
              <a:gd name="connsiteY73" fmla="*/ 2143752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14282 w 12192000"/>
              <a:gd name="connsiteY77" fmla="*/ 2183070 h 3482342"/>
              <a:gd name="connsiteX78" fmla="*/ 5368369 w 12192000"/>
              <a:gd name="connsiteY78" fmla="*/ 2204272 h 3482342"/>
              <a:gd name="connsiteX79" fmla="*/ 5291263 w 12192000"/>
              <a:gd name="connsiteY79" fmla="*/ 2239182 h 3482342"/>
              <a:gd name="connsiteX80" fmla="*/ 5240857 w 12192000"/>
              <a:gd name="connsiteY80" fmla="*/ 2289444 h 3482342"/>
              <a:gd name="connsiteX81" fmla="*/ 5173523 w 12192000"/>
              <a:gd name="connsiteY81" fmla="*/ 2309057 h 3482342"/>
              <a:gd name="connsiteX82" fmla="*/ 5148543 w 12192000"/>
              <a:gd name="connsiteY82" fmla="*/ 2282356 h 3482342"/>
              <a:gd name="connsiteX83" fmla="*/ 5079548 w 12192000"/>
              <a:gd name="connsiteY83" fmla="*/ 2313485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33796 w 12192000"/>
              <a:gd name="connsiteY80" fmla="*/ 2268260 h 3482342"/>
              <a:gd name="connsiteX81" fmla="*/ 5173523 w 12192000"/>
              <a:gd name="connsiteY81" fmla="*/ 2309057 h 3482342"/>
              <a:gd name="connsiteX82" fmla="*/ 5123830 w 12192000"/>
              <a:gd name="connsiteY82" fmla="*/ 2307070 h 3482342"/>
              <a:gd name="connsiteX83" fmla="*/ 5065426 w 12192000"/>
              <a:gd name="connsiteY83" fmla="*/ 2324076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173523 w 12192000"/>
              <a:gd name="connsiteY82" fmla="*/ 2309057 h 3482342"/>
              <a:gd name="connsiteX83" fmla="*/ 5123830 w 12192000"/>
              <a:gd name="connsiteY83" fmla="*/ 2307070 h 3482342"/>
              <a:gd name="connsiteX84" fmla="*/ 5065426 w 12192000"/>
              <a:gd name="connsiteY84" fmla="*/ 2324076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212786 w 12192000"/>
              <a:gd name="connsiteY82" fmla="*/ 2296592 h 3482342"/>
              <a:gd name="connsiteX83" fmla="*/ 5173523 w 12192000"/>
              <a:gd name="connsiteY83" fmla="*/ 2309057 h 3482342"/>
              <a:gd name="connsiteX84" fmla="*/ 5123830 w 12192000"/>
              <a:gd name="connsiteY84" fmla="*/ 2307070 h 3482342"/>
              <a:gd name="connsiteX85" fmla="*/ 5065426 w 12192000"/>
              <a:gd name="connsiteY85" fmla="*/ 2324076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52860 w 12192000"/>
              <a:gd name="connsiteY76" fmla="*/ 2180085 h 3482342"/>
              <a:gd name="connsiteX77" fmla="*/ 5414282 w 12192000"/>
              <a:gd name="connsiteY77" fmla="*/ 2183070 h 3482342"/>
              <a:gd name="connsiteX78" fmla="*/ 5368369 w 12192000"/>
              <a:gd name="connsiteY78" fmla="*/ 2204272 h 3482342"/>
              <a:gd name="connsiteX79" fmla="*/ 5336354 w 12192000"/>
              <a:gd name="connsiteY79" fmla="*/ 2218920 h 3482342"/>
              <a:gd name="connsiteX80" fmla="*/ 5291263 w 12192000"/>
              <a:gd name="connsiteY80" fmla="*/ 2239182 h 3482342"/>
              <a:gd name="connsiteX81" fmla="*/ 5255152 w 12192000"/>
              <a:gd name="connsiteY81" fmla="*/ 2247164 h 3482342"/>
              <a:gd name="connsiteX82" fmla="*/ 5233796 w 12192000"/>
              <a:gd name="connsiteY82" fmla="*/ 2268260 h 3482342"/>
              <a:gd name="connsiteX83" fmla="*/ 5212786 w 12192000"/>
              <a:gd name="connsiteY83" fmla="*/ 2296592 h 3482342"/>
              <a:gd name="connsiteX84" fmla="*/ 5173523 w 12192000"/>
              <a:gd name="connsiteY84" fmla="*/ 2309057 h 3482342"/>
              <a:gd name="connsiteX85" fmla="*/ 5123830 w 12192000"/>
              <a:gd name="connsiteY85" fmla="*/ 2307070 h 3482342"/>
              <a:gd name="connsiteX86" fmla="*/ 5065426 w 12192000"/>
              <a:gd name="connsiteY86" fmla="*/ 2324076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947131 w 12192000"/>
              <a:gd name="connsiteY73" fmla="*/ 2148310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52860 w 12192000"/>
              <a:gd name="connsiteY77" fmla="*/ 2180085 h 3482342"/>
              <a:gd name="connsiteX78" fmla="*/ 5414282 w 12192000"/>
              <a:gd name="connsiteY78" fmla="*/ 2183070 h 3482342"/>
              <a:gd name="connsiteX79" fmla="*/ 5368369 w 12192000"/>
              <a:gd name="connsiteY79" fmla="*/ 2204272 h 3482342"/>
              <a:gd name="connsiteX80" fmla="*/ 5336354 w 12192000"/>
              <a:gd name="connsiteY80" fmla="*/ 2218920 h 3482342"/>
              <a:gd name="connsiteX81" fmla="*/ 5291263 w 12192000"/>
              <a:gd name="connsiteY81" fmla="*/ 2239182 h 3482342"/>
              <a:gd name="connsiteX82" fmla="*/ 5255152 w 12192000"/>
              <a:gd name="connsiteY82" fmla="*/ 2247164 h 3482342"/>
              <a:gd name="connsiteX83" fmla="*/ 5233796 w 12192000"/>
              <a:gd name="connsiteY83" fmla="*/ 2268260 h 3482342"/>
              <a:gd name="connsiteX84" fmla="*/ 5212786 w 12192000"/>
              <a:gd name="connsiteY84" fmla="*/ 2296592 h 3482342"/>
              <a:gd name="connsiteX85" fmla="*/ 5173523 w 12192000"/>
              <a:gd name="connsiteY85" fmla="*/ 2309057 h 3482342"/>
              <a:gd name="connsiteX86" fmla="*/ 5123830 w 12192000"/>
              <a:gd name="connsiteY86" fmla="*/ 2307070 h 3482342"/>
              <a:gd name="connsiteX87" fmla="*/ 5065426 w 12192000"/>
              <a:gd name="connsiteY87" fmla="*/ 2324076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52860 w 12192000"/>
              <a:gd name="connsiteY78" fmla="*/ 2180085 h 3482342"/>
              <a:gd name="connsiteX79" fmla="*/ 5414282 w 12192000"/>
              <a:gd name="connsiteY79" fmla="*/ 2183070 h 3482342"/>
              <a:gd name="connsiteX80" fmla="*/ 5368369 w 12192000"/>
              <a:gd name="connsiteY80" fmla="*/ 2204272 h 3482342"/>
              <a:gd name="connsiteX81" fmla="*/ 5336354 w 12192000"/>
              <a:gd name="connsiteY81" fmla="*/ 2218920 h 3482342"/>
              <a:gd name="connsiteX82" fmla="*/ 5291263 w 12192000"/>
              <a:gd name="connsiteY82" fmla="*/ 2239182 h 3482342"/>
              <a:gd name="connsiteX83" fmla="*/ 5255152 w 12192000"/>
              <a:gd name="connsiteY83" fmla="*/ 2247164 h 3482342"/>
              <a:gd name="connsiteX84" fmla="*/ 5233796 w 12192000"/>
              <a:gd name="connsiteY84" fmla="*/ 2268260 h 3482342"/>
              <a:gd name="connsiteX85" fmla="*/ 5212786 w 12192000"/>
              <a:gd name="connsiteY85" fmla="*/ 2296592 h 3482342"/>
              <a:gd name="connsiteX86" fmla="*/ 5173523 w 12192000"/>
              <a:gd name="connsiteY86" fmla="*/ 2309057 h 3482342"/>
              <a:gd name="connsiteX87" fmla="*/ 5123830 w 12192000"/>
              <a:gd name="connsiteY87" fmla="*/ 2307070 h 3482342"/>
              <a:gd name="connsiteX88" fmla="*/ 5065426 w 12192000"/>
              <a:gd name="connsiteY88" fmla="*/ 2324076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735300 w 12192000"/>
              <a:gd name="connsiteY78" fmla="*/ 2158902 h 3482342"/>
              <a:gd name="connsiteX79" fmla="*/ 5591469 w 12192000"/>
              <a:gd name="connsiteY79" fmla="*/ 2178389 h 3482342"/>
              <a:gd name="connsiteX80" fmla="*/ 5452860 w 12192000"/>
              <a:gd name="connsiteY80" fmla="*/ 2180085 h 3482342"/>
              <a:gd name="connsiteX81" fmla="*/ 5414282 w 12192000"/>
              <a:gd name="connsiteY81" fmla="*/ 2183070 h 3482342"/>
              <a:gd name="connsiteX82" fmla="*/ 5368369 w 12192000"/>
              <a:gd name="connsiteY82" fmla="*/ 2204272 h 3482342"/>
              <a:gd name="connsiteX83" fmla="*/ 5336354 w 12192000"/>
              <a:gd name="connsiteY83" fmla="*/ 2218920 h 3482342"/>
              <a:gd name="connsiteX84" fmla="*/ 5291263 w 12192000"/>
              <a:gd name="connsiteY84" fmla="*/ 2239182 h 3482342"/>
              <a:gd name="connsiteX85" fmla="*/ 5255152 w 12192000"/>
              <a:gd name="connsiteY85" fmla="*/ 2247164 h 3482342"/>
              <a:gd name="connsiteX86" fmla="*/ 5233796 w 12192000"/>
              <a:gd name="connsiteY86" fmla="*/ 2268260 h 3482342"/>
              <a:gd name="connsiteX87" fmla="*/ 5212786 w 12192000"/>
              <a:gd name="connsiteY87" fmla="*/ 2296592 h 3482342"/>
              <a:gd name="connsiteX88" fmla="*/ 5173523 w 12192000"/>
              <a:gd name="connsiteY88" fmla="*/ 2309057 h 3482342"/>
              <a:gd name="connsiteX89" fmla="*/ 5123830 w 12192000"/>
              <a:gd name="connsiteY89" fmla="*/ 2307070 h 3482342"/>
              <a:gd name="connsiteX90" fmla="*/ 5065426 w 12192000"/>
              <a:gd name="connsiteY90" fmla="*/ 2324076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56576 w 12192000"/>
              <a:gd name="connsiteY73" fmla="*/ 2134188 h 3482342"/>
              <a:gd name="connsiteX74" fmla="*/ 6007916 w 12192000"/>
              <a:gd name="connsiteY74" fmla="*/ 2143752 h 3482342"/>
              <a:gd name="connsiteX75" fmla="*/ 5947131 w 12192000"/>
              <a:gd name="connsiteY75" fmla="*/ 2148310 h 3482342"/>
              <a:gd name="connsiteX76" fmla="*/ 5898141 w 12192000"/>
              <a:gd name="connsiteY76" fmla="*/ 2144806 h 3482342"/>
              <a:gd name="connsiteX77" fmla="*/ 5855337 w 12192000"/>
              <a:gd name="connsiteY77" fmla="*/ 2137719 h 3482342"/>
              <a:gd name="connsiteX78" fmla="*/ 5817682 w 12192000"/>
              <a:gd name="connsiteY78" fmla="*/ 2157358 h 3482342"/>
              <a:gd name="connsiteX79" fmla="*/ 5735300 w 12192000"/>
              <a:gd name="connsiteY79" fmla="*/ 2158902 h 3482342"/>
              <a:gd name="connsiteX80" fmla="*/ 5591469 w 12192000"/>
              <a:gd name="connsiteY80" fmla="*/ 2178389 h 3482342"/>
              <a:gd name="connsiteX81" fmla="*/ 5452860 w 12192000"/>
              <a:gd name="connsiteY81" fmla="*/ 2180085 h 3482342"/>
              <a:gd name="connsiteX82" fmla="*/ 5414282 w 12192000"/>
              <a:gd name="connsiteY82" fmla="*/ 2183070 h 3482342"/>
              <a:gd name="connsiteX83" fmla="*/ 5368369 w 12192000"/>
              <a:gd name="connsiteY83" fmla="*/ 2204272 h 3482342"/>
              <a:gd name="connsiteX84" fmla="*/ 5336354 w 12192000"/>
              <a:gd name="connsiteY84" fmla="*/ 2218920 h 3482342"/>
              <a:gd name="connsiteX85" fmla="*/ 5291263 w 12192000"/>
              <a:gd name="connsiteY85" fmla="*/ 2239182 h 3482342"/>
              <a:gd name="connsiteX86" fmla="*/ 5255152 w 12192000"/>
              <a:gd name="connsiteY86" fmla="*/ 2247164 h 3482342"/>
              <a:gd name="connsiteX87" fmla="*/ 5233796 w 12192000"/>
              <a:gd name="connsiteY87" fmla="*/ 2268260 h 3482342"/>
              <a:gd name="connsiteX88" fmla="*/ 5212786 w 12192000"/>
              <a:gd name="connsiteY88" fmla="*/ 2296592 h 3482342"/>
              <a:gd name="connsiteX89" fmla="*/ 5173523 w 12192000"/>
              <a:gd name="connsiteY89" fmla="*/ 2309057 h 3482342"/>
              <a:gd name="connsiteX90" fmla="*/ 5123830 w 12192000"/>
              <a:gd name="connsiteY90" fmla="*/ 2307070 h 3482342"/>
              <a:gd name="connsiteX91" fmla="*/ 5065426 w 12192000"/>
              <a:gd name="connsiteY91" fmla="*/ 2324076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38780 w 12192000"/>
              <a:gd name="connsiteY73" fmla="*/ 2081918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056576 w 12192000"/>
              <a:gd name="connsiteY75" fmla="*/ 2134188 h 3482342"/>
              <a:gd name="connsiteX76" fmla="*/ 6007916 w 12192000"/>
              <a:gd name="connsiteY76" fmla="*/ 2143752 h 3482342"/>
              <a:gd name="connsiteX77" fmla="*/ 5947131 w 12192000"/>
              <a:gd name="connsiteY77" fmla="*/ 2148310 h 3482342"/>
              <a:gd name="connsiteX78" fmla="*/ 5898141 w 12192000"/>
              <a:gd name="connsiteY78" fmla="*/ 2144806 h 3482342"/>
              <a:gd name="connsiteX79" fmla="*/ 5855337 w 12192000"/>
              <a:gd name="connsiteY79" fmla="*/ 2137719 h 3482342"/>
              <a:gd name="connsiteX80" fmla="*/ 5817682 w 12192000"/>
              <a:gd name="connsiteY80" fmla="*/ 2157358 h 3482342"/>
              <a:gd name="connsiteX81" fmla="*/ 5735300 w 12192000"/>
              <a:gd name="connsiteY81" fmla="*/ 2158902 h 3482342"/>
              <a:gd name="connsiteX82" fmla="*/ 5591469 w 12192000"/>
              <a:gd name="connsiteY82" fmla="*/ 2178389 h 3482342"/>
              <a:gd name="connsiteX83" fmla="*/ 5452860 w 12192000"/>
              <a:gd name="connsiteY83" fmla="*/ 2180085 h 3482342"/>
              <a:gd name="connsiteX84" fmla="*/ 5414282 w 12192000"/>
              <a:gd name="connsiteY84" fmla="*/ 2183070 h 3482342"/>
              <a:gd name="connsiteX85" fmla="*/ 5368369 w 12192000"/>
              <a:gd name="connsiteY85" fmla="*/ 2204272 h 3482342"/>
              <a:gd name="connsiteX86" fmla="*/ 5336354 w 12192000"/>
              <a:gd name="connsiteY86" fmla="*/ 2218920 h 3482342"/>
              <a:gd name="connsiteX87" fmla="*/ 5291263 w 12192000"/>
              <a:gd name="connsiteY87" fmla="*/ 2239182 h 3482342"/>
              <a:gd name="connsiteX88" fmla="*/ 5255152 w 12192000"/>
              <a:gd name="connsiteY88" fmla="*/ 2247164 h 3482342"/>
              <a:gd name="connsiteX89" fmla="*/ 5233796 w 12192000"/>
              <a:gd name="connsiteY89" fmla="*/ 2268260 h 3482342"/>
              <a:gd name="connsiteX90" fmla="*/ 5212786 w 12192000"/>
              <a:gd name="connsiteY90" fmla="*/ 2296592 h 3482342"/>
              <a:gd name="connsiteX91" fmla="*/ 5173523 w 12192000"/>
              <a:gd name="connsiteY91" fmla="*/ 2309057 h 3482342"/>
              <a:gd name="connsiteX92" fmla="*/ 5123830 w 12192000"/>
              <a:gd name="connsiteY92" fmla="*/ 2307070 h 3482342"/>
              <a:gd name="connsiteX93" fmla="*/ 5065426 w 12192000"/>
              <a:gd name="connsiteY93" fmla="*/ 2324076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34188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50998 w 12192000"/>
              <a:gd name="connsiteY21" fmla="*/ 1269215 h 3482342"/>
              <a:gd name="connsiteX22" fmla="*/ 10815658 w 12192000"/>
              <a:gd name="connsiteY22" fmla="*/ 1287849 h 3482342"/>
              <a:gd name="connsiteX23" fmla="*/ 10679906 w 12192000"/>
              <a:gd name="connsiteY23" fmla="*/ 1324988 h 3482342"/>
              <a:gd name="connsiteX24" fmla="*/ 10636304 w 12192000"/>
              <a:gd name="connsiteY24" fmla="*/ 1317928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495949 w 12192000"/>
              <a:gd name="connsiteY48" fmla="*/ 1902425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41837 w 12192000"/>
              <a:gd name="connsiteY59" fmla="*/ 1840640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686657 w 12192000"/>
              <a:gd name="connsiteY65" fmla="*/ 1907344 h 3482342"/>
              <a:gd name="connsiteX66" fmla="*/ 6651330 w 12192000"/>
              <a:gd name="connsiteY66" fmla="*/ 1922921 h 3482342"/>
              <a:gd name="connsiteX67" fmla="*/ 6622958 w 12192000"/>
              <a:gd name="connsiteY67" fmla="*/ 1936255 h 3482342"/>
              <a:gd name="connsiteX68" fmla="*/ 6522602 w 12192000"/>
              <a:gd name="connsiteY68" fmla="*/ 1954133 h 3482342"/>
              <a:gd name="connsiteX69" fmla="*/ 6444344 w 12192000"/>
              <a:gd name="connsiteY69" fmla="*/ 1969663 h 3482342"/>
              <a:gd name="connsiteX70" fmla="*/ 6409626 w 12192000"/>
              <a:gd name="connsiteY70" fmla="*/ 1978846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87205 w 12192000"/>
              <a:gd name="connsiteY74" fmla="*/ 2060048 h 3482342"/>
              <a:gd name="connsiteX75" fmla="*/ 6138780 w 12192000"/>
              <a:gd name="connsiteY75" fmla="*/ 2081918 h 3482342"/>
              <a:gd name="connsiteX76" fmla="*/ 6120125 w 12192000"/>
              <a:gd name="connsiteY76" fmla="*/ 2109475 h 3482342"/>
              <a:gd name="connsiteX77" fmla="*/ 6056576 w 12192000"/>
              <a:gd name="connsiteY77" fmla="*/ 2120066 h 3482342"/>
              <a:gd name="connsiteX78" fmla="*/ 5993794 w 12192000"/>
              <a:gd name="connsiteY78" fmla="*/ 2122569 h 3482342"/>
              <a:gd name="connsiteX79" fmla="*/ 5943601 w 12192000"/>
              <a:gd name="connsiteY79" fmla="*/ 2137719 h 3482342"/>
              <a:gd name="connsiteX80" fmla="*/ 5898141 w 12192000"/>
              <a:gd name="connsiteY80" fmla="*/ 2144806 h 3482342"/>
              <a:gd name="connsiteX81" fmla="*/ 5855337 w 12192000"/>
              <a:gd name="connsiteY81" fmla="*/ 2137719 h 3482342"/>
              <a:gd name="connsiteX82" fmla="*/ 5817682 w 12192000"/>
              <a:gd name="connsiteY82" fmla="*/ 2157358 h 3482342"/>
              <a:gd name="connsiteX83" fmla="*/ 5735300 w 12192000"/>
              <a:gd name="connsiteY83" fmla="*/ 2158902 h 3482342"/>
              <a:gd name="connsiteX84" fmla="*/ 5591469 w 12192000"/>
              <a:gd name="connsiteY84" fmla="*/ 2178389 h 3482342"/>
              <a:gd name="connsiteX85" fmla="*/ 5505818 w 12192000"/>
              <a:gd name="connsiteY85" fmla="*/ 2194207 h 3482342"/>
              <a:gd name="connsiteX86" fmla="*/ 5452860 w 12192000"/>
              <a:gd name="connsiteY86" fmla="*/ 2180085 h 3482342"/>
              <a:gd name="connsiteX87" fmla="*/ 5414282 w 12192000"/>
              <a:gd name="connsiteY87" fmla="*/ 2183070 h 3482342"/>
              <a:gd name="connsiteX88" fmla="*/ 5368369 w 12192000"/>
              <a:gd name="connsiteY88" fmla="*/ 2204272 h 3482342"/>
              <a:gd name="connsiteX89" fmla="*/ 5336354 w 12192000"/>
              <a:gd name="connsiteY89" fmla="*/ 2218920 h 3482342"/>
              <a:gd name="connsiteX90" fmla="*/ 5291263 w 12192000"/>
              <a:gd name="connsiteY90" fmla="*/ 2239182 h 3482342"/>
              <a:gd name="connsiteX91" fmla="*/ 5255152 w 12192000"/>
              <a:gd name="connsiteY91" fmla="*/ 2247164 h 3482342"/>
              <a:gd name="connsiteX92" fmla="*/ 5233796 w 12192000"/>
              <a:gd name="connsiteY92" fmla="*/ 2268260 h 3482342"/>
              <a:gd name="connsiteX93" fmla="*/ 5212786 w 12192000"/>
              <a:gd name="connsiteY93" fmla="*/ 2296592 h 3482342"/>
              <a:gd name="connsiteX94" fmla="*/ 5173523 w 12192000"/>
              <a:gd name="connsiteY94" fmla="*/ 2309057 h 3482342"/>
              <a:gd name="connsiteX95" fmla="*/ 5123830 w 12192000"/>
              <a:gd name="connsiteY95" fmla="*/ 2307070 h 3482342"/>
              <a:gd name="connsiteX96" fmla="*/ 5065426 w 12192000"/>
              <a:gd name="connsiteY96" fmla="*/ 2324076 h 3482342"/>
              <a:gd name="connsiteX97" fmla="*/ 4975908 w 12192000"/>
              <a:gd name="connsiteY97" fmla="*/ 2364128 h 3482342"/>
              <a:gd name="connsiteX98" fmla="*/ 4913723 w 12192000"/>
              <a:gd name="connsiteY98" fmla="*/ 2385265 h 3482342"/>
              <a:gd name="connsiteX99" fmla="*/ 4746485 w 12192000"/>
              <a:gd name="connsiteY99" fmla="*/ 2451769 h 3482342"/>
              <a:gd name="connsiteX100" fmla="*/ 4681588 w 12192000"/>
              <a:gd name="connsiteY100" fmla="*/ 2467494 h 3482342"/>
              <a:gd name="connsiteX101" fmla="*/ 1783655 w 12192000"/>
              <a:gd name="connsiteY101" fmla="*/ 3163860 h 3482342"/>
              <a:gd name="connsiteX102" fmla="*/ 1325955 w 12192000"/>
              <a:gd name="connsiteY102" fmla="*/ 3176692 h 3482342"/>
              <a:gd name="connsiteX103" fmla="*/ 1190384 w 12192000"/>
              <a:gd name="connsiteY103" fmla="*/ 3203504 h 3482342"/>
              <a:gd name="connsiteX104" fmla="*/ 1094537 w 12192000"/>
              <a:gd name="connsiteY104" fmla="*/ 3229469 h 3482342"/>
              <a:gd name="connsiteX105" fmla="*/ 779276 w 12192000"/>
              <a:gd name="connsiteY105" fmla="*/ 3327290 h 3482342"/>
              <a:gd name="connsiteX106" fmla="*/ 600378 w 12192000"/>
              <a:gd name="connsiteY106" fmla="*/ 3335250 h 3482342"/>
              <a:gd name="connsiteX107" fmla="*/ 493457 w 12192000"/>
              <a:gd name="connsiteY107" fmla="*/ 3365044 h 3482342"/>
              <a:gd name="connsiteX108" fmla="*/ 349402 w 12192000"/>
              <a:gd name="connsiteY108" fmla="*/ 3380897 h 3482342"/>
              <a:gd name="connsiteX109" fmla="*/ 192183 w 12192000"/>
              <a:gd name="connsiteY109" fmla="*/ 3460075 h 3482342"/>
              <a:gd name="connsiteX110" fmla="*/ 46713 w 12192000"/>
              <a:gd name="connsiteY110" fmla="*/ 3462986 h 3482342"/>
              <a:gd name="connsiteX111" fmla="*/ 2765 w 12192000"/>
              <a:gd name="connsiteY111" fmla="*/ 3480770 h 3482342"/>
              <a:gd name="connsiteX112" fmla="*/ 0 w 12192000"/>
              <a:gd name="connsiteY112" fmla="*/ 3482342 h 3482342"/>
              <a:gd name="connsiteX113" fmla="*/ 0 w 12192000"/>
              <a:gd name="connsiteY11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495949 w 12192000"/>
              <a:gd name="connsiteY50" fmla="*/ 1902425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41837 w 12192000"/>
              <a:gd name="connsiteY61" fmla="*/ 1840640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686657 w 12192000"/>
              <a:gd name="connsiteY67" fmla="*/ 1907344 h 3482342"/>
              <a:gd name="connsiteX68" fmla="*/ 6651330 w 12192000"/>
              <a:gd name="connsiteY68" fmla="*/ 1922921 h 3482342"/>
              <a:gd name="connsiteX69" fmla="*/ 6622958 w 12192000"/>
              <a:gd name="connsiteY69" fmla="*/ 1936255 h 3482342"/>
              <a:gd name="connsiteX70" fmla="*/ 6522602 w 12192000"/>
              <a:gd name="connsiteY70" fmla="*/ 1954133 h 3482342"/>
              <a:gd name="connsiteX71" fmla="*/ 6444344 w 12192000"/>
              <a:gd name="connsiteY71" fmla="*/ 1969663 h 3482342"/>
              <a:gd name="connsiteX72" fmla="*/ 6409626 w 12192000"/>
              <a:gd name="connsiteY72" fmla="*/ 1978846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87205 w 12192000"/>
              <a:gd name="connsiteY76" fmla="*/ 2060048 h 3482342"/>
              <a:gd name="connsiteX77" fmla="*/ 6138780 w 12192000"/>
              <a:gd name="connsiteY77" fmla="*/ 2081918 h 3482342"/>
              <a:gd name="connsiteX78" fmla="*/ 6120125 w 12192000"/>
              <a:gd name="connsiteY78" fmla="*/ 2109475 h 3482342"/>
              <a:gd name="connsiteX79" fmla="*/ 6056576 w 12192000"/>
              <a:gd name="connsiteY79" fmla="*/ 2120066 h 3482342"/>
              <a:gd name="connsiteX80" fmla="*/ 5993794 w 12192000"/>
              <a:gd name="connsiteY80" fmla="*/ 2122569 h 3482342"/>
              <a:gd name="connsiteX81" fmla="*/ 5943601 w 12192000"/>
              <a:gd name="connsiteY81" fmla="*/ 2137719 h 3482342"/>
              <a:gd name="connsiteX82" fmla="*/ 5898141 w 12192000"/>
              <a:gd name="connsiteY82" fmla="*/ 2144806 h 3482342"/>
              <a:gd name="connsiteX83" fmla="*/ 5855337 w 12192000"/>
              <a:gd name="connsiteY83" fmla="*/ 2137719 h 3482342"/>
              <a:gd name="connsiteX84" fmla="*/ 5817682 w 12192000"/>
              <a:gd name="connsiteY84" fmla="*/ 2157358 h 3482342"/>
              <a:gd name="connsiteX85" fmla="*/ 5735300 w 12192000"/>
              <a:gd name="connsiteY85" fmla="*/ 2158902 h 3482342"/>
              <a:gd name="connsiteX86" fmla="*/ 5591469 w 12192000"/>
              <a:gd name="connsiteY86" fmla="*/ 2178389 h 3482342"/>
              <a:gd name="connsiteX87" fmla="*/ 5505818 w 12192000"/>
              <a:gd name="connsiteY87" fmla="*/ 2194207 h 3482342"/>
              <a:gd name="connsiteX88" fmla="*/ 5452860 w 12192000"/>
              <a:gd name="connsiteY88" fmla="*/ 2180085 h 3482342"/>
              <a:gd name="connsiteX89" fmla="*/ 5414282 w 12192000"/>
              <a:gd name="connsiteY89" fmla="*/ 2183070 h 3482342"/>
              <a:gd name="connsiteX90" fmla="*/ 5368369 w 12192000"/>
              <a:gd name="connsiteY90" fmla="*/ 2204272 h 3482342"/>
              <a:gd name="connsiteX91" fmla="*/ 5336354 w 12192000"/>
              <a:gd name="connsiteY91" fmla="*/ 2218920 h 3482342"/>
              <a:gd name="connsiteX92" fmla="*/ 5291263 w 12192000"/>
              <a:gd name="connsiteY92" fmla="*/ 2239182 h 3482342"/>
              <a:gd name="connsiteX93" fmla="*/ 5255152 w 12192000"/>
              <a:gd name="connsiteY93" fmla="*/ 2247164 h 3482342"/>
              <a:gd name="connsiteX94" fmla="*/ 5233796 w 12192000"/>
              <a:gd name="connsiteY94" fmla="*/ 2268260 h 3482342"/>
              <a:gd name="connsiteX95" fmla="*/ 5212786 w 12192000"/>
              <a:gd name="connsiteY95" fmla="*/ 2296592 h 3482342"/>
              <a:gd name="connsiteX96" fmla="*/ 5173523 w 12192000"/>
              <a:gd name="connsiteY96" fmla="*/ 2309057 h 3482342"/>
              <a:gd name="connsiteX97" fmla="*/ 5123830 w 12192000"/>
              <a:gd name="connsiteY97" fmla="*/ 2307070 h 3482342"/>
              <a:gd name="connsiteX98" fmla="*/ 5065426 w 12192000"/>
              <a:gd name="connsiteY98" fmla="*/ 2324076 h 3482342"/>
              <a:gd name="connsiteX99" fmla="*/ 4975908 w 12192000"/>
              <a:gd name="connsiteY99" fmla="*/ 2364128 h 3482342"/>
              <a:gd name="connsiteX100" fmla="*/ 4913723 w 12192000"/>
              <a:gd name="connsiteY100" fmla="*/ 2385265 h 3482342"/>
              <a:gd name="connsiteX101" fmla="*/ 4746485 w 12192000"/>
              <a:gd name="connsiteY101" fmla="*/ 2451769 h 3482342"/>
              <a:gd name="connsiteX102" fmla="*/ 4681588 w 12192000"/>
              <a:gd name="connsiteY102" fmla="*/ 2467494 h 3482342"/>
              <a:gd name="connsiteX103" fmla="*/ 1783655 w 12192000"/>
              <a:gd name="connsiteY103" fmla="*/ 3163860 h 3482342"/>
              <a:gd name="connsiteX104" fmla="*/ 1325955 w 12192000"/>
              <a:gd name="connsiteY104" fmla="*/ 3176692 h 3482342"/>
              <a:gd name="connsiteX105" fmla="*/ 1190384 w 12192000"/>
              <a:gd name="connsiteY105" fmla="*/ 3203504 h 3482342"/>
              <a:gd name="connsiteX106" fmla="*/ 1094537 w 12192000"/>
              <a:gd name="connsiteY106" fmla="*/ 3229469 h 3482342"/>
              <a:gd name="connsiteX107" fmla="*/ 779276 w 12192000"/>
              <a:gd name="connsiteY107" fmla="*/ 3327290 h 3482342"/>
              <a:gd name="connsiteX108" fmla="*/ 600378 w 12192000"/>
              <a:gd name="connsiteY108" fmla="*/ 3335250 h 3482342"/>
              <a:gd name="connsiteX109" fmla="*/ 493457 w 12192000"/>
              <a:gd name="connsiteY109" fmla="*/ 3365044 h 3482342"/>
              <a:gd name="connsiteX110" fmla="*/ 349402 w 12192000"/>
              <a:gd name="connsiteY110" fmla="*/ 3380897 h 3482342"/>
              <a:gd name="connsiteX111" fmla="*/ 192183 w 12192000"/>
              <a:gd name="connsiteY111" fmla="*/ 3460075 h 3482342"/>
              <a:gd name="connsiteX112" fmla="*/ 46713 w 12192000"/>
              <a:gd name="connsiteY112" fmla="*/ 3462986 h 3482342"/>
              <a:gd name="connsiteX113" fmla="*/ 2765 w 12192000"/>
              <a:gd name="connsiteY113" fmla="*/ 3480770 h 3482342"/>
              <a:gd name="connsiteX114" fmla="*/ 0 w 12192000"/>
              <a:gd name="connsiteY114" fmla="*/ 3482342 h 3482342"/>
              <a:gd name="connsiteX115" fmla="*/ 0 w 12192000"/>
              <a:gd name="connsiteY11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495949 w 12192000"/>
              <a:gd name="connsiteY51" fmla="*/ 1902425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41837 w 12192000"/>
              <a:gd name="connsiteY62" fmla="*/ 1840640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686657 w 12192000"/>
              <a:gd name="connsiteY68" fmla="*/ 1907344 h 3482342"/>
              <a:gd name="connsiteX69" fmla="*/ 6651330 w 12192000"/>
              <a:gd name="connsiteY69" fmla="*/ 1922921 h 3482342"/>
              <a:gd name="connsiteX70" fmla="*/ 6622958 w 12192000"/>
              <a:gd name="connsiteY70" fmla="*/ 1936255 h 3482342"/>
              <a:gd name="connsiteX71" fmla="*/ 6522602 w 12192000"/>
              <a:gd name="connsiteY71" fmla="*/ 1954133 h 3482342"/>
              <a:gd name="connsiteX72" fmla="*/ 6444344 w 12192000"/>
              <a:gd name="connsiteY72" fmla="*/ 1969663 h 3482342"/>
              <a:gd name="connsiteX73" fmla="*/ 6409626 w 12192000"/>
              <a:gd name="connsiteY73" fmla="*/ 1978846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87205 w 12192000"/>
              <a:gd name="connsiteY77" fmla="*/ 2060048 h 3482342"/>
              <a:gd name="connsiteX78" fmla="*/ 6138780 w 12192000"/>
              <a:gd name="connsiteY78" fmla="*/ 2081918 h 3482342"/>
              <a:gd name="connsiteX79" fmla="*/ 6120125 w 12192000"/>
              <a:gd name="connsiteY79" fmla="*/ 2109475 h 3482342"/>
              <a:gd name="connsiteX80" fmla="*/ 6056576 w 12192000"/>
              <a:gd name="connsiteY80" fmla="*/ 2120066 h 3482342"/>
              <a:gd name="connsiteX81" fmla="*/ 5993794 w 12192000"/>
              <a:gd name="connsiteY81" fmla="*/ 2122569 h 3482342"/>
              <a:gd name="connsiteX82" fmla="*/ 5943601 w 12192000"/>
              <a:gd name="connsiteY82" fmla="*/ 2137719 h 3482342"/>
              <a:gd name="connsiteX83" fmla="*/ 5898141 w 12192000"/>
              <a:gd name="connsiteY83" fmla="*/ 2144806 h 3482342"/>
              <a:gd name="connsiteX84" fmla="*/ 5855337 w 12192000"/>
              <a:gd name="connsiteY84" fmla="*/ 2137719 h 3482342"/>
              <a:gd name="connsiteX85" fmla="*/ 5817682 w 12192000"/>
              <a:gd name="connsiteY85" fmla="*/ 2157358 h 3482342"/>
              <a:gd name="connsiteX86" fmla="*/ 5735300 w 12192000"/>
              <a:gd name="connsiteY86" fmla="*/ 2158902 h 3482342"/>
              <a:gd name="connsiteX87" fmla="*/ 5591469 w 12192000"/>
              <a:gd name="connsiteY87" fmla="*/ 2178389 h 3482342"/>
              <a:gd name="connsiteX88" fmla="*/ 5505818 w 12192000"/>
              <a:gd name="connsiteY88" fmla="*/ 2194207 h 3482342"/>
              <a:gd name="connsiteX89" fmla="*/ 5452860 w 12192000"/>
              <a:gd name="connsiteY89" fmla="*/ 2180085 h 3482342"/>
              <a:gd name="connsiteX90" fmla="*/ 5414282 w 12192000"/>
              <a:gd name="connsiteY90" fmla="*/ 2183070 h 3482342"/>
              <a:gd name="connsiteX91" fmla="*/ 5368369 w 12192000"/>
              <a:gd name="connsiteY91" fmla="*/ 2204272 h 3482342"/>
              <a:gd name="connsiteX92" fmla="*/ 5336354 w 12192000"/>
              <a:gd name="connsiteY92" fmla="*/ 2218920 h 3482342"/>
              <a:gd name="connsiteX93" fmla="*/ 5291263 w 12192000"/>
              <a:gd name="connsiteY93" fmla="*/ 2239182 h 3482342"/>
              <a:gd name="connsiteX94" fmla="*/ 5255152 w 12192000"/>
              <a:gd name="connsiteY94" fmla="*/ 2247164 h 3482342"/>
              <a:gd name="connsiteX95" fmla="*/ 5233796 w 12192000"/>
              <a:gd name="connsiteY95" fmla="*/ 2268260 h 3482342"/>
              <a:gd name="connsiteX96" fmla="*/ 5212786 w 12192000"/>
              <a:gd name="connsiteY96" fmla="*/ 2296592 h 3482342"/>
              <a:gd name="connsiteX97" fmla="*/ 5173523 w 12192000"/>
              <a:gd name="connsiteY97" fmla="*/ 2309057 h 3482342"/>
              <a:gd name="connsiteX98" fmla="*/ 5123830 w 12192000"/>
              <a:gd name="connsiteY98" fmla="*/ 2307070 h 3482342"/>
              <a:gd name="connsiteX99" fmla="*/ 5065426 w 12192000"/>
              <a:gd name="connsiteY99" fmla="*/ 2324076 h 3482342"/>
              <a:gd name="connsiteX100" fmla="*/ 4975908 w 12192000"/>
              <a:gd name="connsiteY100" fmla="*/ 2364128 h 3482342"/>
              <a:gd name="connsiteX101" fmla="*/ 4913723 w 12192000"/>
              <a:gd name="connsiteY101" fmla="*/ 2385265 h 3482342"/>
              <a:gd name="connsiteX102" fmla="*/ 4746485 w 12192000"/>
              <a:gd name="connsiteY102" fmla="*/ 2451769 h 3482342"/>
              <a:gd name="connsiteX103" fmla="*/ 4681588 w 12192000"/>
              <a:gd name="connsiteY103" fmla="*/ 2467494 h 3482342"/>
              <a:gd name="connsiteX104" fmla="*/ 1783655 w 12192000"/>
              <a:gd name="connsiteY104" fmla="*/ 3163860 h 3482342"/>
              <a:gd name="connsiteX105" fmla="*/ 1325955 w 12192000"/>
              <a:gd name="connsiteY105" fmla="*/ 3176692 h 3482342"/>
              <a:gd name="connsiteX106" fmla="*/ 1190384 w 12192000"/>
              <a:gd name="connsiteY106" fmla="*/ 3203504 h 3482342"/>
              <a:gd name="connsiteX107" fmla="*/ 1094537 w 12192000"/>
              <a:gd name="connsiteY107" fmla="*/ 3229469 h 3482342"/>
              <a:gd name="connsiteX108" fmla="*/ 779276 w 12192000"/>
              <a:gd name="connsiteY108" fmla="*/ 3327290 h 3482342"/>
              <a:gd name="connsiteX109" fmla="*/ 600378 w 12192000"/>
              <a:gd name="connsiteY109" fmla="*/ 3335250 h 3482342"/>
              <a:gd name="connsiteX110" fmla="*/ 493457 w 12192000"/>
              <a:gd name="connsiteY110" fmla="*/ 3365044 h 3482342"/>
              <a:gd name="connsiteX111" fmla="*/ 349402 w 12192000"/>
              <a:gd name="connsiteY111" fmla="*/ 3380897 h 3482342"/>
              <a:gd name="connsiteX112" fmla="*/ 192183 w 12192000"/>
              <a:gd name="connsiteY112" fmla="*/ 3460075 h 3482342"/>
              <a:gd name="connsiteX113" fmla="*/ 46713 w 12192000"/>
              <a:gd name="connsiteY113" fmla="*/ 3462986 h 3482342"/>
              <a:gd name="connsiteX114" fmla="*/ 2765 w 12192000"/>
              <a:gd name="connsiteY114" fmla="*/ 3480770 h 3482342"/>
              <a:gd name="connsiteX115" fmla="*/ 0 w 12192000"/>
              <a:gd name="connsiteY115" fmla="*/ 3482342 h 3482342"/>
              <a:gd name="connsiteX116" fmla="*/ 0 w 12192000"/>
              <a:gd name="connsiteY11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01385 w 12192000"/>
              <a:gd name="connsiteY34" fmla="*/ 1477515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75804 w 12192000"/>
              <a:gd name="connsiteY19" fmla="*/ 1067977 h 3482342"/>
              <a:gd name="connsiteX20" fmla="*/ 11120819 w 12192000"/>
              <a:gd name="connsiteY20" fmla="*/ 1126133 h 3482342"/>
              <a:gd name="connsiteX21" fmla="*/ 11028687 w 12192000"/>
              <a:gd name="connsiteY21" fmla="*/ 1199018 h 3482342"/>
              <a:gd name="connsiteX22" fmla="*/ 10960443 w 12192000"/>
              <a:gd name="connsiteY22" fmla="*/ 1244502 h 3482342"/>
              <a:gd name="connsiteX23" fmla="*/ 10850998 w 12192000"/>
              <a:gd name="connsiteY23" fmla="*/ 1269215 h 3482342"/>
              <a:gd name="connsiteX24" fmla="*/ 10815658 w 12192000"/>
              <a:gd name="connsiteY24" fmla="*/ 1287849 h 3482342"/>
              <a:gd name="connsiteX25" fmla="*/ 10679906 w 12192000"/>
              <a:gd name="connsiteY25" fmla="*/ 1324988 h 3482342"/>
              <a:gd name="connsiteX26" fmla="*/ 10636304 w 12192000"/>
              <a:gd name="connsiteY26" fmla="*/ 1317928 h 3482342"/>
              <a:gd name="connsiteX27" fmla="*/ 10603863 w 12192000"/>
              <a:gd name="connsiteY27" fmla="*/ 1346886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314361 w 12192000"/>
              <a:gd name="connsiteY33" fmla="*/ 1466924 h 3482342"/>
              <a:gd name="connsiteX34" fmla="*/ 10264922 w 12192000"/>
              <a:gd name="connsiteY34" fmla="*/ 1472107 h 3482342"/>
              <a:gd name="connsiteX35" fmla="*/ 10201385 w 12192000"/>
              <a:gd name="connsiteY35" fmla="*/ 1477515 h 3482342"/>
              <a:gd name="connsiteX36" fmla="*/ 10120184 w 12192000"/>
              <a:gd name="connsiteY36" fmla="*/ 1466924 h 3482342"/>
              <a:gd name="connsiteX37" fmla="*/ 10058690 w 12192000"/>
              <a:gd name="connsiteY37" fmla="*/ 1474888 h 3482342"/>
              <a:gd name="connsiteX38" fmla="*/ 10004424 w 12192000"/>
              <a:gd name="connsiteY38" fmla="*/ 1489801 h 3482342"/>
              <a:gd name="connsiteX39" fmla="*/ 9999951 w 12192000"/>
              <a:gd name="connsiteY39" fmla="*/ 1499127 h 3482342"/>
              <a:gd name="connsiteX40" fmla="*/ 9845462 w 12192000"/>
              <a:gd name="connsiteY40" fmla="*/ 1548192 h 3482342"/>
              <a:gd name="connsiteX41" fmla="*/ 9736156 w 12192000"/>
              <a:gd name="connsiteY41" fmla="*/ 1581928 h 3482342"/>
              <a:gd name="connsiteX42" fmla="*/ 9693355 w 12192000"/>
              <a:gd name="connsiteY42" fmla="*/ 1602632 h 3482342"/>
              <a:gd name="connsiteX43" fmla="*/ 9664242 w 12192000"/>
              <a:gd name="connsiteY43" fmla="*/ 1622075 h 3482342"/>
              <a:gd name="connsiteX44" fmla="*/ 9579195 w 12192000"/>
              <a:gd name="connsiteY44" fmla="*/ 1648017 h 3482342"/>
              <a:gd name="connsiteX45" fmla="*/ 9433652 w 12192000"/>
              <a:gd name="connsiteY45" fmla="*/ 1681174 h 3482342"/>
              <a:gd name="connsiteX46" fmla="*/ 9403775 w 12192000"/>
              <a:gd name="connsiteY46" fmla="*/ 1690403 h 3482342"/>
              <a:gd name="connsiteX47" fmla="*/ 9382503 w 12192000"/>
              <a:gd name="connsiteY47" fmla="*/ 1706957 h 3482342"/>
              <a:gd name="connsiteX48" fmla="*/ 9381410 w 12192000"/>
              <a:gd name="connsiteY48" fmla="*/ 1718312 h 3482342"/>
              <a:gd name="connsiteX49" fmla="*/ 9365685 w 12192000"/>
              <a:gd name="connsiteY49" fmla="*/ 1724772 h 3482342"/>
              <a:gd name="connsiteX50" fmla="*/ 9278020 w 12192000"/>
              <a:gd name="connsiteY50" fmla="*/ 1741161 h 3482342"/>
              <a:gd name="connsiteX51" fmla="*/ 9217145 w 12192000"/>
              <a:gd name="connsiteY51" fmla="*/ 1771195 h 3482342"/>
              <a:gd name="connsiteX52" fmla="*/ 8955875 w 12192000"/>
              <a:gd name="connsiteY52" fmla="*/ 1796806 h 3482342"/>
              <a:gd name="connsiteX53" fmla="*/ 8648415 w 12192000"/>
              <a:gd name="connsiteY53" fmla="*/ 1878623 h 3482342"/>
              <a:gd name="connsiteX54" fmla="*/ 8495949 w 12192000"/>
              <a:gd name="connsiteY54" fmla="*/ 1902425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41837 w 12192000"/>
              <a:gd name="connsiteY65" fmla="*/ 1840640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686657 w 12192000"/>
              <a:gd name="connsiteY71" fmla="*/ 1907344 h 3482342"/>
              <a:gd name="connsiteX72" fmla="*/ 6651330 w 12192000"/>
              <a:gd name="connsiteY72" fmla="*/ 1922921 h 3482342"/>
              <a:gd name="connsiteX73" fmla="*/ 6622958 w 12192000"/>
              <a:gd name="connsiteY73" fmla="*/ 1936255 h 3482342"/>
              <a:gd name="connsiteX74" fmla="*/ 6522602 w 12192000"/>
              <a:gd name="connsiteY74" fmla="*/ 1954133 h 3482342"/>
              <a:gd name="connsiteX75" fmla="*/ 6444344 w 12192000"/>
              <a:gd name="connsiteY75" fmla="*/ 1969663 h 3482342"/>
              <a:gd name="connsiteX76" fmla="*/ 6409626 w 12192000"/>
              <a:gd name="connsiteY76" fmla="*/ 1978846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87205 w 12192000"/>
              <a:gd name="connsiteY80" fmla="*/ 2060048 h 3482342"/>
              <a:gd name="connsiteX81" fmla="*/ 6138780 w 12192000"/>
              <a:gd name="connsiteY81" fmla="*/ 2081918 h 3482342"/>
              <a:gd name="connsiteX82" fmla="*/ 6120125 w 12192000"/>
              <a:gd name="connsiteY82" fmla="*/ 2109475 h 3482342"/>
              <a:gd name="connsiteX83" fmla="*/ 6056576 w 12192000"/>
              <a:gd name="connsiteY83" fmla="*/ 2120066 h 3482342"/>
              <a:gd name="connsiteX84" fmla="*/ 5993794 w 12192000"/>
              <a:gd name="connsiteY84" fmla="*/ 2122569 h 3482342"/>
              <a:gd name="connsiteX85" fmla="*/ 5943601 w 12192000"/>
              <a:gd name="connsiteY85" fmla="*/ 2137719 h 3482342"/>
              <a:gd name="connsiteX86" fmla="*/ 5898141 w 12192000"/>
              <a:gd name="connsiteY86" fmla="*/ 2144806 h 3482342"/>
              <a:gd name="connsiteX87" fmla="*/ 5855337 w 12192000"/>
              <a:gd name="connsiteY87" fmla="*/ 2137719 h 3482342"/>
              <a:gd name="connsiteX88" fmla="*/ 5817682 w 12192000"/>
              <a:gd name="connsiteY88" fmla="*/ 2157358 h 3482342"/>
              <a:gd name="connsiteX89" fmla="*/ 5735300 w 12192000"/>
              <a:gd name="connsiteY89" fmla="*/ 2158902 h 3482342"/>
              <a:gd name="connsiteX90" fmla="*/ 5591469 w 12192000"/>
              <a:gd name="connsiteY90" fmla="*/ 2178389 h 3482342"/>
              <a:gd name="connsiteX91" fmla="*/ 5505818 w 12192000"/>
              <a:gd name="connsiteY91" fmla="*/ 2194207 h 3482342"/>
              <a:gd name="connsiteX92" fmla="*/ 5452860 w 12192000"/>
              <a:gd name="connsiteY92" fmla="*/ 2180085 h 3482342"/>
              <a:gd name="connsiteX93" fmla="*/ 5414282 w 12192000"/>
              <a:gd name="connsiteY93" fmla="*/ 2183070 h 3482342"/>
              <a:gd name="connsiteX94" fmla="*/ 5368369 w 12192000"/>
              <a:gd name="connsiteY94" fmla="*/ 2204272 h 3482342"/>
              <a:gd name="connsiteX95" fmla="*/ 5336354 w 12192000"/>
              <a:gd name="connsiteY95" fmla="*/ 2218920 h 3482342"/>
              <a:gd name="connsiteX96" fmla="*/ 5291263 w 12192000"/>
              <a:gd name="connsiteY96" fmla="*/ 2239182 h 3482342"/>
              <a:gd name="connsiteX97" fmla="*/ 5255152 w 12192000"/>
              <a:gd name="connsiteY97" fmla="*/ 2247164 h 3482342"/>
              <a:gd name="connsiteX98" fmla="*/ 5233796 w 12192000"/>
              <a:gd name="connsiteY98" fmla="*/ 2268260 h 3482342"/>
              <a:gd name="connsiteX99" fmla="*/ 5212786 w 12192000"/>
              <a:gd name="connsiteY99" fmla="*/ 2296592 h 3482342"/>
              <a:gd name="connsiteX100" fmla="*/ 5173523 w 12192000"/>
              <a:gd name="connsiteY100" fmla="*/ 2309057 h 3482342"/>
              <a:gd name="connsiteX101" fmla="*/ 5123830 w 12192000"/>
              <a:gd name="connsiteY101" fmla="*/ 2307070 h 3482342"/>
              <a:gd name="connsiteX102" fmla="*/ 5065426 w 12192000"/>
              <a:gd name="connsiteY102" fmla="*/ 2324076 h 3482342"/>
              <a:gd name="connsiteX103" fmla="*/ 4975908 w 12192000"/>
              <a:gd name="connsiteY103" fmla="*/ 2364128 h 3482342"/>
              <a:gd name="connsiteX104" fmla="*/ 4913723 w 12192000"/>
              <a:gd name="connsiteY104" fmla="*/ 2385265 h 3482342"/>
              <a:gd name="connsiteX105" fmla="*/ 4746485 w 12192000"/>
              <a:gd name="connsiteY105" fmla="*/ 2451769 h 3482342"/>
              <a:gd name="connsiteX106" fmla="*/ 4681588 w 12192000"/>
              <a:gd name="connsiteY106" fmla="*/ 2467494 h 3482342"/>
              <a:gd name="connsiteX107" fmla="*/ 1783655 w 12192000"/>
              <a:gd name="connsiteY107" fmla="*/ 3163860 h 3482342"/>
              <a:gd name="connsiteX108" fmla="*/ 1325955 w 12192000"/>
              <a:gd name="connsiteY108" fmla="*/ 3176692 h 3482342"/>
              <a:gd name="connsiteX109" fmla="*/ 1190384 w 12192000"/>
              <a:gd name="connsiteY109" fmla="*/ 3203504 h 3482342"/>
              <a:gd name="connsiteX110" fmla="*/ 1094537 w 12192000"/>
              <a:gd name="connsiteY110" fmla="*/ 3229469 h 3482342"/>
              <a:gd name="connsiteX111" fmla="*/ 779276 w 12192000"/>
              <a:gd name="connsiteY111" fmla="*/ 3327290 h 3482342"/>
              <a:gd name="connsiteX112" fmla="*/ 600378 w 12192000"/>
              <a:gd name="connsiteY112" fmla="*/ 3335250 h 3482342"/>
              <a:gd name="connsiteX113" fmla="*/ 493457 w 12192000"/>
              <a:gd name="connsiteY113" fmla="*/ 3365044 h 3482342"/>
              <a:gd name="connsiteX114" fmla="*/ 349402 w 12192000"/>
              <a:gd name="connsiteY114" fmla="*/ 3380897 h 3482342"/>
              <a:gd name="connsiteX115" fmla="*/ 192183 w 12192000"/>
              <a:gd name="connsiteY115" fmla="*/ 3460075 h 3482342"/>
              <a:gd name="connsiteX116" fmla="*/ 46713 w 12192000"/>
              <a:gd name="connsiteY116" fmla="*/ 3462986 h 3482342"/>
              <a:gd name="connsiteX117" fmla="*/ 2765 w 12192000"/>
              <a:gd name="connsiteY117" fmla="*/ 3480770 h 3482342"/>
              <a:gd name="connsiteX118" fmla="*/ 0 w 12192000"/>
              <a:gd name="connsiteY118" fmla="*/ 3482342 h 3482342"/>
              <a:gd name="connsiteX119" fmla="*/ 0 w 12192000"/>
              <a:gd name="connsiteY11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6987 w 12192000"/>
              <a:gd name="connsiteY18" fmla="*/ 1000897 h 3482342"/>
              <a:gd name="connsiteX19" fmla="*/ 11193568 w 12192000"/>
              <a:gd name="connsiteY19" fmla="*/ 1039464 h 3482342"/>
              <a:gd name="connsiteX20" fmla="*/ 11175804 w 12192000"/>
              <a:gd name="connsiteY20" fmla="*/ 1067977 h 3482342"/>
              <a:gd name="connsiteX21" fmla="*/ 11120819 w 12192000"/>
              <a:gd name="connsiteY21" fmla="*/ 1126133 h 3482342"/>
              <a:gd name="connsiteX22" fmla="*/ 11028687 w 12192000"/>
              <a:gd name="connsiteY22" fmla="*/ 1199018 h 3482342"/>
              <a:gd name="connsiteX23" fmla="*/ 10960443 w 12192000"/>
              <a:gd name="connsiteY23" fmla="*/ 1244502 h 3482342"/>
              <a:gd name="connsiteX24" fmla="*/ 10850998 w 12192000"/>
              <a:gd name="connsiteY24" fmla="*/ 1269215 h 3482342"/>
              <a:gd name="connsiteX25" fmla="*/ 10815658 w 12192000"/>
              <a:gd name="connsiteY25" fmla="*/ 1287849 h 3482342"/>
              <a:gd name="connsiteX26" fmla="*/ 10679906 w 12192000"/>
              <a:gd name="connsiteY26" fmla="*/ 1324988 h 3482342"/>
              <a:gd name="connsiteX27" fmla="*/ 10636304 w 12192000"/>
              <a:gd name="connsiteY27" fmla="*/ 1317928 h 3482342"/>
              <a:gd name="connsiteX28" fmla="*/ 10603863 w 12192000"/>
              <a:gd name="connsiteY28" fmla="*/ 1346886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314361 w 12192000"/>
              <a:gd name="connsiteY34" fmla="*/ 1466924 h 3482342"/>
              <a:gd name="connsiteX35" fmla="*/ 10264922 w 12192000"/>
              <a:gd name="connsiteY35" fmla="*/ 1472107 h 3482342"/>
              <a:gd name="connsiteX36" fmla="*/ 10201385 w 12192000"/>
              <a:gd name="connsiteY36" fmla="*/ 1477515 h 3482342"/>
              <a:gd name="connsiteX37" fmla="*/ 10120184 w 12192000"/>
              <a:gd name="connsiteY37" fmla="*/ 1466924 h 3482342"/>
              <a:gd name="connsiteX38" fmla="*/ 10058690 w 12192000"/>
              <a:gd name="connsiteY38" fmla="*/ 1474888 h 3482342"/>
              <a:gd name="connsiteX39" fmla="*/ 10004424 w 12192000"/>
              <a:gd name="connsiteY39" fmla="*/ 1489801 h 3482342"/>
              <a:gd name="connsiteX40" fmla="*/ 9999951 w 12192000"/>
              <a:gd name="connsiteY40" fmla="*/ 1499127 h 3482342"/>
              <a:gd name="connsiteX41" fmla="*/ 9845462 w 12192000"/>
              <a:gd name="connsiteY41" fmla="*/ 1548192 h 3482342"/>
              <a:gd name="connsiteX42" fmla="*/ 9736156 w 12192000"/>
              <a:gd name="connsiteY42" fmla="*/ 1581928 h 3482342"/>
              <a:gd name="connsiteX43" fmla="*/ 9693355 w 12192000"/>
              <a:gd name="connsiteY43" fmla="*/ 1602632 h 3482342"/>
              <a:gd name="connsiteX44" fmla="*/ 9664242 w 12192000"/>
              <a:gd name="connsiteY44" fmla="*/ 1622075 h 3482342"/>
              <a:gd name="connsiteX45" fmla="*/ 9579195 w 12192000"/>
              <a:gd name="connsiteY45" fmla="*/ 1648017 h 3482342"/>
              <a:gd name="connsiteX46" fmla="*/ 9433652 w 12192000"/>
              <a:gd name="connsiteY46" fmla="*/ 1681174 h 3482342"/>
              <a:gd name="connsiteX47" fmla="*/ 9403775 w 12192000"/>
              <a:gd name="connsiteY47" fmla="*/ 1690403 h 3482342"/>
              <a:gd name="connsiteX48" fmla="*/ 9382503 w 12192000"/>
              <a:gd name="connsiteY48" fmla="*/ 1706957 h 3482342"/>
              <a:gd name="connsiteX49" fmla="*/ 9381410 w 12192000"/>
              <a:gd name="connsiteY49" fmla="*/ 1718312 h 3482342"/>
              <a:gd name="connsiteX50" fmla="*/ 9365685 w 12192000"/>
              <a:gd name="connsiteY50" fmla="*/ 1724772 h 3482342"/>
              <a:gd name="connsiteX51" fmla="*/ 9278020 w 12192000"/>
              <a:gd name="connsiteY51" fmla="*/ 1741161 h 3482342"/>
              <a:gd name="connsiteX52" fmla="*/ 9217145 w 12192000"/>
              <a:gd name="connsiteY52" fmla="*/ 1771195 h 3482342"/>
              <a:gd name="connsiteX53" fmla="*/ 8955875 w 12192000"/>
              <a:gd name="connsiteY53" fmla="*/ 1796806 h 3482342"/>
              <a:gd name="connsiteX54" fmla="*/ 8648415 w 12192000"/>
              <a:gd name="connsiteY54" fmla="*/ 1878623 h 3482342"/>
              <a:gd name="connsiteX55" fmla="*/ 8495949 w 12192000"/>
              <a:gd name="connsiteY55" fmla="*/ 1902425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41837 w 12192000"/>
              <a:gd name="connsiteY66" fmla="*/ 1840640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686657 w 12192000"/>
              <a:gd name="connsiteY72" fmla="*/ 1907344 h 3482342"/>
              <a:gd name="connsiteX73" fmla="*/ 6651330 w 12192000"/>
              <a:gd name="connsiteY73" fmla="*/ 1922921 h 3482342"/>
              <a:gd name="connsiteX74" fmla="*/ 6622958 w 12192000"/>
              <a:gd name="connsiteY74" fmla="*/ 1936255 h 3482342"/>
              <a:gd name="connsiteX75" fmla="*/ 6522602 w 12192000"/>
              <a:gd name="connsiteY75" fmla="*/ 1954133 h 3482342"/>
              <a:gd name="connsiteX76" fmla="*/ 6444344 w 12192000"/>
              <a:gd name="connsiteY76" fmla="*/ 1969663 h 3482342"/>
              <a:gd name="connsiteX77" fmla="*/ 6409626 w 12192000"/>
              <a:gd name="connsiteY77" fmla="*/ 1978846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87205 w 12192000"/>
              <a:gd name="connsiteY81" fmla="*/ 2060048 h 3482342"/>
              <a:gd name="connsiteX82" fmla="*/ 6138780 w 12192000"/>
              <a:gd name="connsiteY82" fmla="*/ 2081918 h 3482342"/>
              <a:gd name="connsiteX83" fmla="*/ 6120125 w 12192000"/>
              <a:gd name="connsiteY83" fmla="*/ 2109475 h 3482342"/>
              <a:gd name="connsiteX84" fmla="*/ 6056576 w 12192000"/>
              <a:gd name="connsiteY84" fmla="*/ 2120066 h 3482342"/>
              <a:gd name="connsiteX85" fmla="*/ 5993794 w 12192000"/>
              <a:gd name="connsiteY85" fmla="*/ 2122569 h 3482342"/>
              <a:gd name="connsiteX86" fmla="*/ 5943601 w 12192000"/>
              <a:gd name="connsiteY86" fmla="*/ 2137719 h 3482342"/>
              <a:gd name="connsiteX87" fmla="*/ 5898141 w 12192000"/>
              <a:gd name="connsiteY87" fmla="*/ 2144806 h 3482342"/>
              <a:gd name="connsiteX88" fmla="*/ 5855337 w 12192000"/>
              <a:gd name="connsiteY88" fmla="*/ 2137719 h 3482342"/>
              <a:gd name="connsiteX89" fmla="*/ 5817682 w 12192000"/>
              <a:gd name="connsiteY89" fmla="*/ 2157358 h 3482342"/>
              <a:gd name="connsiteX90" fmla="*/ 5735300 w 12192000"/>
              <a:gd name="connsiteY90" fmla="*/ 2158902 h 3482342"/>
              <a:gd name="connsiteX91" fmla="*/ 5591469 w 12192000"/>
              <a:gd name="connsiteY91" fmla="*/ 2178389 h 3482342"/>
              <a:gd name="connsiteX92" fmla="*/ 5505818 w 12192000"/>
              <a:gd name="connsiteY92" fmla="*/ 2194207 h 3482342"/>
              <a:gd name="connsiteX93" fmla="*/ 5452860 w 12192000"/>
              <a:gd name="connsiteY93" fmla="*/ 2180085 h 3482342"/>
              <a:gd name="connsiteX94" fmla="*/ 5414282 w 12192000"/>
              <a:gd name="connsiteY94" fmla="*/ 2183070 h 3482342"/>
              <a:gd name="connsiteX95" fmla="*/ 5368369 w 12192000"/>
              <a:gd name="connsiteY95" fmla="*/ 2204272 h 3482342"/>
              <a:gd name="connsiteX96" fmla="*/ 5336354 w 12192000"/>
              <a:gd name="connsiteY96" fmla="*/ 2218920 h 3482342"/>
              <a:gd name="connsiteX97" fmla="*/ 5291263 w 12192000"/>
              <a:gd name="connsiteY97" fmla="*/ 2239182 h 3482342"/>
              <a:gd name="connsiteX98" fmla="*/ 5255152 w 12192000"/>
              <a:gd name="connsiteY98" fmla="*/ 2247164 h 3482342"/>
              <a:gd name="connsiteX99" fmla="*/ 5233796 w 12192000"/>
              <a:gd name="connsiteY99" fmla="*/ 2268260 h 3482342"/>
              <a:gd name="connsiteX100" fmla="*/ 5212786 w 12192000"/>
              <a:gd name="connsiteY100" fmla="*/ 2296592 h 3482342"/>
              <a:gd name="connsiteX101" fmla="*/ 5173523 w 12192000"/>
              <a:gd name="connsiteY101" fmla="*/ 2309057 h 3482342"/>
              <a:gd name="connsiteX102" fmla="*/ 5123830 w 12192000"/>
              <a:gd name="connsiteY102" fmla="*/ 2307070 h 3482342"/>
              <a:gd name="connsiteX103" fmla="*/ 5065426 w 12192000"/>
              <a:gd name="connsiteY103" fmla="*/ 2324076 h 3482342"/>
              <a:gd name="connsiteX104" fmla="*/ 4975908 w 12192000"/>
              <a:gd name="connsiteY104" fmla="*/ 2364128 h 3482342"/>
              <a:gd name="connsiteX105" fmla="*/ 4913723 w 12192000"/>
              <a:gd name="connsiteY105" fmla="*/ 2385265 h 3482342"/>
              <a:gd name="connsiteX106" fmla="*/ 4746485 w 12192000"/>
              <a:gd name="connsiteY106" fmla="*/ 2451769 h 3482342"/>
              <a:gd name="connsiteX107" fmla="*/ 4681588 w 12192000"/>
              <a:gd name="connsiteY107" fmla="*/ 2467494 h 3482342"/>
              <a:gd name="connsiteX108" fmla="*/ 1783655 w 12192000"/>
              <a:gd name="connsiteY108" fmla="*/ 3163860 h 3482342"/>
              <a:gd name="connsiteX109" fmla="*/ 1325955 w 12192000"/>
              <a:gd name="connsiteY109" fmla="*/ 3176692 h 3482342"/>
              <a:gd name="connsiteX110" fmla="*/ 1190384 w 12192000"/>
              <a:gd name="connsiteY110" fmla="*/ 3203504 h 3482342"/>
              <a:gd name="connsiteX111" fmla="*/ 1094537 w 12192000"/>
              <a:gd name="connsiteY111" fmla="*/ 3229469 h 3482342"/>
              <a:gd name="connsiteX112" fmla="*/ 779276 w 12192000"/>
              <a:gd name="connsiteY112" fmla="*/ 3327290 h 3482342"/>
              <a:gd name="connsiteX113" fmla="*/ 600378 w 12192000"/>
              <a:gd name="connsiteY113" fmla="*/ 3335250 h 3482342"/>
              <a:gd name="connsiteX114" fmla="*/ 493457 w 12192000"/>
              <a:gd name="connsiteY114" fmla="*/ 3365044 h 3482342"/>
              <a:gd name="connsiteX115" fmla="*/ 349402 w 12192000"/>
              <a:gd name="connsiteY115" fmla="*/ 3380897 h 3482342"/>
              <a:gd name="connsiteX116" fmla="*/ 192183 w 12192000"/>
              <a:gd name="connsiteY116" fmla="*/ 3460075 h 3482342"/>
              <a:gd name="connsiteX117" fmla="*/ 46713 w 12192000"/>
              <a:gd name="connsiteY117" fmla="*/ 3462986 h 3482342"/>
              <a:gd name="connsiteX118" fmla="*/ 2765 w 12192000"/>
              <a:gd name="connsiteY118" fmla="*/ 3480770 h 3482342"/>
              <a:gd name="connsiteX119" fmla="*/ 0 w 12192000"/>
              <a:gd name="connsiteY119" fmla="*/ 3482342 h 3482342"/>
              <a:gd name="connsiteX120" fmla="*/ 0 w 12192000"/>
              <a:gd name="connsiteY12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24988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9834 w 12192000"/>
              <a:gd name="connsiteY30" fmla="*/ 1324989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723900 w 12192000"/>
              <a:gd name="connsiteY29" fmla="*/ 1318642 h 3482342"/>
              <a:gd name="connsiteX30" fmla="*/ 10679906 w 12192000"/>
              <a:gd name="connsiteY30" fmla="*/ 1332049 h 3482342"/>
              <a:gd name="connsiteX31" fmla="*/ 10639834 w 12192000"/>
              <a:gd name="connsiteY31" fmla="*/ 1324989 h 3482342"/>
              <a:gd name="connsiteX32" fmla="*/ 10603863 w 12192000"/>
              <a:gd name="connsiteY32" fmla="*/ 1346886 h 3482342"/>
              <a:gd name="connsiteX33" fmla="*/ 10573203 w 12192000"/>
              <a:gd name="connsiteY33" fmla="*/ 1351996 h 3482342"/>
              <a:gd name="connsiteX34" fmla="*/ 10513263 w 12192000"/>
              <a:gd name="connsiteY34" fmla="*/ 1350756 h 3482342"/>
              <a:gd name="connsiteX35" fmla="*/ 10464012 w 12192000"/>
              <a:gd name="connsiteY35" fmla="*/ 1391778 h 3482342"/>
              <a:gd name="connsiteX36" fmla="*/ 10405409 w 12192000"/>
              <a:gd name="connsiteY36" fmla="*/ 1422789 h 3482342"/>
              <a:gd name="connsiteX37" fmla="*/ 10370530 w 12192000"/>
              <a:gd name="connsiteY37" fmla="*/ 1441596 h 3482342"/>
              <a:gd name="connsiteX38" fmla="*/ 10314361 w 12192000"/>
              <a:gd name="connsiteY38" fmla="*/ 1466924 h 3482342"/>
              <a:gd name="connsiteX39" fmla="*/ 10264922 w 12192000"/>
              <a:gd name="connsiteY39" fmla="*/ 1472107 h 3482342"/>
              <a:gd name="connsiteX40" fmla="*/ 10201385 w 12192000"/>
              <a:gd name="connsiteY40" fmla="*/ 1477515 h 3482342"/>
              <a:gd name="connsiteX41" fmla="*/ 10120184 w 12192000"/>
              <a:gd name="connsiteY41" fmla="*/ 1466924 h 3482342"/>
              <a:gd name="connsiteX42" fmla="*/ 10058690 w 12192000"/>
              <a:gd name="connsiteY42" fmla="*/ 1474888 h 3482342"/>
              <a:gd name="connsiteX43" fmla="*/ 10004424 w 12192000"/>
              <a:gd name="connsiteY43" fmla="*/ 1489801 h 3482342"/>
              <a:gd name="connsiteX44" fmla="*/ 9999951 w 12192000"/>
              <a:gd name="connsiteY44" fmla="*/ 1499127 h 3482342"/>
              <a:gd name="connsiteX45" fmla="*/ 9845462 w 12192000"/>
              <a:gd name="connsiteY45" fmla="*/ 1548192 h 3482342"/>
              <a:gd name="connsiteX46" fmla="*/ 9736156 w 12192000"/>
              <a:gd name="connsiteY46" fmla="*/ 1581928 h 3482342"/>
              <a:gd name="connsiteX47" fmla="*/ 9693355 w 12192000"/>
              <a:gd name="connsiteY47" fmla="*/ 1602632 h 3482342"/>
              <a:gd name="connsiteX48" fmla="*/ 9664242 w 12192000"/>
              <a:gd name="connsiteY48" fmla="*/ 1622075 h 3482342"/>
              <a:gd name="connsiteX49" fmla="*/ 9579195 w 12192000"/>
              <a:gd name="connsiteY49" fmla="*/ 1648017 h 3482342"/>
              <a:gd name="connsiteX50" fmla="*/ 9433652 w 12192000"/>
              <a:gd name="connsiteY50" fmla="*/ 1681174 h 3482342"/>
              <a:gd name="connsiteX51" fmla="*/ 9403775 w 12192000"/>
              <a:gd name="connsiteY51" fmla="*/ 1690403 h 3482342"/>
              <a:gd name="connsiteX52" fmla="*/ 9382503 w 12192000"/>
              <a:gd name="connsiteY52" fmla="*/ 1706957 h 3482342"/>
              <a:gd name="connsiteX53" fmla="*/ 9381410 w 12192000"/>
              <a:gd name="connsiteY53" fmla="*/ 1718312 h 3482342"/>
              <a:gd name="connsiteX54" fmla="*/ 9365685 w 12192000"/>
              <a:gd name="connsiteY54" fmla="*/ 1724772 h 3482342"/>
              <a:gd name="connsiteX55" fmla="*/ 9278020 w 12192000"/>
              <a:gd name="connsiteY55" fmla="*/ 1741161 h 3482342"/>
              <a:gd name="connsiteX56" fmla="*/ 9217145 w 12192000"/>
              <a:gd name="connsiteY56" fmla="*/ 1771195 h 3482342"/>
              <a:gd name="connsiteX57" fmla="*/ 8955875 w 12192000"/>
              <a:gd name="connsiteY57" fmla="*/ 1796806 h 3482342"/>
              <a:gd name="connsiteX58" fmla="*/ 8648415 w 12192000"/>
              <a:gd name="connsiteY58" fmla="*/ 1878623 h 3482342"/>
              <a:gd name="connsiteX59" fmla="*/ 8495949 w 12192000"/>
              <a:gd name="connsiteY59" fmla="*/ 1902425 h 3482342"/>
              <a:gd name="connsiteX60" fmla="*/ 8236214 w 12192000"/>
              <a:gd name="connsiteY60" fmla="*/ 190972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41837 w 12192000"/>
              <a:gd name="connsiteY70" fmla="*/ 1840640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686657 w 12192000"/>
              <a:gd name="connsiteY76" fmla="*/ 1907344 h 3482342"/>
              <a:gd name="connsiteX77" fmla="*/ 6651330 w 12192000"/>
              <a:gd name="connsiteY77" fmla="*/ 1922921 h 3482342"/>
              <a:gd name="connsiteX78" fmla="*/ 6622958 w 12192000"/>
              <a:gd name="connsiteY78" fmla="*/ 1936255 h 3482342"/>
              <a:gd name="connsiteX79" fmla="*/ 6522602 w 12192000"/>
              <a:gd name="connsiteY79" fmla="*/ 1954133 h 3482342"/>
              <a:gd name="connsiteX80" fmla="*/ 6444344 w 12192000"/>
              <a:gd name="connsiteY80" fmla="*/ 1969663 h 3482342"/>
              <a:gd name="connsiteX81" fmla="*/ 6409626 w 12192000"/>
              <a:gd name="connsiteY81" fmla="*/ 1978846 h 3482342"/>
              <a:gd name="connsiteX82" fmla="*/ 6333446 w 12192000"/>
              <a:gd name="connsiteY82" fmla="*/ 1997163 h 3482342"/>
              <a:gd name="connsiteX83" fmla="*/ 6294933 w 12192000"/>
              <a:gd name="connsiteY83" fmla="*/ 2019412 h 3482342"/>
              <a:gd name="connsiteX84" fmla="*/ 6238719 w 12192000"/>
              <a:gd name="connsiteY84" fmla="*/ 2042547 h 3482342"/>
              <a:gd name="connsiteX85" fmla="*/ 6187205 w 12192000"/>
              <a:gd name="connsiteY85" fmla="*/ 2060048 h 3482342"/>
              <a:gd name="connsiteX86" fmla="*/ 6138780 w 12192000"/>
              <a:gd name="connsiteY86" fmla="*/ 2081918 h 3482342"/>
              <a:gd name="connsiteX87" fmla="*/ 6120125 w 12192000"/>
              <a:gd name="connsiteY87" fmla="*/ 2109475 h 3482342"/>
              <a:gd name="connsiteX88" fmla="*/ 6056576 w 12192000"/>
              <a:gd name="connsiteY88" fmla="*/ 2120066 h 3482342"/>
              <a:gd name="connsiteX89" fmla="*/ 5993794 w 12192000"/>
              <a:gd name="connsiteY89" fmla="*/ 2122569 h 3482342"/>
              <a:gd name="connsiteX90" fmla="*/ 5943601 w 12192000"/>
              <a:gd name="connsiteY90" fmla="*/ 2137719 h 3482342"/>
              <a:gd name="connsiteX91" fmla="*/ 5898141 w 12192000"/>
              <a:gd name="connsiteY91" fmla="*/ 2144806 h 3482342"/>
              <a:gd name="connsiteX92" fmla="*/ 5855337 w 12192000"/>
              <a:gd name="connsiteY92" fmla="*/ 2137719 h 3482342"/>
              <a:gd name="connsiteX93" fmla="*/ 5817682 w 12192000"/>
              <a:gd name="connsiteY93" fmla="*/ 2157358 h 3482342"/>
              <a:gd name="connsiteX94" fmla="*/ 5735300 w 12192000"/>
              <a:gd name="connsiteY94" fmla="*/ 2158902 h 3482342"/>
              <a:gd name="connsiteX95" fmla="*/ 5591469 w 12192000"/>
              <a:gd name="connsiteY95" fmla="*/ 2178389 h 3482342"/>
              <a:gd name="connsiteX96" fmla="*/ 5505818 w 12192000"/>
              <a:gd name="connsiteY96" fmla="*/ 2194207 h 3482342"/>
              <a:gd name="connsiteX97" fmla="*/ 5452860 w 12192000"/>
              <a:gd name="connsiteY97" fmla="*/ 2180085 h 3482342"/>
              <a:gd name="connsiteX98" fmla="*/ 5414282 w 12192000"/>
              <a:gd name="connsiteY98" fmla="*/ 2183070 h 3482342"/>
              <a:gd name="connsiteX99" fmla="*/ 5368369 w 12192000"/>
              <a:gd name="connsiteY99" fmla="*/ 2204272 h 3482342"/>
              <a:gd name="connsiteX100" fmla="*/ 5336354 w 12192000"/>
              <a:gd name="connsiteY100" fmla="*/ 2218920 h 3482342"/>
              <a:gd name="connsiteX101" fmla="*/ 5291263 w 12192000"/>
              <a:gd name="connsiteY101" fmla="*/ 2239182 h 3482342"/>
              <a:gd name="connsiteX102" fmla="*/ 5255152 w 12192000"/>
              <a:gd name="connsiteY102" fmla="*/ 2247164 h 3482342"/>
              <a:gd name="connsiteX103" fmla="*/ 5233796 w 12192000"/>
              <a:gd name="connsiteY103" fmla="*/ 2268260 h 3482342"/>
              <a:gd name="connsiteX104" fmla="*/ 5212786 w 12192000"/>
              <a:gd name="connsiteY104" fmla="*/ 2296592 h 3482342"/>
              <a:gd name="connsiteX105" fmla="*/ 5173523 w 12192000"/>
              <a:gd name="connsiteY105" fmla="*/ 2309057 h 3482342"/>
              <a:gd name="connsiteX106" fmla="*/ 5123830 w 12192000"/>
              <a:gd name="connsiteY106" fmla="*/ 2307070 h 3482342"/>
              <a:gd name="connsiteX107" fmla="*/ 5065426 w 12192000"/>
              <a:gd name="connsiteY107" fmla="*/ 2324076 h 3482342"/>
              <a:gd name="connsiteX108" fmla="*/ 4975908 w 12192000"/>
              <a:gd name="connsiteY108" fmla="*/ 2364128 h 3482342"/>
              <a:gd name="connsiteX109" fmla="*/ 4913723 w 12192000"/>
              <a:gd name="connsiteY109" fmla="*/ 2385265 h 3482342"/>
              <a:gd name="connsiteX110" fmla="*/ 4746485 w 12192000"/>
              <a:gd name="connsiteY110" fmla="*/ 2451769 h 3482342"/>
              <a:gd name="connsiteX111" fmla="*/ 4681588 w 12192000"/>
              <a:gd name="connsiteY111" fmla="*/ 2467494 h 3482342"/>
              <a:gd name="connsiteX112" fmla="*/ 1783655 w 12192000"/>
              <a:gd name="connsiteY112" fmla="*/ 3163860 h 3482342"/>
              <a:gd name="connsiteX113" fmla="*/ 1325955 w 12192000"/>
              <a:gd name="connsiteY113" fmla="*/ 3176692 h 3482342"/>
              <a:gd name="connsiteX114" fmla="*/ 1190384 w 12192000"/>
              <a:gd name="connsiteY114" fmla="*/ 3203504 h 3482342"/>
              <a:gd name="connsiteX115" fmla="*/ 1094537 w 12192000"/>
              <a:gd name="connsiteY115" fmla="*/ 3229469 h 3482342"/>
              <a:gd name="connsiteX116" fmla="*/ 779276 w 12192000"/>
              <a:gd name="connsiteY116" fmla="*/ 3327290 h 3482342"/>
              <a:gd name="connsiteX117" fmla="*/ 600378 w 12192000"/>
              <a:gd name="connsiteY117" fmla="*/ 3335250 h 3482342"/>
              <a:gd name="connsiteX118" fmla="*/ 493457 w 12192000"/>
              <a:gd name="connsiteY118" fmla="*/ 3365044 h 3482342"/>
              <a:gd name="connsiteX119" fmla="*/ 349402 w 12192000"/>
              <a:gd name="connsiteY119" fmla="*/ 3380897 h 3482342"/>
              <a:gd name="connsiteX120" fmla="*/ 192183 w 12192000"/>
              <a:gd name="connsiteY120" fmla="*/ 3460075 h 3482342"/>
              <a:gd name="connsiteX121" fmla="*/ 46713 w 12192000"/>
              <a:gd name="connsiteY121" fmla="*/ 3462986 h 3482342"/>
              <a:gd name="connsiteX122" fmla="*/ 2765 w 12192000"/>
              <a:gd name="connsiteY122" fmla="*/ 3480770 h 3482342"/>
              <a:gd name="connsiteX123" fmla="*/ 0 w 12192000"/>
              <a:gd name="connsiteY123" fmla="*/ 3482342 h 3482342"/>
              <a:gd name="connsiteX124" fmla="*/ 0 w 12192000"/>
              <a:gd name="connsiteY12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79242 w 12192000"/>
              <a:gd name="connsiteY27" fmla="*/ 1269215 h 3482342"/>
              <a:gd name="connsiteX28" fmla="*/ 10850998 w 12192000"/>
              <a:gd name="connsiteY28" fmla="*/ 1269215 h 3482342"/>
              <a:gd name="connsiteX29" fmla="*/ 10815658 w 12192000"/>
              <a:gd name="connsiteY29" fmla="*/ 1287849 h 3482342"/>
              <a:gd name="connsiteX30" fmla="*/ 10723900 w 12192000"/>
              <a:gd name="connsiteY30" fmla="*/ 1318642 h 3482342"/>
              <a:gd name="connsiteX31" fmla="*/ 10679906 w 12192000"/>
              <a:gd name="connsiteY31" fmla="*/ 1332049 h 3482342"/>
              <a:gd name="connsiteX32" fmla="*/ 10639834 w 12192000"/>
              <a:gd name="connsiteY32" fmla="*/ 1324989 h 3482342"/>
              <a:gd name="connsiteX33" fmla="*/ 10603863 w 12192000"/>
              <a:gd name="connsiteY33" fmla="*/ 1346886 h 3482342"/>
              <a:gd name="connsiteX34" fmla="*/ 10573203 w 12192000"/>
              <a:gd name="connsiteY34" fmla="*/ 1351996 h 3482342"/>
              <a:gd name="connsiteX35" fmla="*/ 10513263 w 12192000"/>
              <a:gd name="connsiteY35" fmla="*/ 1350756 h 3482342"/>
              <a:gd name="connsiteX36" fmla="*/ 10464012 w 12192000"/>
              <a:gd name="connsiteY36" fmla="*/ 1391778 h 3482342"/>
              <a:gd name="connsiteX37" fmla="*/ 10405409 w 12192000"/>
              <a:gd name="connsiteY37" fmla="*/ 1422789 h 3482342"/>
              <a:gd name="connsiteX38" fmla="*/ 10370530 w 12192000"/>
              <a:gd name="connsiteY38" fmla="*/ 1441596 h 3482342"/>
              <a:gd name="connsiteX39" fmla="*/ 10314361 w 12192000"/>
              <a:gd name="connsiteY39" fmla="*/ 1466924 h 3482342"/>
              <a:gd name="connsiteX40" fmla="*/ 10264922 w 12192000"/>
              <a:gd name="connsiteY40" fmla="*/ 1472107 h 3482342"/>
              <a:gd name="connsiteX41" fmla="*/ 10201385 w 12192000"/>
              <a:gd name="connsiteY41" fmla="*/ 1477515 h 3482342"/>
              <a:gd name="connsiteX42" fmla="*/ 10120184 w 12192000"/>
              <a:gd name="connsiteY42" fmla="*/ 1466924 h 3482342"/>
              <a:gd name="connsiteX43" fmla="*/ 10058690 w 12192000"/>
              <a:gd name="connsiteY43" fmla="*/ 1474888 h 3482342"/>
              <a:gd name="connsiteX44" fmla="*/ 10004424 w 12192000"/>
              <a:gd name="connsiteY44" fmla="*/ 1489801 h 3482342"/>
              <a:gd name="connsiteX45" fmla="*/ 9999951 w 12192000"/>
              <a:gd name="connsiteY45" fmla="*/ 1499127 h 3482342"/>
              <a:gd name="connsiteX46" fmla="*/ 9845462 w 12192000"/>
              <a:gd name="connsiteY46" fmla="*/ 1548192 h 3482342"/>
              <a:gd name="connsiteX47" fmla="*/ 9736156 w 12192000"/>
              <a:gd name="connsiteY47" fmla="*/ 1581928 h 3482342"/>
              <a:gd name="connsiteX48" fmla="*/ 9693355 w 12192000"/>
              <a:gd name="connsiteY48" fmla="*/ 1602632 h 3482342"/>
              <a:gd name="connsiteX49" fmla="*/ 9664242 w 12192000"/>
              <a:gd name="connsiteY49" fmla="*/ 1622075 h 3482342"/>
              <a:gd name="connsiteX50" fmla="*/ 9579195 w 12192000"/>
              <a:gd name="connsiteY50" fmla="*/ 1648017 h 3482342"/>
              <a:gd name="connsiteX51" fmla="*/ 9433652 w 12192000"/>
              <a:gd name="connsiteY51" fmla="*/ 1681174 h 3482342"/>
              <a:gd name="connsiteX52" fmla="*/ 9403775 w 12192000"/>
              <a:gd name="connsiteY52" fmla="*/ 1690403 h 3482342"/>
              <a:gd name="connsiteX53" fmla="*/ 9382503 w 12192000"/>
              <a:gd name="connsiteY53" fmla="*/ 1706957 h 3482342"/>
              <a:gd name="connsiteX54" fmla="*/ 9381410 w 12192000"/>
              <a:gd name="connsiteY54" fmla="*/ 1718312 h 3482342"/>
              <a:gd name="connsiteX55" fmla="*/ 9365685 w 12192000"/>
              <a:gd name="connsiteY55" fmla="*/ 1724772 h 3482342"/>
              <a:gd name="connsiteX56" fmla="*/ 9278020 w 12192000"/>
              <a:gd name="connsiteY56" fmla="*/ 1741161 h 3482342"/>
              <a:gd name="connsiteX57" fmla="*/ 9217145 w 12192000"/>
              <a:gd name="connsiteY57" fmla="*/ 1771195 h 3482342"/>
              <a:gd name="connsiteX58" fmla="*/ 8955875 w 12192000"/>
              <a:gd name="connsiteY58" fmla="*/ 1796806 h 3482342"/>
              <a:gd name="connsiteX59" fmla="*/ 8648415 w 12192000"/>
              <a:gd name="connsiteY59" fmla="*/ 1878623 h 3482342"/>
              <a:gd name="connsiteX60" fmla="*/ 8495949 w 12192000"/>
              <a:gd name="connsiteY60" fmla="*/ 1902425 h 3482342"/>
              <a:gd name="connsiteX61" fmla="*/ 8236214 w 12192000"/>
              <a:gd name="connsiteY61" fmla="*/ 190972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41837 w 12192000"/>
              <a:gd name="connsiteY71" fmla="*/ 1840640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686657 w 12192000"/>
              <a:gd name="connsiteY77" fmla="*/ 1907344 h 3482342"/>
              <a:gd name="connsiteX78" fmla="*/ 6651330 w 12192000"/>
              <a:gd name="connsiteY78" fmla="*/ 1922921 h 3482342"/>
              <a:gd name="connsiteX79" fmla="*/ 6622958 w 12192000"/>
              <a:gd name="connsiteY79" fmla="*/ 1936255 h 3482342"/>
              <a:gd name="connsiteX80" fmla="*/ 6522602 w 12192000"/>
              <a:gd name="connsiteY80" fmla="*/ 1954133 h 3482342"/>
              <a:gd name="connsiteX81" fmla="*/ 6444344 w 12192000"/>
              <a:gd name="connsiteY81" fmla="*/ 1969663 h 3482342"/>
              <a:gd name="connsiteX82" fmla="*/ 6409626 w 12192000"/>
              <a:gd name="connsiteY82" fmla="*/ 1978846 h 3482342"/>
              <a:gd name="connsiteX83" fmla="*/ 6333446 w 12192000"/>
              <a:gd name="connsiteY83" fmla="*/ 1997163 h 3482342"/>
              <a:gd name="connsiteX84" fmla="*/ 6294933 w 12192000"/>
              <a:gd name="connsiteY84" fmla="*/ 2019412 h 3482342"/>
              <a:gd name="connsiteX85" fmla="*/ 6238719 w 12192000"/>
              <a:gd name="connsiteY85" fmla="*/ 2042547 h 3482342"/>
              <a:gd name="connsiteX86" fmla="*/ 6187205 w 12192000"/>
              <a:gd name="connsiteY86" fmla="*/ 2060048 h 3482342"/>
              <a:gd name="connsiteX87" fmla="*/ 6138780 w 12192000"/>
              <a:gd name="connsiteY87" fmla="*/ 2081918 h 3482342"/>
              <a:gd name="connsiteX88" fmla="*/ 6120125 w 12192000"/>
              <a:gd name="connsiteY88" fmla="*/ 2109475 h 3482342"/>
              <a:gd name="connsiteX89" fmla="*/ 6056576 w 12192000"/>
              <a:gd name="connsiteY89" fmla="*/ 2120066 h 3482342"/>
              <a:gd name="connsiteX90" fmla="*/ 5993794 w 12192000"/>
              <a:gd name="connsiteY90" fmla="*/ 2122569 h 3482342"/>
              <a:gd name="connsiteX91" fmla="*/ 5943601 w 12192000"/>
              <a:gd name="connsiteY91" fmla="*/ 2137719 h 3482342"/>
              <a:gd name="connsiteX92" fmla="*/ 5898141 w 12192000"/>
              <a:gd name="connsiteY92" fmla="*/ 2144806 h 3482342"/>
              <a:gd name="connsiteX93" fmla="*/ 5855337 w 12192000"/>
              <a:gd name="connsiteY93" fmla="*/ 2137719 h 3482342"/>
              <a:gd name="connsiteX94" fmla="*/ 5817682 w 12192000"/>
              <a:gd name="connsiteY94" fmla="*/ 2157358 h 3482342"/>
              <a:gd name="connsiteX95" fmla="*/ 5735300 w 12192000"/>
              <a:gd name="connsiteY95" fmla="*/ 2158902 h 3482342"/>
              <a:gd name="connsiteX96" fmla="*/ 5591469 w 12192000"/>
              <a:gd name="connsiteY96" fmla="*/ 2178389 h 3482342"/>
              <a:gd name="connsiteX97" fmla="*/ 5505818 w 12192000"/>
              <a:gd name="connsiteY97" fmla="*/ 2194207 h 3482342"/>
              <a:gd name="connsiteX98" fmla="*/ 5452860 w 12192000"/>
              <a:gd name="connsiteY98" fmla="*/ 2180085 h 3482342"/>
              <a:gd name="connsiteX99" fmla="*/ 5414282 w 12192000"/>
              <a:gd name="connsiteY99" fmla="*/ 2183070 h 3482342"/>
              <a:gd name="connsiteX100" fmla="*/ 5368369 w 12192000"/>
              <a:gd name="connsiteY100" fmla="*/ 2204272 h 3482342"/>
              <a:gd name="connsiteX101" fmla="*/ 5336354 w 12192000"/>
              <a:gd name="connsiteY101" fmla="*/ 2218920 h 3482342"/>
              <a:gd name="connsiteX102" fmla="*/ 5291263 w 12192000"/>
              <a:gd name="connsiteY102" fmla="*/ 2239182 h 3482342"/>
              <a:gd name="connsiteX103" fmla="*/ 5255152 w 12192000"/>
              <a:gd name="connsiteY103" fmla="*/ 2247164 h 3482342"/>
              <a:gd name="connsiteX104" fmla="*/ 5233796 w 12192000"/>
              <a:gd name="connsiteY104" fmla="*/ 2268260 h 3482342"/>
              <a:gd name="connsiteX105" fmla="*/ 5212786 w 12192000"/>
              <a:gd name="connsiteY105" fmla="*/ 2296592 h 3482342"/>
              <a:gd name="connsiteX106" fmla="*/ 5173523 w 12192000"/>
              <a:gd name="connsiteY106" fmla="*/ 2309057 h 3482342"/>
              <a:gd name="connsiteX107" fmla="*/ 5123830 w 12192000"/>
              <a:gd name="connsiteY107" fmla="*/ 2307070 h 3482342"/>
              <a:gd name="connsiteX108" fmla="*/ 5065426 w 12192000"/>
              <a:gd name="connsiteY108" fmla="*/ 2324076 h 3482342"/>
              <a:gd name="connsiteX109" fmla="*/ 4975908 w 12192000"/>
              <a:gd name="connsiteY109" fmla="*/ 2364128 h 3482342"/>
              <a:gd name="connsiteX110" fmla="*/ 4913723 w 12192000"/>
              <a:gd name="connsiteY110" fmla="*/ 2385265 h 3482342"/>
              <a:gd name="connsiteX111" fmla="*/ 4746485 w 12192000"/>
              <a:gd name="connsiteY111" fmla="*/ 2451769 h 3482342"/>
              <a:gd name="connsiteX112" fmla="*/ 4681588 w 12192000"/>
              <a:gd name="connsiteY112" fmla="*/ 2467494 h 3482342"/>
              <a:gd name="connsiteX113" fmla="*/ 1783655 w 12192000"/>
              <a:gd name="connsiteY113" fmla="*/ 3163860 h 3482342"/>
              <a:gd name="connsiteX114" fmla="*/ 1325955 w 12192000"/>
              <a:gd name="connsiteY114" fmla="*/ 3176692 h 3482342"/>
              <a:gd name="connsiteX115" fmla="*/ 1190384 w 12192000"/>
              <a:gd name="connsiteY115" fmla="*/ 3203504 h 3482342"/>
              <a:gd name="connsiteX116" fmla="*/ 1094537 w 12192000"/>
              <a:gd name="connsiteY116" fmla="*/ 3229469 h 3482342"/>
              <a:gd name="connsiteX117" fmla="*/ 779276 w 12192000"/>
              <a:gd name="connsiteY117" fmla="*/ 3327290 h 3482342"/>
              <a:gd name="connsiteX118" fmla="*/ 600378 w 12192000"/>
              <a:gd name="connsiteY118" fmla="*/ 3335250 h 3482342"/>
              <a:gd name="connsiteX119" fmla="*/ 493457 w 12192000"/>
              <a:gd name="connsiteY119" fmla="*/ 3365044 h 3482342"/>
              <a:gd name="connsiteX120" fmla="*/ 349402 w 12192000"/>
              <a:gd name="connsiteY120" fmla="*/ 3380897 h 3482342"/>
              <a:gd name="connsiteX121" fmla="*/ 192183 w 12192000"/>
              <a:gd name="connsiteY121" fmla="*/ 3460075 h 3482342"/>
              <a:gd name="connsiteX122" fmla="*/ 46713 w 12192000"/>
              <a:gd name="connsiteY122" fmla="*/ 3462986 h 3482342"/>
              <a:gd name="connsiteX123" fmla="*/ 2765 w 12192000"/>
              <a:gd name="connsiteY123" fmla="*/ 3480770 h 3482342"/>
              <a:gd name="connsiteX124" fmla="*/ 0 w 12192000"/>
              <a:gd name="connsiteY124" fmla="*/ 3482342 h 3482342"/>
              <a:gd name="connsiteX125" fmla="*/ 0 w 12192000"/>
              <a:gd name="connsiteY12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14361 w 12192000"/>
              <a:gd name="connsiteY40" fmla="*/ 1466924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51958 w 12192000"/>
              <a:gd name="connsiteY43" fmla="*/ 1477515 h 3482342"/>
              <a:gd name="connsiteX44" fmla="*/ 10120184 w 12192000"/>
              <a:gd name="connsiteY44" fmla="*/ 1466924 h 3482342"/>
              <a:gd name="connsiteX45" fmla="*/ 10058690 w 12192000"/>
              <a:gd name="connsiteY45" fmla="*/ 1474888 h 3482342"/>
              <a:gd name="connsiteX46" fmla="*/ 10004424 w 12192000"/>
              <a:gd name="connsiteY46" fmla="*/ 1489801 h 3482342"/>
              <a:gd name="connsiteX47" fmla="*/ 9999951 w 12192000"/>
              <a:gd name="connsiteY47" fmla="*/ 1499127 h 3482342"/>
              <a:gd name="connsiteX48" fmla="*/ 9845462 w 12192000"/>
              <a:gd name="connsiteY48" fmla="*/ 1548192 h 3482342"/>
              <a:gd name="connsiteX49" fmla="*/ 9736156 w 12192000"/>
              <a:gd name="connsiteY49" fmla="*/ 1581928 h 3482342"/>
              <a:gd name="connsiteX50" fmla="*/ 9693355 w 12192000"/>
              <a:gd name="connsiteY50" fmla="*/ 1602632 h 3482342"/>
              <a:gd name="connsiteX51" fmla="*/ 9664242 w 12192000"/>
              <a:gd name="connsiteY51" fmla="*/ 1622075 h 3482342"/>
              <a:gd name="connsiteX52" fmla="*/ 9579195 w 12192000"/>
              <a:gd name="connsiteY52" fmla="*/ 1648017 h 3482342"/>
              <a:gd name="connsiteX53" fmla="*/ 9433652 w 12192000"/>
              <a:gd name="connsiteY53" fmla="*/ 1681174 h 3482342"/>
              <a:gd name="connsiteX54" fmla="*/ 9403775 w 12192000"/>
              <a:gd name="connsiteY54" fmla="*/ 1690403 h 3482342"/>
              <a:gd name="connsiteX55" fmla="*/ 9382503 w 12192000"/>
              <a:gd name="connsiteY55" fmla="*/ 1706957 h 3482342"/>
              <a:gd name="connsiteX56" fmla="*/ 9381410 w 12192000"/>
              <a:gd name="connsiteY56" fmla="*/ 1718312 h 3482342"/>
              <a:gd name="connsiteX57" fmla="*/ 9365685 w 12192000"/>
              <a:gd name="connsiteY57" fmla="*/ 1724772 h 3482342"/>
              <a:gd name="connsiteX58" fmla="*/ 9278020 w 12192000"/>
              <a:gd name="connsiteY58" fmla="*/ 1741161 h 3482342"/>
              <a:gd name="connsiteX59" fmla="*/ 9217145 w 12192000"/>
              <a:gd name="connsiteY59" fmla="*/ 1771195 h 3482342"/>
              <a:gd name="connsiteX60" fmla="*/ 8955875 w 12192000"/>
              <a:gd name="connsiteY60" fmla="*/ 1796806 h 3482342"/>
              <a:gd name="connsiteX61" fmla="*/ 8648415 w 12192000"/>
              <a:gd name="connsiteY61" fmla="*/ 1878623 h 3482342"/>
              <a:gd name="connsiteX62" fmla="*/ 8495949 w 12192000"/>
              <a:gd name="connsiteY62" fmla="*/ 1902425 h 3482342"/>
              <a:gd name="connsiteX63" fmla="*/ 8236214 w 12192000"/>
              <a:gd name="connsiteY63" fmla="*/ 1909725 h 3482342"/>
              <a:gd name="connsiteX64" fmla="*/ 8132104 w 12192000"/>
              <a:gd name="connsiteY64" fmla="*/ 1895727 h 3482342"/>
              <a:gd name="connsiteX65" fmla="*/ 7918078 w 12192000"/>
              <a:gd name="connsiteY65" fmla="*/ 1862668 h 3482342"/>
              <a:gd name="connsiteX66" fmla="*/ 7817899 w 12192000"/>
              <a:gd name="connsiteY66" fmla="*/ 1862176 h 3482342"/>
              <a:gd name="connsiteX67" fmla="*/ 7768994 w 12192000"/>
              <a:gd name="connsiteY67" fmla="*/ 1855721 h 3482342"/>
              <a:gd name="connsiteX68" fmla="*/ 7618027 w 12192000"/>
              <a:gd name="connsiteY68" fmla="*/ 1830959 h 3482342"/>
              <a:gd name="connsiteX69" fmla="*/ 7449425 w 12192000"/>
              <a:gd name="connsiteY69" fmla="*/ 1810910 h 3482342"/>
              <a:gd name="connsiteX70" fmla="*/ 7342915 w 12192000"/>
              <a:gd name="connsiteY70" fmla="*/ 1819827 h 3482342"/>
              <a:gd name="connsiteX71" fmla="*/ 7255191 w 12192000"/>
              <a:gd name="connsiteY71" fmla="*/ 1834354 h 3482342"/>
              <a:gd name="connsiteX72" fmla="*/ 7131205 w 12192000"/>
              <a:gd name="connsiteY72" fmla="*/ 1845557 h 3482342"/>
              <a:gd name="connsiteX73" fmla="*/ 6941837 w 12192000"/>
              <a:gd name="connsiteY73" fmla="*/ 1840640 h 3482342"/>
              <a:gd name="connsiteX74" fmla="*/ 6837145 w 12192000"/>
              <a:gd name="connsiteY74" fmla="*/ 1870724 h 3482342"/>
              <a:gd name="connsiteX75" fmla="*/ 6753991 w 12192000"/>
              <a:gd name="connsiteY75" fmla="*/ 1860969 h 3482342"/>
              <a:gd name="connsiteX76" fmla="*/ 6727754 w 12192000"/>
              <a:gd name="connsiteY76" fmla="*/ 1882372 h 3482342"/>
              <a:gd name="connsiteX77" fmla="*/ 6723371 w 12192000"/>
              <a:gd name="connsiteY77" fmla="*/ 1886494 h 3482342"/>
              <a:gd name="connsiteX78" fmla="*/ 6702779 w 12192000"/>
              <a:gd name="connsiteY78" fmla="*/ 1893601 h 3482342"/>
              <a:gd name="connsiteX79" fmla="*/ 6686657 w 12192000"/>
              <a:gd name="connsiteY79" fmla="*/ 1907344 h 3482342"/>
              <a:gd name="connsiteX80" fmla="*/ 6651330 w 12192000"/>
              <a:gd name="connsiteY80" fmla="*/ 1922921 h 3482342"/>
              <a:gd name="connsiteX81" fmla="*/ 6622958 w 12192000"/>
              <a:gd name="connsiteY81" fmla="*/ 1936255 h 3482342"/>
              <a:gd name="connsiteX82" fmla="*/ 6522602 w 12192000"/>
              <a:gd name="connsiteY82" fmla="*/ 1954133 h 3482342"/>
              <a:gd name="connsiteX83" fmla="*/ 6444344 w 12192000"/>
              <a:gd name="connsiteY83" fmla="*/ 1969663 h 3482342"/>
              <a:gd name="connsiteX84" fmla="*/ 6409626 w 12192000"/>
              <a:gd name="connsiteY84" fmla="*/ 1978846 h 3482342"/>
              <a:gd name="connsiteX85" fmla="*/ 6333446 w 12192000"/>
              <a:gd name="connsiteY85" fmla="*/ 1997163 h 3482342"/>
              <a:gd name="connsiteX86" fmla="*/ 6294933 w 12192000"/>
              <a:gd name="connsiteY86" fmla="*/ 2019412 h 3482342"/>
              <a:gd name="connsiteX87" fmla="*/ 6238719 w 12192000"/>
              <a:gd name="connsiteY87" fmla="*/ 2042547 h 3482342"/>
              <a:gd name="connsiteX88" fmla="*/ 6187205 w 12192000"/>
              <a:gd name="connsiteY88" fmla="*/ 2060048 h 3482342"/>
              <a:gd name="connsiteX89" fmla="*/ 6138780 w 12192000"/>
              <a:gd name="connsiteY89" fmla="*/ 2081918 h 3482342"/>
              <a:gd name="connsiteX90" fmla="*/ 6120125 w 12192000"/>
              <a:gd name="connsiteY90" fmla="*/ 2109475 h 3482342"/>
              <a:gd name="connsiteX91" fmla="*/ 6056576 w 12192000"/>
              <a:gd name="connsiteY91" fmla="*/ 2120066 h 3482342"/>
              <a:gd name="connsiteX92" fmla="*/ 5993794 w 12192000"/>
              <a:gd name="connsiteY92" fmla="*/ 2122569 h 3482342"/>
              <a:gd name="connsiteX93" fmla="*/ 5943601 w 12192000"/>
              <a:gd name="connsiteY93" fmla="*/ 2137719 h 3482342"/>
              <a:gd name="connsiteX94" fmla="*/ 5898141 w 12192000"/>
              <a:gd name="connsiteY94" fmla="*/ 2144806 h 3482342"/>
              <a:gd name="connsiteX95" fmla="*/ 5855337 w 12192000"/>
              <a:gd name="connsiteY95" fmla="*/ 2137719 h 3482342"/>
              <a:gd name="connsiteX96" fmla="*/ 5817682 w 12192000"/>
              <a:gd name="connsiteY96" fmla="*/ 2157358 h 3482342"/>
              <a:gd name="connsiteX97" fmla="*/ 5735300 w 12192000"/>
              <a:gd name="connsiteY97" fmla="*/ 2158902 h 3482342"/>
              <a:gd name="connsiteX98" fmla="*/ 5591469 w 12192000"/>
              <a:gd name="connsiteY98" fmla="*/ 2178389 h 3482342"/>
              <a:gd name="connsiteX99" fmla="*/ 5505818 w 12192000"/>
              <a:gd name="connsiteY99" fmla="*/ 2194207 h 3482342"/>
              <a:gd name="connsiteX100" fmla="*/ 5452860 w 12192000"/>
              <a:gd name="connsiteY100" fmla="*/ 2180085 h 3482342"/>
              <a:gd name="connsiteX101" fmla="*/ 5414282 w 12192000"/>
              <a:gd name="connsiteY101" fmla="*/ 2183070 h 3482342"/>
              <a:gd name="connsiteX102" fmla="*/ 5368369 w 12192000"/>
              <a:gd name="connsiteY102" fmla="*/ 2204272 h 3482342"/>
              <a:gd name="connsiteX103" fmla="*/ 5336354 w 12192000"/>
              <a:gd name="connsiteY103" fmla="*/ 2218920 h 3482342"/>
              <a:gd name="connsiteX104" fmla="*/ 5291263 w 12192000"/>
              <a:gd name="connsiteY104" fmla="*/ 2239182 h 3482342"/>
              <a:gd name="connsiteX105" fmla="*/ 5255152 w 12192000"/>
              <a:gd name="connsiteY105" fmla="*/ 2247164 h 3482342"/>
              <a:gd name="connsiteX106" fmla="*/ 5233796 w 12192000"/>
              <a:gd name="connsiteY106" fmla="*/ 2268260 h 3482342"/>
              <a:gd name="connsiteX107" fmla="*/ 5212786 w 12192000"/>
              <a:gd name="connsiteY107" fmla="*/ 2296592 h 3482342"/>
              <a:gd name="connsiteX108" fmla="*/ 5173523 w 12192000"/>
              <a:gd name="connsiteY108" fmla="*/ 2309057 h 3482342"/>
              <a:gd name="connsiteX109" fmla="*/ 5123830 w 12192000"/>
              <a:gd name="connsiteY109" fmla="*/ 2307070 h 3482342"/>
              <a:gd name="connsiteX110" fmla="*/ 5065426 w 12192000"/>
              <a:gd name="connsiteY110" fmla="*/ 2324076 h 3482342"/>
              <a:gd name="connsiteX111" fmla="*/ 4975908 w 12192000"/>
              <a:gd name="connsiteY111" fmla="*/ 2364128 h 3482342"/>
              <a:gd name="connsiteX112" fmla="*/ 4913723 w 12192000"/>
              <a:gd name="connsiteY112" fmla="*/ 2385265 h 3482342"/>
              <a:gd name="connsiteX113" fmla="*/ 4746485 w 12192000"/>
              <a:gd name="connsiteY113" fmla="*/ 2451769 h 3482342"/>
              <a:gd name="connsiteX114" fmla="*/ 4681588 w 12192000"/>
              <a:gd name="connsiteY114" fmla="*/ 2467494 h 3482342"/>
              <a:gd name="connsiteX115" fmla="*/ 1783655 w 12192000"/>
              <a:gd name="connsiteY115" fmla="*/ 3163860 h 3482342"/>
              <a:gd name="connsiteX116" fmla="*/ 1325955 w 12192000"/>
              <a:gd name="connsiteY116" fmla="*/ 3176692 h 3482342"/>
              <a:gd name="connsiteX117" fmla="*/ 1190384 w 12192000"/>
              <a:gd name="connsiteY117" fmla="*/ 3203504 h 3482342"/>
              <a:gd name="connsiteX118" fmla="*/ 1094537 w 12192000"/>
              <a:gd name="connsiteY118" fmla="*/ 3229469 h 3482342"/>
              <a:gd name="connsiteX119" fmla="*/ 779276 w 12192000"/>
              <a:gd name="connsiteY119" fmla="*/ 3327290 h 3482342"/>
              <a:gd name="connsiteX120" fmla="*/ 600378 w 12192000"/>
              <a:gd name="connsiteY120" fmla="*/ 3335250 h 3482342"/>
              <a:gd name="connsiteX121" fmla="*/ 493457 w 12192000"/>
              <a:gd name="connsiteY121" fmla="*/ 3365044 h 3482342"/>
              <a:gd name="connsiteX122" fmla="*/ 349402 w 12192000"/>
              <a:gd name="connsiteY122" fmla="*/ 3380897 h 3482342"/>
              <a:gd name="connsiteX123" fmla="*/ 192183 w 12192000"/>
              <a:gd name="connsiteY123" fmla="*/ 3460075 h 3482342"/>
              <a:gd name="connsiteX124" fmla="*/ 46713 w 12192000"/>
              <a:gd name="connsiteY124" fmla="*/ 3462986 h 3482342"/>
              <a:gd name="connsiteX125" fmla="*/ 2765 w 12192000"/>
              <a:gd name="connsiteY125" fmla="*/ 3480770 h 3482342"/>
              <a:gd name="connsiteX126" fmla="*/ 0 w 12192000"/>
              <a:gd name="connsiteY126" fmla="*/ 3482342 h 3482342"/>
              <a:gd name="connsiteX127" fmla="*/ 0 w 12192000"/>
              <a:gd name="connsiteY12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29629 w 12192000"/>
              <a:gd name="connsiteY42" fmla="*/ 1470454 h 3482342"/>
              <a:gd name="connsiteX43" fmla="*/ 10201385 w 12192000"/>
              <a:gd name="connsiteY43" fmla="*/ 1477515 h 3482342"/>
              <a:gd name="connsiteX44" fmla="*/ 10151958 w 12192000"/>
              <a:gd name="connsiteY44" fmla="*/ 1477515 h 3482342"/>
              <a:gd name="connsiteX45" fmla="*/ 10120184 w 12192000"/>
              <a:gd name="connsiteY45" fmla="*/ 1466924 h 3482342"/>
              <a:gd name="connsiteX46" fmla="*/ 10058690 w 12192000"/>
              <a:gd name="connsiteY46" fmla="*/ 1474888 h 3482342"/>
              <a:gd name="connsiteX47" fmla="*/ 10004424 w 12192000"/>
              <a:gd name="connsiteY47" fmla="*/ 1489801 h 3482342"/>
              <a:gd name="connsiteX48" fmla="*/ 9999951 w 12192000"/>
              <a:gd name="connsiteY48" fmla="*/ 1499127 h 3482342"/>
              <a:gd name="connsiteX49" fmla="*/ 9845462 w 12192000"/>
              <a:gd name="connsiteY49" fmla="*/ 1548192 h 3482342"/>
              <a:gd name="connsiteX50" fmla="*/ 9736156 w 12192000"/>
              <a:gd name="connsiteY50" fmla="*/ 1581928 h 3482342"/>
              <a:gd name="connsiteX51" fmla="*/ 9693355 w 12192000"/>
              <a:gd name="connsiteY51" fmla="*/ 1602632 h 3482342"/>
              <a:gd name="connsiteX52" fmla="*/ 9664242 w 12192000"/>
              <a:gd name="connsiteY52" fmla="*/ 1622075 h 3482342"/>
              <a:gd name="connsiteX53" fmla="*/ 9579195 w 12192000"/>
              <a:gd name="connsiteY53" fmla="*/ 1648017 h 3482342"/>
              <a:gd name="connsiteX54" fmla="*/ 9433652 w 12192000"/>
              <a:gd name="connsiteY54" fmla="*/ 1681174 h 3482342"/>
              <a:gd name="connsiteX55" fmla="*/ 9403775 w 12192000"/>
              <a:gd name="connsiteY55" fmla="*/ 1690403 h 3482342"/>
              <a:gd name="connsiteX56" fmla="*/ 9382503 w 12192000"/>
              <a:gd name="connsiteY56" fmla="*/ 1706957 h 3482342"/>
              <a:gd name="connsiteX57" fmla="*/ 9381410 w 12192000"/>
              <a:gd name="connsiteY57" fmla="*/ 1718312 h 3482342"/>
              <a:gd name="connsiteX58" fmla="*/ 9365685 w 12192000"/>
              <a:gd name="connsiteY58" fmla="*/ 1724772 h 3482342"/>
              <a:gd name="connsiteX59" fmla="*/ 9278020 w 12192000"/>
              <a:gd name="connsiteY59" fmla="*/ 1741161 h 3482342"/>
              <a:gd name="connsiteX60" fmla="*/ 9217145 w 12192000"/>
              <a:gd name="connsiteY60" fmla="*/ 1771195 h 3482342"/>
              <a:gd name="connsiteX61" fmla="*/ 8955875 w 12192000"/>
              <a:gd name="connsiteY61" fmla="*/ 1796806 h 3482342"/>
              <a:gd name="connsiteX62" fmla="*/ 8648415 w 12192000"/>
              <a:gd name="connsiteY62" fmla="*/ 1878623 h 3482342"/>
              <a:gd name="connsiteX63" fmla="*/ 8495949 w 12192000"/>
              <a:gd name="connsiteY63" fmla="*/ 1902425 h 3482342"/>
              <a:gd name="connsiteX64" fmla="*/ 8236214 w 12192000"/>
              <a:gd name="connsiteY64" fmla="*/ 1909725 h 3482342"/>
              <a:gd name="connsiteX65" fmla="*/ 8132104 w 12192000"/>
              <a:gd name="connsiteY65" fmla="*/ 1895727 h 3482342"/>
              <a:gd name="connsiteX66" fmla="*/ 7918078 w 12192000"/>
              <a:gd name="connsiteY66" fmla="*/ 1862668 h 3482342"/>
              <a:gd name="connsiteX67" fmla="*/ 7817899 w 12192000"/>
              <a:gd name="connsiteY67" fmla="*/ 1862176 h 3482342"/>
              <a:gd name="connsiteX68" fmla="*/ 7768994 w 12192000"/>
              <a:gd name="connsiteY68" fmla="*/ 1855721 h 3482342"/>
              <a:gd name="connsiteX69" fmla="*/ 7618027 w 12192000"/>
              <a:gd name="connsiteY69" fmla="*/ 1830959 h 3482342"/>
              <a:gd name="connsiteX70" fmla="*/ 7449425 w 12192000"/>
              <a:gd name="connsiteY70" fmla="*/ 1810910 h 3482342"/>
              <a:gd name="connsiteX71" fmla="*/ 7342915 w 12192000"/>
              <a:gd name="connsiteY71" fmla="*/ 1819827 h 3482342"/>
              <a:gd name="connsiteX72" fmla="*/ 7255191 w 12192000"/>
              <a:gd name="connsiteY72" fmla="*/ 1834354 h 3482342"/>
              <a:gd name="connsiteX73" fmla="*/ 7131205 w 12192000"/>
              <a:gd name="connsiteY73" fmla="*/ 1845557 h 3482342"/>
              <a:gd name="connsiteX74" fmla="*/ 6941837 w 12192000"/>
              <a:gd name="connsiteY74" fmla="*/ 1840640 h 3482342"/>
              <a:gd name="connsiteX75" fmla="*/ 6837145 w 12192000"/>
              <a:gd name="connsiteY75" fmla="*/ 1870724 h 3482342"/>
              <a:gd name="connsiteX76" fmla="*/ 6753991 w 12192000"/>
              <a:gd name="connsiteY76" fmla="*/ 1860969 h 3482342"/>
              <a:gd name="connsiteX77" fmla="*/ 6727754 w 12192000"/>
              <a:gd name="connsiteY77" fmla="*/ 1882372 h 3482342"/>
              <a:gd name="connsiteX78" fmla="*/ 6723371 w 12192000"/>
              <a:gd name="connsiteY78" fmla="*/ 1886494 h 3482342"/>
              <a:gd name="connsiteX79" fmla="*/ 6702779 w 12192000"/>
              <a:gd name="connsiteY79" fmla="*/ 1893601 h 3482342"/>
              <a:gd name="connsiteX80" fmla="*/ 6686657 w 12192000"/>
              <a:gd name="connsiteY80" fmla="*/ 1907344 h 3482342"/>
              <a:gd name="connsiteX81" fmla="*/ 6651330 w 12192000"/>
              <a:gd name="connsiteY81" fmla="*/ 1922921 h 3482342"/>
              <a:gd name="connsiteX82" fmla="*/ 6622958 w 12192000"/>
              <a:gd name="connsiteY82" fmla="*/ 1936255 h 3482342"/>
              <a:gd name="connsiteX83" fmla="*/ 6522602 w 12192000"/>
              <a:gd name="connsiteY83" fmla="*/ 1954133 h 3482342"/>
              <a:gd name="connsiteX84" fmla="*/ 6444344 w 12192000"/>
              <a:gd name="connsiteY84" fmla="*/ 1969663 h 3482342"/>
              <a:gd name="connsiteX85" fmla="*/ 6409626 w 12192000"/>
              <a:gd name="connsiteY85" fmla="*/ 1978846 h 3482342"/>
              <a:gd name="connsiteX86" fmla="*/ 6333446 w 12192000"/>
              <a:gd name="connsiteY86" fmla="*/ 1997163 h 3482342"/>
              <a:gd name="connsiteX87" fmla="*/ 6294933 w 12192000"/>
              <a:gd name="connsiteY87" fmla="*/ 2019412 h 3482342"/>
              <a:gd name="connsiteX88" fmla="*/ 6238719 w 12192000"/>
              <a:gd name="connsiteY88" fmla="*/ 2042547 h 3482342"/>
              <a:gd name="connsiteX89" fmla="*/ 6187205 w 12192000"/>
              <a:gd name="connsiteY89" fmla="*/ 2060048 h 3482342"/>
              <a:gd name="connsiteX90" fmla="*/ 6138780 w 12192000"/>
              <a:gd name="connsiteY90" fmla="*/ 2081918 h 3482342"/>
              <a:gd name="connsiteX91" fmla="*/ 6120125 w 12192000"/>
              <a:gd name="connsiteY91" fmla="*/ 2109475 h 3482342"/>
              <a:gd name="connsiteX92" fmla="*/ 6056576 w 12192000"/>
              <a:gd name="connsiteY92" fmla="*/ 2120066 h 3482342"/>
              <a:gd name="connsiteX93" fmla="*/ 5993794 w 12192000"/>
              <a:gd name="connsiteY93" fmla="*/ 2122569 h 3482342"/>
              <a:gd name="connsiteX94" fmla="*/ 5943601 w 12192000"/>
              <a:gd name="connsiteY94" fmla="*/ 2137719 h 3482342"/>
              <a:gd name="connsiteX95" fmla="*/ 5898141 w 12192000"/>
              <a:gd name="connsiteY95" fmla="*/ 2144806 h 3482342"/>
              <a:gd name="connsiteX96" fmla="*/ 5855337 w 12192000"/>
              <a:gd name="connsiteY96" fmla="*/ 2137719 h 3482342"/>
              <a:gd name="connsiteX97" fmla="*/ 5817682 w 12192000"/>
              <a:gd name="connsiteY97" fmla="*/ 2157358 h 3482342"/>
              <a:gd name="connsiteX98" fmla="*/ 5735300 w 12192000"/>
              <a:gd name="connsiteY98" fmla="*/ 2158902 h 3482342"/>
              <a:gd name="connsiteX99" fmla="*/ 5591469 w 12192000"/>
              <a:gd name="connsiteY99" fmla="*/ 2178389 h 3482342"/>
              <a:gd name="connsiteX100" fmla="*/ 5505818 w 12192000"/>
              <a:gd name="connsiteY100" fmla="*/ 2194207 h 3482342"/>
              <a:gd name="connsiteX101" fmla="*/ 5452860 w 12192000"/>
              <a:gd name="connsiteY101" fmla="*/ 2180085 h 3482342"/>
              <a:gd name="connsiteX102" fmla="*/ 5414282 w 12192000"/>
              <a:gd name="connsiteY102" fmla="*/ 2183070 h 3482342"/>
              <a:gd name="connsiteX103" fmla="*/ 5368369 w 12192000"/>
              <a:gd name="connsiteY103" fmla="*/ 2204272 h 3482342"/>
              <a:gd name="connsiteX104" fmla="*/ 5336354 w 12192000"/>
              <a:gd name="connsiteY104" fmla="*/ 2218920 h 3482342"/>
              <a:gd name="connsiteX105" fmla="*/ 5291263 w 12192000"/>
              <a:gd name="connsiteY105" fmla="*/ 2239182 h 3482342"/>
              <a:gd name="connsiteX106" fmla="*/ 5255152 w 12192000"/>
              <a:gd name="connsiteY106" fmla="*/ 2247164 h 3482342"/>
              <a:gd name="connsiteX107" fmla="*/ 5233796 w 12192000"/>
              <a:gd name="connsiteY107" fmla="*/ 2268260 h 3482342"/>
              <a:gd name="connsiteX108" fmla="*/ 5212786 w 12192000"/>
              <a:gd name="connsiteY108" fmla="*/ 2296592 h 3482342"/>
              <a:gd name="connsiteX109" fmla="*/ 5173523 w 12192000"/>
              <a:gd name="connsiteY109" fmla="*/ 2309057 h 3482342"/>
              <a:gd name="connsiteX110" fmla="*/ 5123830 w 12192000"/>
              <a:gd name="connsiteY110" fmla="*/ 2307070 h 3482342"/>
              <a:gd name="connsiteX111" fmla="*/ 5065426 w 12192000"/>
              <a:gd name="connsiteY111" fmla="*/ 2324076 h 3482342"/>
              <a:gd name="connsiteX112" fmla="*/ 4975908 w 12192000"/>
              <a:gd name="connsiteY112" fmla="*/ 2364128 h 3482342"/>
              <a:gd name="connsiteX113" fmla="*/ 4913723 w 12192000"/>
              <a:gd name="connsiteY113" fmla="*/ 2385265 h 3482342"/>
              <a:gd name="connsiteX114" fmla="*/ 4746485 w 12192000"/>
              <a:gd name="connsiteY114" fmla="*/ 2451769 h 3482342"/>
              <a:gd name="connsiteX115" fmla="*/ 4681588 w 12192000"/>
              <a:gd name="connsiteY115" fmla="*/ 2467494 h 3482342"/>
              <a:gd name="connsiteX116" fmla="*/ 1783655 w 12192000"/>
              <a:gd name="connsiteY116" fmla="*/ 3163860 h 3482342"/>
              <a:gd name="connsiteX117" fmla="*/ 1325955 w 12192000"/>
              <a:gd name="connsiteY117" fmla="*/ 3176692 h 3482342"/>
              <a:gd name="connsiteX118" fmla="*/ 1190384 w 12192000"/>
              <a:gd name="connsiteY118" fmla="*/ 3203504 h 3482342"/>
              <a:gd name="connsiteX119" fmla="*/ 1094537 w 12192000"/>
              <a:gd name="connsiteY119" fmla="*/ 3229469 h 3482342"/>
              <a:gd name="connsiteX120" fmla="*/ 779276 w 12192000"/>
              <a:gd name="connsiteY120" fmla="*/ 3327290 h 3482342"/>
              <a:gd name="connsiteX121" fmla="*/ 600378 w 12192000"/>
              <a:gd name="connsiteY121" fmla="*/ 3335250 h 3482342"/>
              <a:gd name="connsiteX122" fmla="*/ 493457 w 12192000"/>
              <a:gd name="connsiteY122" fmla="*/ 3365044 h 3482342"/>
              <a:gd name="connsiteX123" fmla="*/ 349402 w 12192000"/>
              <a:gd name="connsiteY123" fmla="*/ 3380897 h 3482342"/>
              <a:gd name="connsiteX124" fmla="*/ 192183 w 12192000"/>
              <a:gd name="connsiteY124" fmla="*/ 3460075 h 3482342"/>
              <a:gd name="connsiteX125" fmla="*/ 46713 w 12192000"/>
              <a:gd name="connsiteY125" fmla="*/ 3462986 h 3482342"/>
              <a:gd name="connsiteX126" fmla="*/ 2765 w 12192000"/>
              <a:gd name="connsiteY126" fmla="*/ 3480770 h 3482342"/>
              <a:gd name="connsiteX127" fmla="*/ 0 w 12192000"/>
              <a:gd name="connsiteY127" fmla="*/ 3482342 h 3482342"/>
              <a:gd name="connsiteX128" fmla="*/ 0 w 12192000"/>
              <a:gd name="connsiteY12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87356 w 12192000"/>
              <a:gd name="connsiteY37" fmla="*/ 1385722 h 3482342"/>
              <a:gd name="connsiteX38" fmla="*/ 10464012 w 12192000"/>
              <a:gd name="connsiteY38" fmla="*/ 1391778 h 3482342"/>
              <a:gd name="connsiteX39" fmla="*/ 10405409 w 12192000"/>
              <a:gd name="connsiteY39" fmla="*/ 1422789 h 3482342"/>
              <a:gd name="connsiteX40" fmla="*/ 10370530 w 12192000"/>
              <a:gd name="connsiteY40" fmla="*/ 1441596 h 3482342"/>
              <a:gd name="connsiteX41" fmla="*/ 10300239 w 12192000"/>
              <a:gd name="connsiteY41" fmla="*/ 1456332 h 3482342"/>
              <a:gd name="connsiteX42" fmla="*/ 10264922 w 12192000"/>
              <a:gd name="connsiteY42" fmla="*/ 1472107 h 3482342"/>
              <a:gd name="connsiteX43" fmla="*/ 10229629 w 12192000"/>
              <a:gd name="connsiteY43" fmla="*/ 1470454 h 3482342"/>
              <a:gd name="connsiteX44" fmla="*/ 10201385 w 12192000"/>
              <a:gd name="connsiteY44" fmla="*/ 1477515 h 3482342"/>
              <a:gd name="connsiteX45" fmla="*/ 10151958 w 12192000"/>
              <a:gd name="connsiteY45" fmla="*/ 1477515 h 3482342"/>
              <a:gd name="connsiteX46" fmla="*/ 10120184 w 12192000"/>
              <a:gd name="connsiteY46" fmla="*/ 1466924 h 3482342"/>
              <a:gd name="connsiteX47" fmla="*/ 10058690 w 12192000"/>
              <a:gd name="connsiteY47" fmla="*/ 1474888 h 3482342"/>
              <a:gd name="connsiteX48" fmla="*/ 10004424 w 12192000"/>
              <a:gd name="connsiteY48" fmla="*/ 1489801 h 3482342"/>
              <a:gd name="connsiteX49" fmla="*/ 9999951 w 12192000"/>
              <a:gd name="connsiteY49" fmla="*/ 1499127 h 3482342"/>
              <a:gd name="connsiteX50" fmla="*/ 9845462 w 12192000"/>
              <a:gd name="connsiteY50" fmla="*/ 1548192 h 3482342"/>
              <a:gd name="connsiteX51" fmla="*/ 9736156 w 12192000"/>
              <a:gd name="connsiteY51" fmla="*/ 1581928 h 3482342"/>
              <a:gd name="connsiteX52" fmla="*/ 9693355 w 12192000"/>
              <a:gd name="connsiteY52" fmla="*/ 1602632 h 3482342"/>
              <a:gd name="connsiteX53" fmla="*/ 9664242 w 12192000"/>
              <a:gd name="connsiteY53" fmla="*/ 1622075 h 3482342"/>
              <a:gd name="connsiteX54" fmla="*/ 9579195 w 12192000"/>
              <a:gd name="connsiteY54" fmla="*/ 1648017 h 3482342"/>
              <a:gd name="connsiteX55" fmla="*/ 9433652 w 12192000"/>
              <a:gd name="connsiteY55" fmla="*/ 1681174 h 3482342"/>
              <a:gd name="connsiteX56" fmla="*/ 9403775 w 12192000"/>
              <a:gd name="connsiteY56" fmla="*/ 1690403 h 3482342"/>
              <a:gd name="connsiteX57" fmla="*/ 9382503 w 12192000"/>
              <a:gd name="connsiteY57" fmla="*/ 1706957 h 3482342"/>
              <a:gd name="connsiteX58" fmla="*/ 9381410 w 12192000"/>
              <a:gd name="connsiteY58" fmla="*/ 1718312 h 3482342"/>
              <a:gd name="connsiteX59" fmla="*/ 9365685 w 12192000"/>
              <a:gd name="connsiteY59" fmla="*/ 1724772 h 3482342"/>
              <a:gd name="connsiteX60" fmla="*/ 9278020 w 12192000"/>
              <a:gd name="connsiteY60" fmla="*/ 1741161 h 3482342"/>
              <a:gd name="connsiteX61" fmla="*/ 9217145 w 12192000"/>
              <a:gd name="connsiteY61" fmla="*/ 1771195 h 3482342"/>
              <a:gd name="connsiteX62" fmla="*/ 8955875 w 12192000"/>
              <a:gd name="connsiteY62" fmla="*/ 1796806 h 3482342"/>
              <a:gd name="connsiteX63" fmla="*/ 8648415 w 12192000"/>
              <a:gd name="connsiteY63" fmla="*/ 1878623 h 3482342"/>
              <a:gd name="connsiteX64" fmla="*/ 8495949 w 12192000"/>
              <a:gd name="connsiteY64" fmla="*/ 1902425 h 3482342"/>
              <a:gd name="connsiteX65" fmla="*/ 8236214 w 12192000"/>
              <a:gd name="connsiteY65" fmla="*/ 1909725 h 3482342"/>
              <a:gd name="connsiteX66" fmla="*/ 8132104 w 12192000"/>
              <a:gd name="connsiteY66" fmla="*/ 1895727 h 3482342"/>
              <a:gd name="connsiteX67" fmla="*/ 7918078 w 12192000"/>
              <a:gd name="connsiteY67" fmla="*/ 1862668 h 3482342"/>
              <a:gd name="connsiteX68" fmla="*/ 7817899 w 12192000"/>
              <a:gd name="connsiteY68" fmla="*/ 1862176 h 3482342"/>
              <a:gd name="connsiteX69" fmla="*/ 7768994 w 12192000"/>
              <a:gd name="connsiteY69" fmla="*/ 1855721 h 3482342"/>
              <a:gd name="connsiteX70" fmla="*/ 7618027 w 12192000"/>
              <a:gd name="connsiteY70" fmla="*/ 1830959 h 3482342"/>
              <a:gd name="connsiteX71" fmla="*/ 7449425 w 12192000"/>
              <a:gd name="connsiteY71" fmla="*/ 1810910 h 3482342"/>
              <a:gd name="connsiteX72" fmla="*/ 7342915 w 12192000"/>
              <a:gd name="connsiteY72" fmla="*/ 1819827 h 3482342"/>
              <a:gd name="connsiteX73" fmla="*/ 7255191 w 12192000"/>
              <a:gd name="connsiteY73" fmla="*/ 1834354 h 3482342"/>
              <a:gd name="connsiteX74" fmla="*/ 7131205 w 12192000"/>
              <a:gd name="connsiteY74" fmla="*/ 1845557 h 3482342"/>
              <a:gd name="connsiteX75" fmla="*/ 6941837 w 12192000"/>
              <a:gd name="connsiteY75" fmla="*/ 1840640 h 3482342"/>
              <a:gd name="connsiteX76" fmla="*/ 6837145 w 12192000"/>
              <a:gd name="connsiteY76" fmla="*/ 1870724 h 3482342"/>
              <a:gd name="connsiteX77" fmla="*/ 6753991 w 12192000"/>
              <a:gd name="connsiteY77" fmla="*/ 1860969 h 3482342"/>
              <a:gd name="connsiteX78" fmla="*/ 6727754 w 12192000"/>
              <a:gd name="connsiteY78" fmla="*/ 1882372 h 3482342"/>
              <a:gd name="connsiteX79" fmla="*/ 6723371 w 12192000"/>
              <a:gd name="connsiteY79" fmla="*/ 1886494 h 3482342"/>
              <a:gd name="connsiteX80" fmla="*/ 6702779 w 12192000"/>
              <a:gd name="connsiteY80" fmla="*/ 1893601 h 3482342"/>
              <a:gd name="connsiteX81" fmla="*/ 6686657 w 12192000"/>
              <a:gd name="connsiteY81" fmla="*/ 1907344 h 3482342"/>
              <a:gd name="connsiteX82" fmla="*/ 6651330 w 12192000"/>
              <a:gd name="connsiteY82" fmla="*/ 1922921 h 3482342"/>
              <a:gd name="connsiteX83" fmla="*/ 6622958 w 12192000"/>
              <a:gd name="connsiteY83" fmla="*/ 1936255 h 3482342"/>
              <a:gd name="connsiteX84" fmla="*/ 6522602 w 12192000"/>
              <a:gd name="connsiteY84" fmla="*/ 1954133 h 3482342"/>
              <a:gd name="connsiteX85" fmla="*/ 6444344 w 12192000"/>
              <a:gd name="connsiteY85" fmla="*/ 1969663 h 3482342"/>
              <a:gd name="connsiteX86" fmla="*/ 6409626 w 12192000"/>
              <a:gd name="connsiteY86" fmla="*/ 1978846 h 3482342"/>
              <a:gd name="connsiteX87" fmla="*/ 6333446 w 12192000"/>
              <a:gd name="connsiteY87" fmla="*/ 1997163 h 3482342"/>
              <a:gd name="connsiteX88" fmla="*/ 6294933 w 12192000"/>
              <a:gd name="connsiteY88" fmla="*/ 2019412 h 3482342"/>
              <a:gd name="connsiteX89" fmla="*/ 6238719 w 12192000"/>
              <a:gd name="connsiteY89" fmla="*/ 2042547 h 3482342"/>
              <a:gd name="connsiteX90" fmla="*/ 6187205 w 12192000"/>
              <a:gd name="connsiteY90" fmla="*/ 2060048 h 3482342"/>
              <a:gd name="connsiteX91" fmla="*/ 6138780 w 12192000"/>
              <a:gd name="connsiteY91" fmla="*/ 2081918 h 3482342"/>
              <a:gd name="connsiteX92" fmla="*/ 6120125 w 12192000"/>
              <a:gd name="connsiteY92" fmla="*/ 2109475 h 3482342"/>
              <a:gd name="connsiteX93" fmla="*/ 6056576 w 12192000"/>
              <a:gd name="connsiteY93" fmla="*/ 2120066 h 3482342"/>
              <a:gd name="connsiteX94" fmla="*/ 5993794 w 12192000"/>
              <a:gd name="connsiteY94" fmla="*/ 2122569 h 3482342"/>
              <a:gd name="connsiteX95" fmla="*/ 5943601 w 12192000"/>
              <a:gd name="connsiteY95" fmla="*/ 2137719 h 3482342"/>
              <a:gd name="connsiteX96" fmla="*/ 5898141 w 12192000"/>
              <a:gd name="connsiteY96" fmla="*/ 2144806 h 3482342"/>
              <a:gd name="connsiteX97" fmla="*/ 5855337 w 12192000"/>
              <a:gd name="connsiteY97" fmla="*/ 2137719 h 3482342"/>
              <a:gd name="connsiteX98" fmla="*/ 5817682 w 12192000"/>
              <a:gd name="connsiteY98" fmla="*/ 2157358 h 3482342"/>
              <a:gd name="connsiteX99" fmla="*/ 5735300 w 12192000"/>
              <a:gd name="connsiteY99" fmla="*/ 2158902 h 3482342"/>
              <a:gd name="connsiteX100" fmla="*/ 5591469 w 12192000"/>
              <a:gd name="connsiteY100" fmla="*/ 2178389 h 3482342"/>
              <a:gd name="connsiteX101" fmla="*/ 5505818 w 12192000"/>
              <a:gd name="connsiteY101" fmla="*/ 2194207 h 3482342"/>
              <a:gd name="connsiteX102" fmla="*/ 5452860 w 12192000"/>
              <a:gd name="connsiteY102" fmla="*/ 2180085 h 3482342"/>
              <a:gd name="connsiteX103" fmla="*/ 5414282 w 12192000"/>
              <a:gd name="connsiteY103" fmla="*/ 2183070 h 3482342"/>
              <a:gd name="connsiteX104" fmla="*/ 5368369 w 12192000"/>
              <a:gd name="connsiteY104" fmla="*/ 2204272 h 3482342"/>
              <a:gd name="connsiteX105" fmla="*/ 5336354 w 12192000"/>
              <a:gd name="connsiteY105" fmla="*/ 2218920 h 3482342"/>
              <a:gd name="connsiteX106" fmla="*/ 5291263 w 12192000"/>
              <a:gd name="connsiteY106" fmla="*/ 2239182 h 3482342"/>
              <a:gd name="connsiteX107" fmla="*/ 5255152 w 12192000"/>
              <a:gd name="connsiteY107" fmla="*/ 2247164 h 3482342"/>
              <a:gd name="connsiteX108" fmla="*/ 5233796 w 12192000"/>
              <a:gd name="connsiteY108" fmla="*/ 2268260 h 3482342"/>
              <a:gd name="connsiteX109" fmla="*/ 5212786 w 12192000"/>
              <a:gd name="connsiteY109" fmla="*/ 2296592 h 3482342"/>
              <a:gd name="connsiteX110" fmla="*/ 5173523 w 12192000"/>
              <a:gd name="connsiteY110" fmla="*/ 2309057 h 3482342"/>
              <a:gd name="connsiteX111" fmla="*/ 5123830 w 12192000"/>
              <a:gd name="connsiteY111" fmla="*/ 2307070 h 3482342"/>
              <a:gd name="connsiteX112" fmla="*/ 5065426 w 12192000"/>
              <a:gd name="connsiteY112" fmla="*/ 2324076 h 3482342"/>
              <a:gd name="connsiteX113" fmla="*/ 4975908 w 12192000"/>
              <a:gd name="connsiteY113" fmla="*/ 2364128 h 3482342"/>
              <a:gd name="connsiteX114" fmla="*/ 4913723 w 12192000"/>
              <a:gd name="connsiteY114" fmla="*/ 2385265 h 3482342"/>
              <a:gd name="connsiteX115" fmla="*/ 4746485 w 12192000"/>
              <a:gd name="connsiteY115" fmla="*/ 2451769 h 3482342"/>
              <a:gd name="connsiteX116" fmla="*/ 4681588 w 12192000"/>
              <a:gd name="connsiteY116" fmla="*/ 2467494 h 3482342"/>
              <a:gd name="connsiteX117" fmla="*/ 1783655 w 12192000"/>
              <a:gd name="connsiteY117" fmla="*/ 3163860 h 3482342"/>
              <a:gd name="connsiteX118" fmla="*/ 1325955 w 12192000"/>
              <a:gd name="connsiteY118" fmla="*/ 3176692 h 3482342"/>
              <a:gd name="connsiteX119" fmla="*/ 1190384 w 12192000"/>
              <a:gd name="connsiteY119" fmla="*/ 3203504 h 3482342"/>
              <a:gd name="connsiteX120" fmla="*/ 1094537 w 12192000"/>
              <a:gd name="connsiteY120" fmla="*/ 3229469 h 3482342"/>
              <a:gd name="connsiteX121" fmla="*/ 779276 w 12192000"/>
              <a:gd name="connsiteY121" fmla="*/ 3327290 h 3482342"/>
              <a:gd name="connsiteX122" fmla="*/ 600378 w 12192000"/>
              <a:gd name="connsiteY122" fmla="*/ 3335250 h 3482342"/>
              <a:gd name="connsiteX123" fmla="*/ 493457 w 12192000"/>
              <a:gd name="connsiteY123" fmla="*/ 3365044 h 3482342"/>
              <a:gd name="connsiteX124" fmla="*/ 349402 w 12192000"/>
              <a:gd name="connsiteY124" fmla="*/ 3380897 h 3482342"/>
              <a:gd name="connsiteX125" fmla="*/ 192183 w 12192000"/>
              <a:gd name="connsiteY125" fmla="*/ 3460075 h 3482342"/>
              <a:gd name="connsiteX126" fmla="*/ 46713 w 12192000"/>
              <a:gd name="connsiteY126" fmla="*/ 3462986 h 3482342"/>
              <a:gd name="connsiteX127" fmla="*/ 2765 w 12192000"/>
              <a:gd name="connsiteY127" fmla="*/ 3480770 h 3482342"/>
              <a:gd name="connsiteX128" fmla="*/ 0 w 12192000"/>
              <a:gd name="connsiteY128" fmla="*/ 3482342 h 3482342"/>
              <a:gd name="connsiteX129" fmla="*/ 0 w 12192000"/>
              <a:gd name="connsiteY12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50756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7375 w 12192000"/>
              <a:gd name="connsiteY36" fmla="*/ 1375130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58690 w 12192000"/>
              <a:gd name="connsiteY49" fmla="*/ 1474888 h 3482342"/>
              <a:gd name="connsiteX50" fmla="*/ 10004424 w 12192000"/>
              <a:gd name="connsiteY50" fmla="*/ 1489801 h 3482342"/>
              <a:gd name="connsiteX51" fmla="*/ 9999951 w 12192000"/>
              <a:gd name="connsiteY51" fmla="*/ 1499127 h 3482342"/>
              <a:gd name="connsiteX52" fmla="*/ 9845462 w 12192000"/>
              <a:gd name="connsiteY52" fmla="*/ 1548192 h 3482342"/>
              <a:gd name="connsiteX53" fmla="*/ 9736156 w 12192000"/>
              <a:gd name="connsiteY53" fmla="*/ 1581928 h 3482342"/>
              <a:gd name="connsiteX54" fmla="*/ 9693355 w 12192000"/>
              <a:gd name="connsiteY54" fmla="*/ 1602632 h 3482342"/>
              <a:gd name="connsiteX55" fmla="*/ 9664242 w 12192000"/>
              <a:gd name="connsiteY55" fmla="*/ 1622075 h 3482342"/>
              <a:gd name="connsiteX56" fmla="*/ 9579195 w 12192000"/>
              <a:gd name="connsiteY56" fmla="*/ 1648017 h 3482342"/>
              <a:gd name="connsiteX57" fmla="*/ 9433652 w 12192000"/>
              <a:gd name="connsiteY57" fmla="*/ 1681174 h 3482342"/>
              <a:gd name="connsiteX58" fmla="*/ 9403775 w 12192000"/>
              <a:gd name="connsiteY58" fmla="*/ 1690403 h 3482342"/>
              <a:gd name="connsiteX59" fmla="*/ 9382503 w 12192000"/>
              <a:gd name="connsiteY59" fmla="*/ 1706957 h 3482342"/>
              <a:gd name="connsiteX60" fmla="*/ 9381410 w 12192000"/>
              <a:gd name="connsiteY60" fmla="*/ 1718312 h 3482342"/>
              <a:gd name="connsiteX61" fmla="*/ 9365685 w 12192000"/>
              <a:gd name="connsiteY61" fmla="*/ 1724772 h 3482342"/>
              <a:gd name="connsiteX62" fmla="*/ 9278020 w 12192000"/>
              <a:gd name="connsiteY62" fmla="*/ 1741161 h 3482342"/>
              <a:gd name="connsiteX63" fmla="*/ 9217145 w 12192000"/>
              <a:gd name="connsiteY63" fmla="*/ 1771195 h 3482342"/>
              <a:gd name="connsiteX64" fmla="*/ 8955875 w 12192000"/>
              <a:gd name="connsiteY64" fmla="*/ 1796806 h 3482342"/>
              <a:gd name="connsiteX65" fmla="*/ 8648415 w 12192000"/>
              <a:gd name="connsiteY65" fmla="*/ 1878623 h 3482342"/>
              <a:gd name="connsiteX66" fmla="*/ 8495949 w 12192000"/>
              <a:gd name="connsiteY66" fmla="*/ 1902425 h 3482342"/>
              <a:gd name="connsiteX67" fmla="*/ 8236214 w 12192000"/>
              <a:gd name="connsiteY67" fmla="*/ 1909725 h 3482342"/>
              <a:gd name="connsiteX68" fmla="*/ 8132104 w 12192000"/>
              <a:gd name="connsiteY68" fmla="*/ 1895727 h 3482342"/>
              <a:gd name="connsiteX69" fmla="*/ 7918078 w 12192000"/>
              <a:gd name="connsiteY69" fmla="*/ 1862668 h 3482342"/>
              <a:gd name="connsiteX70" fmla="*/ 7817899 w 12192000"/>
              <a:gd name="connsiteY70" fmla="*/ 1862176 h 3482342"/>
              <a:gd name="connsiteX71" fmla="*/ 7768994 w 12192000"/>
              <a:gd name="connsiteY71" fmla="*/ 1855721 h 3482342"/>
              <a:gd name="connsiteX72" fmla="*/ 7618027 w 12192000"/>
              <a:gd name="connsiteY72" fmla="*/ 1830959 h 3482342"/>
              <a:gd name="connsiteX73" fmla="*/ 7449425 w 12192000"/>
              <a:gd name="connsiteY73" fmla="*/ 1810910 h 3482342"/>
              <a:gd name="connsiteX74" fmla="*/ 7342915 w 12192000"/>
              <a:gd name="connsiteY74" fmla="*/ 1819827 h 3482342"/>
              <a:gd name="connsiteX75" fmla="*/ 7255191 w 12192000"/>
              <a:gd name="connsiteY75" fmla="*/ 1834354 h 3482342"/>
              <a:gd name="connsiteX76" fmla="*/ 7131205 w 12192000"/>
              <a:gd name="connsiteY76" fmla="*/ 1845557 h 3482342"/>
              <a:gd name="connsiteX77" fmla="*/ 6941837 w 12192000"/>
              <a:gd name="connsiteY77" fmla="*/ 1840640 h 3482342"/>
              <a:gd name="connsiteX78" fmla="*/ 6837145 w 12192000"/>
              <a:gd name="connsiteY78" fmla="*/ 1870724 h 3482342"/>
              <a:gd name="connsiteX79" fmla="*/ 6753991 w 12192000"/>
              <a:gd name="connsiteY79" fmla="*/ 1860969 h 3482342"/>
              <a:gd name="connsiteX80" fmla="*/ 6727754 w 12192000"/>
              <a:gd name="connsiteY80" fmla="*/ 1882372 h 3482342"/>
              <a:gd name="connsiteX81" fmla="*/ 6723371 w 12192000"/>
              <a:gd name="connsiteY81" fmla="*/ 1886494 h 3482342"/>
              <a:gd name="connsiteX82" fmla="*/ 6702779 w 12192000"/>
              <a:gd name="connsiteY82" fmla="*/ 1893601 h 3482342"/>
              <a:gd name="connsiteX83" fmla="*/ 6686657 w 12192000"/>
              <a:gd name="connsiteY83" fmla="*/ 1907344 h 3482342"/>
              <a:gd name="connsiteX84" fmla="*/ 6651330 w 12192000"/>
              <a:gd name="connsiteY84" fmla="*/ 1922921 h 3482342"/>
              <a:gd name="connsiteX85" fmla="*/ 6622958 w 12192000"/>
              <a:gd name="connsiteY85" fmla="*/ 1936255 h 3482342"/>
              <a:gd name="connsiteX86" fmla="*/ 6522602 w 12192000"/>
              <a:gd name="connsiteY86" fmla="*/ 1954133 h 3482342"/>
              <a:gd name="connsiteX87" fmla="*/ 6444344 w 12192000"/>
              <a:gd name="connsiteY87" fmla="*/ 1969663 h 3482342"/>
              <a:gd name="connsiteX88" fmla="*/ 6409626 w 12192000"/>
              <a:gd name="connsiteY88" fmla="*/ 1978846 h 3482342"/>
              <a:gd name="connsiteX89" fmla="*/ 6333446 w 12192000"/>
              <a:gd name="connsiteY89" fmla="*/ 1997163 h 3482342"/>
              <a:gd name="connsiteX90" fmla="*/ 6294933 w 12192000"/>
              <a:gd name="connsiteY90" fmla="*/ 2019412 h 3482342"/>
              <a:gd name="connsiteX91" fmla="*/ 6238719 w 12192000"/>
              <a:gd name="connsiteY91" fmla="*/ 2042547 h 3482342"/>
              <a:gd name="connsiteX92" fmla="*/ 6187205 w 12192000"/>
              <a:gd name="connsiteY92" fmla="*/ 2060048 h 3482342"/>
              <a:gd name="connsiteX93" fmla="*/ 6138780 w 12192000"/>
              <a:gd name="connsiteY93" fmla="*/ 2081918 h 3482342"/>
              <a:gd name="connsiteX94" fmla="*/ 6120125 w 12192000"/>
              <a:gd name="connsiteY94" fmla="*/ 2109475 h 3482342"/>
              <a:gd name="connsiteX95" fmla="*/ 6056576 w 12192000"/>
              <a:gd name="connsiteY95" fmla="*/ 2120066 h 3482342"/>
              <a:gd name="connsiteX96" fmla="*/ 5993794 w 12192000"/>
              <a:gd name="connsiteY96" fmla="*/ 2122569 h 3482342"/>
              <a:gd name="connsiteX97" fmla="*/ 5943601 w 12192000"/>
              <a:gd name="connsiteY97" fmla="*/ 2137719 h 3482342"/>
              <a:gd name="connsiteX98" fmla="*/ 5898141 w 12192000"/>
              <a:gd name="connsiteY98" fmla="*/ 2144806 h 3482342"/>
              <a:gd name="connsiteX99" fmla="*/ 5855337 w 12192000"/>
              <a:gd name="connsiteY99" fmla="*/ 2137719 h 3482342"/>
              <a:gd name="connsiteX100" fmla="*/ 5817682 w 12192000"/>
              <a:gd name="connsiteY100" fmla="*/ 2157358 h 3482342"/>
              <a:gd name="connsiteX101" fmla="*/ 5735300 w 12192000"/>
              <a:gd name="connsiteY101" fmla="*/ 2158902 h 3482342"/>
              <a:gd name="connsiteX102" fmla="*/ 5591469 w 12192000"/>
              <a:gd name="connsiteY102" fmla="*/ 2178389 h 3482342"/>
              <a:gd name="connsiteX103" fmla="*/ 5505818 w 12192000"/>
              <a:gd name="connsiteY103" fmla="*/ 2194207 h 3482342"/>
              <a:gd name="connsiteX104" fmla="*/ 5452860 w 12192000"/>
              <a:gd name="connsiteY104" fmla="*/ 2180085 h 3482342"/>
              <a:gd name="connsiteX105" fmla="*/ 5414282 w 12192000"/>
              <a:gd name="connsiteY105" fmla="*/ 2183070 h 3482342"/>
              <a:gd name="connsiteX106" fmla="*/ 5368369 w 12192000"/>
              <a:gd name="connsiteY106" fmla="*/ 2204272 h 3482342"/>
              <a:gd name="connsiteX107" fmla="*/ 5336354 w 12192000"/>
              <a:gd name="connsiteY107" fmla="*/ 2218920 h 3482342"/>
              <a:gd name="connsiteX108" fmla="*/ 5291263 w 12192000"/>
              <a:gd name="connsiteY108" fmla="*/ 2239182 h 3482342"/>
              <a:gd name="connsiteX109" fmla="*/ 5255152 w 12192000"/>
              <a:gd name="connsiteY109" fmla="*/ 2247164 h 3482342"/>
              <a:gd name="connsiteX110" fmla="*/ 5233796 w 12192000"/>
              <a:gd name="connsiteY110" fmla="*/ 2268260 h 3482342"/>
              <a:gd name="connsiteX111" fmla="*/ 5212786 w 12192000"/>
              <a:gd name="connsiteY111" fmla="*/ 2296592 h 3482342"/>
              <a:gd name="connsiteX112" fmla="*/ 5173523 w 12192000"/>
              <a:gd name="connsiteY112" fmla="*/ 2309057 h 3482342"/>
              <a:gd name="connsiteX113" fmla="*/ 5123830 w 12192000"/>
              <a:gd name="connsiteY113" fmla="*/ 2307070 h 3482342"/>
              <a:gd name="connsiteX114" fmla="*/ 5065426 w 12192000"/>
              <a:gd name="connsiteY114" fmla="*/ 2324076 h 3482342"/>
              <a:gd name="connsiteX115" fmla="*/ 4975908 w 12192000"/>
              <a:gd name="connsiteY115" fmla="*/ 2364128 h 3482342"/>
              <a:gd name="connsiteX116" fmla="*/ 4913723 w 12192000"/>
              <a:gd name="connsiteY116" fmla="*/ 2385265 h 3482342"/>
              <a:gd name="connsiteX117" fmla="*/ 4746485 w 12192000"/>
              <a:gd name="connsiteY117" fmla="*/ 2451769 h 3482342"/>
              <a:gd name="connsiteX118" fmla="*/ 4681588 w 12192000"/>
              <a:gd name="connsiteY118" fmla="*/ 2467494 h 3482342"/>
              <a:gd name="connsiteX119" fmla="*/ 1783655 w 12192000"/>
              <a:gd name="connsiteY119" fmla="*/ 3163860 h 3482342"/>
              <a:gd name="connsiteX120" fmla="*/ 1325955 w 12192000"/>
              <a:gd name="connsiteY120" fmla="*/ 3176692 h 3482342"/>
              <a:gd name="connsiteX121" fmla="*/ 1190384 w 12192000"/>
              <a:gd name="connsiteY121" fmla="*/ 3203504 h 3482342"/>
              <a:gd name="connsiteX122" fmla="*/ 1094537 w 12192000"/>
              <a:gd name="connsiteY122" fmla="*/ 3229469 h 3482342"/>
              <a:gd name="connsiteX123" fmla="*/ 779276 w 12192000"/>
              <a:gd name="connsiteY123" fmla="*/ 3327290 h 3482342"/>
              <a:gd name="connsiteX124" fmla="*/ 600378 w 12192000"/>
              <a:gd name="connsiteY124" fmla="*/ 3335250 h 3482342"/>
              <a:gd name="connsiteX125" fmla="*/ 493457 w 12192000"/>
              <a:gd name="connsiteY125" fmla="*/ 3365044 h 3482342"/>
              <a:gd name="connsiteX126" fmla="*/ 349402 w 12192000"/>
              <a:gd name="connsiteY126" fmla="*/ 3380897 h 3482342"/>
              <a:gd name="connsiteX127" fmla="*/ 192183 w 12192000"/>
              <a:gd name="connsiteY127" fmla="*/ 3460075 h 3482342"/>
              <a:gd name="connsiteX128" fmla="*/ 46713 w 12192000"/>
              <a:gd name="connsiteY128" fmla="*/ 3462986 h 3482342"/>
              <a:gd name="connsiteX129" fmla="*/ 2765 w 12192000"/>
              <a:gd name="connsiteY129" fmla="*/ 3480770 h 3482342"/>
              <a:gd name="connsiteX130" fmla="*/ 0 w 12192000"/>
              <a:gd name="connsiteY130" fmla="*/ 3482342 h 3482342"/>
              <a:gd name="connsiteX131" fmla="*/ 0 w 12192000"/>
              <a:gd name="connsiteY13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495949 w 12192000"/>
              <a:gd name="connsiteY67" fmla="*/ 1902425 h 3482342"/>
              <a:gd name="connsiteX68" fmla="*/ 8236214 w 12192000"/>
              <a:gd name="connsiteY68" fmla="*/ 1909725 h 3482342"/>
              <a:gd name="connsiteX69" fmla="*/ 8132104 w 12192000"/>
              <a:gd name="connsiteY69" fmla="*/ 1895727 h 3482342"/>
              <a:gd name="connsiteX70" fmla="*/ 7918078 w 12192000"/>
              <a:gd name="connsiteY70" fmla="*/ 1862668 h 3482342"/>
              <a:gd name="connsiteX71" fmla="*/ 7817899 w 12192000"/>
              <a:gd name="connsiteY71" fmla="*/ 1862176 h 3482342"/>
              <a:gd name="connsiteX72" fmla="*/ 7768994 w 12192000"/>
              <a:gd name="connsiteY72" fmla="*/ 1855721 h 3482342"/>
              <a:gd name="connsiteX73" fmla="*/ 7618027 w 12192000"/>
              <a:gd name="connsiteY73" fmla="*/ 1830959 h 3482342"/>
              <a:gd name="connsiteX74" fmla="*/ 7449425 w 12192000"/>
              <a:gd name="connsiteY74" fmla="*/ 1810910 h 3482342"/>
              <a:gd name="connsiteX75" fmla="*/ 7342915 w 12192000"/>
              <a:gd name="connsiteY75" fmla="*/ 1819827 h 3482342"/>
              <a:gd name="connsiteX76" fmla="*/ 7255191 w 12192000"/>
              <a:gd name="connsiteY76" fmla="*/ 1834354 h 3482342"/>
              <a:gd name="connsiteX77" fmla="*/ 7131205 w 12192000"/>
              <a:gd name="connsiteY77" fmla="*/ 1845557 h 3482342"/>
              <a:gd name="connsiteX78" fmla="*/ 6941837 w 12192000"/>
              <a:gd name="connsiteY78" fmla="*/ 1840640 h 3482342"/>
              <a:gd name="connsiteX79" fmla="*/ 6837145 w 12192000"/>
              <a:gd name="connsiteY79" fmla="*/ 1870724 h 3482342"/>
              <a:gd name="connsiteX80" fmla="*/ 6753991 w 12192000"/>
              <a:gd name="connsiteY80" fmla="*/ 1860969 h 3482342"/>
              <a:gd name="connsiteX81" fmla="*/ 6727754 w 12192000"/>
              <a:gd name="connsiteY81" fmla="*/ 1882372 h 3482342"/>
              <a:gd name="connsiteX82" fmla="*/ 6723371 w 12192000"/>
              <a:gd name="connsiteY82" fmla="*/ 1886494 h 3482342"/>
              <a:gd name="connsiteX83" fmla="*/ 6702779 w 12192000"/>
              <a:gd name="connsiteY83" fmla="*/ 1893601 h 3482342"/>
              <a:gd name="connsiteX84" fmla="*/ 6686657 w 12192000"/>
              <a:gd name="connsiteY84" fmla="*/ 1907344 h 3482342"/>
              <a:gd name="connsiteX85" fmla="*/ 6651330 w 12192000"/>
              <a:gd name="connsiteY85" fmla="*/ 1922921 h 3482342"/>
              <a:gd name="connsiteX86" fmla="*/ 6622958 w 12192000"/>
              <a:gd name="connsiteY86" fmla="*/ 1936255 h 3482342"/>
              <a:gd name="connsiteX87" fmla="*/ 6522602 w 12192000"/>
              <a:gd name="connsiteY87" fmla="*/ 1954133 h 3482342"/>
              <a:gd name="connsiteX88" fmla="*/ 6444344 w 12192000"/>
              <a:gd name="connsiteY88" fmla="*/ 1969663 h 3482342"/>
              <a:gd name="connsiteX89" fmla="*/ 6409626 w 12192000"/>
              <a:gd name="connsiteY89" fmla="*/ 1978846 h 3482342"/>
              <a:gd name="connsiteX90" fmla="*/ 6333446 w 12192000"/>
              <a:gd name="connsiteY90" fmla="*/ 1997163 h 3482342"/>
              <a:gd name="connsiteX91" fmla="*/ 6294933 w 12192000"/>
              <a:gd name="connsiteY91" fmla="*/ 2019412 h 3482342"/>
              <a:gd name="connsiteX92" fmla="*/ 6238719 w 12192000"/>
              <a:gd name="connsiteY92" fmla="*/ 2042547 h 3482342"/>
              <a:gd name="connsiteX93" fmla="*/ 6187205 w 12192000"/>
              <a:gd name="connsiteY93" fmla="*/ 2060048 h 3482342"/>
              <a:gd name="connsiteX94" fmla="*/ 6138780 w 12192000"/>
              <a:gd name="connsiteY94" fmla="*/ 2081918 h 3482342"/>
              <a:gd name="connsiteX95" fmla="*/ 6120125 w 12192000"/>
              <a:gd name="connsiteY95" fmla="*/ 2109475 h 3482342"/>
              <a:gd name="connsiteX96" fmla="*/ 6056576 w 12192000"/>
              <a:gd name="connsiteY96" fmla="*/ 2120066 h 3482342"/>
              <a:gd name="connsiteX97" fmla="*/ 5993794 w 12192000"/>
              <a:gd name="connsiteY97" fmla="*/ 2122569 h 3482342"/>
              <a:gd name="connsiteX98" fmla="*/ 5943601 w 12192000"/>
              <a:gd name="connsiteY98" fmla="*/ 2137719 h 3482342"/>
              <a:gd name="connsiteX99" fmla="*/ 5898141 w 12192000"/>
              <a:gd name="connsiteY99" fmla="*/ 2144806 h 3482342"/>
              <a:gd name="connsiteX100" fmla="*/ 5855337 w 12192000"/>
              <a:gd name="connsiteY100" fmla="*/ 2137719 h 3482342"/>
              <a:gd name="connsiteX101" fmla="*/ 5817682 w 12192000"/>
              <a:gd name="connsiteY101" fmla="*/ 2157358 h 3482342"/>
              <a:gd name="connsiteX102" fmla="*/ 5735300 w 12192000"/>
              <a:gd name="connsiteY102" fmla="*/ 2158902 h 3482342"/>
              <a:gd name="connsiteX103" fmla="*/ 5591469 w 12192000"/>
              <a:gd name="connsiteY103" fmla="*/ 2178389 h 3482342"/>
              <a:gd name="connsiteX104" fmla="*/ 5505818 w 12192000"/>
              <a:gd name="connsiteY104" fmla="*/ 2194207 h 3482342"/>
              <a:gd name="connsiteX105" fmla="*/ 5452860 w 12192000"/>
              <a:gd name="connsiteY105" fmla="*/ 2180085 h 3482342"/>
              <a:gd name="connsiteX106" fmla="*/ 5414282 w 12192000"/>
              <a:gd name="connsiteY106" fmla="*/ 2183070 h 3482342"/>
              <a:gd name="connsiteX107" fmla="*/ 5368369 w 12192000"/>
              <a:gd name="connsiteY107" fmla="*/ 2204272 h 3482342"/>
              <a:gd name="connsiteX108" fmla="*/ 5336354 w 12192000"/>
              <a:gd name="connsiteY108" fmla="*/ 2218920 h 3482342"/>
              <a:gd name="connsiteX109" fmla="*/ 5291263 w 12192000"/>
              <a:gd name="connsiteY109" fmla="*/ 2239182 h 3482342"/>
              <a:gd name="connsiteX110" fmla="*/ 5255152 w 12192000"/>
              <a:gd name="connsiteY110" fmla="*/ 2247164 h 3482342"/>
              <a:gd name="connsiteX111" fmla="*/ 5233796 w 12192000"/>
              <a:gd name="connsiteY111" fmla="*/ 2268260 h 3482342"/>
              <a:gd name="connsiteX112" fmla="*/ 5212786 w 12192000"/>
              <a:gd name="connsiteY112" fmla="*/ 2296592 h 3482342"/>
              <a:gd name="connsiteX113" fmla="*/ 5173523 w 12192000"/>
              <a:gd name="connsiteY113" fmla="*/ 2309057 h 3482342"/>
              <a:gd name="connsiteX114" fmla="*/ 5123830 w 12192000"/>
              <a:gd name="connsiteY114" fmla="*/ 2307070 h 3482342"/>
              <a:gd name="connsiteX115" fmla="*/ 5065426 w 12192000"/>
              <a:gd name="connsiteY115" fmla="*/ 2324076 h 3482342"/>
              <a:gd name="connsiteX116" fmla="*/ 4975908 w 12192000"/>
              <a:gd name="connsiteY116" fmla="*/ 2364128 h 3482342"/>
              <a:gd name="connsiteX117" fmla="*/ 4913723 w 12192000"/>
              <a:gd name="connsiteY117" fmla="*/ 2385265 h 3482342"/>
              <a:gd name="connsiteX118" fmla="*/ 4746485 w 12192000"/>
              <a:gd name="connsiteY118" fmla="*/ 2451769 h 3482342"/>
              <a:gd name="connsiteX119" fmla="*/ 4681588 w 12192000"/>
              <a:gd name="connsiteY119" fmla="*/ 2467494 h 3482342"/>
              <a:gd name="connsiteX120" fmla="*/ 1783655 w 12192000"/>
              <a:gd name="connsiteY120" fmla="*/ 3163860 h 3482342"/>
              <a:gd name="connsiteX121" fmla="*/ 1325955 w 12192000"/>
              <a:gd name="connsiteY121" fmla="*/ 3176692 h 3482342"/>
              <a:gd name="connsiteX122" fmla="*/ 1190384 w 12192000"/>
              <a:gd name="connsiteY122" fmla="*/ 3203504 h 3482342"/>
              <a:gd name="connsiteX123" fmla="*/ 1094537 w 12192000"/>
              <a:gd name="connsiteY123" fmla="*/ 3229469 h 3482342"/>
              <a:gd name="connsiteX124" fmla="*/ 779276 w 12192000"/>
              <a:gd name="connsiteY124" fmla="*/ 3327290 h 3482342"/>
              <a:gd name="connsiteX125" fmla="*/ 600378 w 12192000"/>
              <a:gd name="connsiteY125" fmla="*/ 3335250 h 3482342"/>
              <a:gd name="connsiteX126" fmla="*/ 493457 w 12192000"/>
              <a:gd name="connsiteY126" fmla="*/ 3365044 h 3482342"/>
              <a:gd name="connsiteX127" fmla="*/ 349402 w 12192000"/>
              <a:gd name="connsiteY127" fmla="*/ 3380897 h 3482342"/>
              <a:gd name="connsiteX128" fmla="*/ 192183 w 12192000"/>
              <a:gd name="connsiteY128" fmla="*/ 3460075 h 3482342"/>
              <a:gd name="connsiteX129" fmla="*/ 46713 w 12192000"/>
              <a:gd name="connsiteY129" fmla="*/ 3462986 h 3482342"/>
              <a:gd name="connsiteX130" fmla="*/ 2765 w 12192000"/>
              <a:gd name="connsiteY130" fmla="*/ 3480770 h 3482342"/>
              <a:gd name="connsiteX131" fmla="*/ 0 w 12192000"/>
              <a:gd name="connsiteY131" fmla="*/ 3482342 h 3482342"/>
              <a:gd name="connsiteX132" fmla="*/ 0 w 12192000"/>
              <a:gd name="connsiteY13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506541 w 12192000"/>
              <a:gd name="connsiteY68" fmla="*/ 190595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6304 w 12192000"/>
              <a:gd name="connsiteY34" fmla="*/ 1342641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71654 w 12192000"/>
              <a:gd name="connsiteY25" fmla="*/ 1177422 h 3482342"/>
              <a:gd name="connsiteX26" fmla="*/ 11028687 w 12192000"/>
              <a:gd name="connsiteY26" fmla="*/ 1199018 h 3482342"/>
              <a:gd name="connsiteX27" fmla="*/ 10974565 w 12192000"/>
              <a:gd name="connsiteY27" fmla="*/ 1226849 h 3482342"/>
              <a:gd name="connsiteX28" fmla="*/ 10960443 w 12192000"/>
              <a:gd name="connsiteY28" fmla="*/ 1244502 h 3482342"/>
              <a:gd name="connsiteX29" fmla="*/ 10879242 w 12192000"/>
              <a:gd name="connsiteY29" fmla="*/ 1269215 h 3482342"/>
              <a:gd name="connsiteX30" fmla="*/ 10850998 w 12192000"/>
              <a:gd name="connsiteY30" fmla="*/ 1269215 h 3482342"/>
              <a:gd name="connsiteX31" fmla="*/ 10815658 w 12192000"/>
              <a:gd name="connsiteY31" fmla="*/ 1287849 h 3482342"/>
              <a:gd name="connsiteX32" fmla="*/ 10723900 w 12192000"/>
              <a:gd name="connsiteY32" fmla="*/ 1318642 h 3482342"/>
              <a:gd name="connsiteX33" fmla="*/ 10699186 w 12192000"/>
              <a:gd name="connsiteY33" fmla="*/ 1322173 h 3482342"/>
              <a:gd name="connsiteX34" fmla="*/ 10676375 w 12192000"/>
              <a:gd name="connsiteY34" fmla="*/ 1342640 h 3482342"/>
              <a:gd name="connsiteX35" fmla="*/ 10636304 w 12192000"/>
              <a:gd name="connsiteY35" fmla="*/ 1342641 h 3482342"/>
              <a:gd name="connsiteX36" fmla="*/ 10603863 w 12192000"/>
              <a:gd name="connsiteY36" fmla="*/ 1346886 h 3482342"/>
              <a:gd name="connsiteX37" fmla="*/ 10573203 w 12192000"/>
              <a:gd name="connsiteY37" fmla="*/ 1351996 h 3482342"/>
              <a:gd name="connsiteX38" fmla="*/ 10547375 w 12192000"/>
              <a:gd name="connsiteY38" fmla="*/ 1375130 h 3482342"/>
              <a:gd name="connsiteX39" fmla="*/ 10513263 w 12192000"/>
              <a:gd name="connsiteY39" fmla="*/ 1371939 h 3482342"/>
              <a:gd name="connsiteX40" fmla="*/ 10487356 w 12192000"/>
              <a:gd name="connsiteY40" fmla="*/ 1385722 h 3482342"/>
              <a:gd name="connsiteX41" fmla="*/ 10464012 w 12192000"/>
              <a:gd name="connsiteY41" fmla="*/ 1391778 h 3482342"/>
              <a:gd name="connsiteX42" fmla="*/ 10439694 w 12192000"/>
              <a:gd name="connsiteY42" fmla="*/ 1406905 h 3482342"/>
              <a:gd name="connsiteX43" fmla="*/ 10405409 w 12192000"/>
              <a:gd name="connsiteY43" fmla="*/ 1422789 h 3482342"/>
              <a:gd name="connsiteX44" fmla="*/ 10370530 w 12192000"/>
              <a:gd name="connsiteY44" fmla="*/ 1441596 h 3482342"/>
              <a:gd name="connsiteX45" fmla="*/ 10300239 w 12192000"/>
              <a:gd name="connsiteY45" fmla="*/ 1456332 h 3482342"/>
              <a:gd name="connsiteX46" fmla="*/ 10264922 w 12192000"/>
              <a:gd name="connsiteY46" fmla="*/ 1472107 h 3482342"/>
              <a:gd name="connsiteX47" fmla="*/ 10229629 w 12192000"/>
              <a:gd name="connsiteY47" fmla="*/ 1470454 h 3482342"/>
              <a:gd name="connsiteX48" fmla="*/ 10201385 w 12192000"/>
              <a:gd name="connsiteY48" fmla="*/ 1477515 h 3482342"/>
              <a:gd name="connsiteX49" fmla="*/ 10151958 w 12192000"/>
              <a:gd name="connsiteY49" fmla="*/ 1477515 h 3482342"/>
              <a:gd name="connsiteX50" fmla="*/ 10120184 w 12192000"/>
              <a:gd name="connsiteY50" fmla="*/ 1466924 h 3482342"/>
              <a:gd name="connsiteX51" fmla="*/ 10081348 w 12192000"/>
              <a:gd name="connsiteY51" fmla="*/ 1481046 h 3482342"/>
              <a:gd name="connsiteX52" fmla="*/ 10058690 w 12192000"/>
              <a:gd name="connsiteY52" fmla="*/ 1474888 h 3482342"/>
              <a:gd name="connsiteX53" fmla="*/ 10004424 w 12192000"/>
              <a:gd name="connsiteY53" fmla="*/ 1489801 h 3482342"/>
              <a:gd name="connsiteX54" fmla="*/ 9999951 w 12192000"/>
              <a:gd name="connsiteY54" fmla="*/ 1499127 h 3482342"/>
              <a:gd name="connsiteX55" fmla="*/ 9845462 w 12192000"/>
              <a:gd name="connsiteY55" fmla="*/ 1548192 h 3482342"/>
              <a:gd name="connsiteX56" fmla="*/ 9736156 w 12192000"/>
              <a:gd name="connsiteY56" fmla="*/ 1581928 h 3482342"/>
              <a:gd name="connsiteX57" fmla="*/ 9693355 w 12192000"/>
              <a:gd name="connsiteY57" fmla="*/ 1602632 h 3482342"/>
              <a:gd name="connsiteX58" fmla="*/ 9664242 w 12192000"/>
              <a:gd name="connsiteY58" fmla="*/ 1622075 h 3482342"/>
              <a:gd name="connsiteX59" fmla="*/ 9579195 w 12192000"/>
              <a:gd name="connsiteY59" fmla="*/ 1648017 h 3482342"/>
              <a:gd name="connsiteX60" fmla="*/ 9433652 w 12192000"/>
              <a:gd name="connsiteY60" fmla="*/ 1681174 h 3482342"/>
              <a:gd name="connsiteX61" fmla="*/ 9403775 w 12192000"/>
              <a:gd name="connsiteY61" fmla="*/ 1690403 h 3482342"/>
              <a:gd name="connsiteX62" fmla="*/ 9382503 w 12192000"/>
              <a:gd name="connsiteY62" fmla="*/ 1706957 h 3482342"/>
              <a:gd name="connsiteX63" fmla="*/ 9381410 w 12192000"/>
              <a:gd name="connsiteY63" fmla="*/ 1718312 h 3482342"/>
              <a:gd name="connsiteX64" fmla="*/ 9365685 w 12192000"/>
              <a:gd name="connsiteY64" fmla="*/ 1724772 h 3482342"/>
              <a:gd name="connsiteX65" fmla="*/ 9278020 w 12192000"/>
              <a:gd name="connsiteY65" fmla="*/ 1741161 h 3482342"/>
              <a:gd name="connsiteX66" fmla="*/ 9217145 w 12192000"/>
              <a:gd name="connsiteY66" fmla="*/ 1771195 h 3482342"/>
              <a:gd name="connsiteX67" fmla="*/ 8955875 w 12192000"/>
              <a:gd name="connsiteY67" fmla="*/ 1796806 h 3482342"/>
              <a:gd name="connsiteX68" fmla="*/ 8648415 w 12192000"/>
              <a:gd name="connsiteY68" fmla="*/ 1878623 h 3482342"/>
              <a:gd name="connsiteX69" fmla="*/ 8538519 w 12192000"/>
              <a:gd name="connsiteY69" fmla="*/ 1894114 h 3482342"/>
              <a:gd name="connsiteX70" fmla="*/ 8506541 w 12192000"/>
              <a:gd name="connsiteY70" fmla="*/ 1905955 h 3482342"/>
              <a:gd name="connsiteX71" fmla="*/ 8236214 w 12192000"/>
              <a:gd name="connsiteY71" fmla="*/ 1909725 h 3482342"/>
              <a:gd name="connsiteX72" fmla="*/ 8132104 w 12192000"/>
              <a:gd name="connsiteY72" fmla="*/ 1895727 h 3482342"/>
              <a:gd name="connsiteX73" fmla="*/ 7918078 w 12192000"/>
              <a:gd name="connsiteY73" fmla="*/ 1862668 h 3482342"/>
              <a:gd name="connsiteX74" fmla="*/ 7817899 w 12192000"/>
              <a:gd name="connsiteY74" fmla="*/ 1862176 h 3482342"/>
              <a:gd name="connsiteX75" fmla="*/ 7768994 w 12192000"/>
              <a:gd name="connsiteY75" fmla="*/ 1855721 h 3482342"/>
              <a:gd name="connsiteX76" fmla="*/ 7618027 w 12192000"/>
              <a:gd name="connsiteY76" fmla="*/ 1830959 h 3482342"/>
              <a:gd name="connsiteX77" fmla="*/ 7449425 w 12192000"/>
              <a:gd name="connsiteY77" fmla="*/ 1810910 h 3482342"/>
              <a:gd name="connsiteX78" fmla="*/ 7342915 w 12192000"/>
              <a:gd name="connsiteY78" fmla="*/ 1819827 h 3482342"/>
              <a:gd name="connsiteX79" fmla="*/ 7255191 w 12192000"/>
              <a:gd name="connsiteY79" fmla="*/ 1834354 h 3482342"/>
              <a:gd name="connsiteX80" fmla="*/ 7131205 w 12192000"/>
              <a:gd name="connsiteY80" fmla="*/ 1845557 h 3482342"/>
              <a:gd name="connsiteX81" fmla="*/ 6941837 w 12192000"/>
              <a:gd name="connsiteY81" fmla="*/ 1840640 h 3482342"/>
              <a:gd name="connsiteX82" fmla="*/ 6837145 w 12192000"/>
              <a:gd name="connsiteY82" fmla="*/ 1870724 h 3482342"/>
              <a:gd name="connsiteX83" fmla="*/ 6753991 w 12192000"/>
              <a:gd name="connsiteY83" fmla="*/ 1860969 h 3482342"/>
              <a:gd name="connsiteX84" fmla="*/ 6727754 w 12192000"/>
              <a:gd name="connsiteY84" fmla="*/ 1882372 h 3482342"/>
              <a:gd name="connsiteX85" fmla="*/ 6723371 w 12192000"/>
              <a:gd name="connsiteY85" fmla="*/ 1886494 h 3482342"/>
              <a:gd name="connsiteX86" fmla="*/ 6702779 w 12192000"/>
              <a:gd name="connsiteY86" fmla="*/ 1893601 h 3482342"/>
              <a:gd name="connsiteX87" fmla="*/ 6686657 w 12192000"/>
              <a:gd name="connsiteY87" fmla="*/ 1907344 h 3482342"/>
              <a:gd name="connsiteX88" fmla="*/ 6651330 w 12192000"/>
              <a:gd name="connsiteY88" fmla="*/ 1922921 h 3482342"/>
              <a:gd name="connsiteX89" fmla="*/ 6622958 w 12192000"/>
              <a:gd name="connsiteY89" fmla="*/ 1936255 h 3482342"/>
              <a:gd name="connsiteX90" fmla="*/ 6522602 w 12192000"/>
              <a:gd name="connsiteY90" fmla="*/ 1954133 h 3482342"/>
              <a:gd name="connsiteX91" fmla="*/ 6444344 w 12192000"/>
              <a:gd name="connsiteY91" fmla="*/ 1969663 h 3482342"/>
              <a:gd name="connsiteX92" fmla="*/ 6409626 w 12192000"/>
              <a:gd name="connsiteY92" fmla="*/ 1978846 h 3482342"/>
              <a:gd name="connsiteX93" fmla="*/ 6333446 w 12192000"/>
              <a:gd name="connsiteY93" fmla="*/ 1997163 h 3482342"/>
              <a:gd name="connsiteX94" fmla="*/ 6294933 w 12192000"/>
              <a:gd name="connsiteY94" fmla="*/ 2019412 h 3482342"/>
              <a:gd name="connsiteX95" fmla="*/ 6238719 w 12192000"/>
              <a:gd name="connsiteY95" fmla="*/ 2042547 h 3482342"/>
              <a:gd name="connsiteX96" fmla="*/ 6187205 w 12192000"/>
              <a:gd name="connsiteY96" fmla="*/ 2060048 h 3482342"/>
              <a:gd name="connsiteX97" fmla="*/ 6138780 w 12192000"/>
              <a:gd name="connsiteY97" fmla="*/ 2081918 h 3482342"/>
              <a:gd name="connsiteX98" fmla="*/ 6120125 w 12192000"/>
              <a:gd name="connsiteY98" fmla="*/ 2109475 h 3482342"/>
              <a:gd name="connsiteX99" fmla="*/ 6056576 w 12192000"/>
              <a:gd name="connsiteY99" fmla="*/ 2120066 h 3482342"/>
              <a:gd name="connsiteX100" fmla="*/ 5993794 w 12192000"/>
              <a:gd name="connsiteY100" fmla="*/ 2122569 h 3482342"/>
              <a:gd name="connsiteX101" fmla="*/ 5943601 w 12192000"/>
              <a:gd name="connsiteY101" fmla="*/ 2137719 h 3482342"/>
              <a:gd name="connsiteX102" fmla="*/ 5898141 w 12192000"/>
              <a:gd name="connsiteY102" fmla="*/ 2144806 h 3482342"/>
              <a:gd name="connsiteX103" fmla="*/ 5855337 w 12192000"/>
              <a:gd name="connsiteY103" fmla="*/ 2137719 h 3482342"/>
              <a:gd name="connsiteX104" fmla="*/ 5817682 w 12192000"/>
              <a:gd name="connsiteY104" fmla="*/ 2157358 h 3482342"/>
              <a:gd name="connsiteX105" fmla="*/ 5735300 w 12192000"/>
              <a:gd name="connsiteY105" fmla="*/ 2158902 h 3482342"/>
              <a:gd name="connsiteX106" fmla="*/ 5591469 w 12192000"/>
              <a:gd name="connsiteY106" fmla="*/ 2178389 h 3482342"/>
              <a:gd name="connsiteX107" fmla="*/ 5505818 w 12192000"/>
              <a:gd name="connsiteY107" fmla="*/ 2194207 h 3482342"/>
              <a:gd name="connsiteX108" fmla="*/ 5452860 w 12192000"/>
              <a:gd name="connsiteY108" fmla="*/ 2180085 h 3482342"/>
              <a:gd name="connsiteX109" fmla="*/ 5414282 w 12192000"/>
              <a:gd name="connsiteY109" fmla="*/ 2183070 h 3482342"/>
              <a:gd name="connsiteX110" fmla="*/ 5368369 w 12192000"/>
              <a:gd name="connsiteY110" fmla="*/ 2204272 h 3482342"/>
              <a:gd name="connsiteX111" fmla="*/ 5336354 w 12192000"/>
              <a:gd name="connsiteY111" fmla="*/ 2218920 h 3482342"/>
              <a:gd name="connsiteX112" fmla="*/ 5291263 w 12192000"/>
              <a:gd name="connsiteY112" fmla="*/ 2239182 h 3482342"/>
              <a:gd name="connsiteX113" fmla="*/ 5255152 w 12192000"/>
              <a:gd name="connsiteY113" fmla="*/ 2247164 h 3482342"/>
              <a:gd name="connsiteX114" fmla="*/ 5233796 w 12192000"/>
              <a:gd name="connsiteY114" fmla="*/ 2268260 h 3482342"/>
              <a:gd name="connsiteX115" fmla="*/ 5212786 w 12192000"/>
              <a:gd name="connsiteY115" fmla="*/ 2296592 h 3482342"/>
              <a:gd name="connsiteX116" fmla="*/ 5173523 w 12192000"/>
              <a:gd name="connsiteY116" fmla="*/ 2309057 h 3482342"/>
              <a:gd name="connsiteX117" fmla="*/ 5123830 w 12192000"/>
              <a:gd name="connsiteY117" fmla="*/ 2307070 h 3482342"/>
              <a:gd name="connsiteX118" fmla="*/ 5065426 w 12192000"/>
              <a:gd name="connsiteY118" fmla="*/ 2324076 h 3482342"/>
              <a:gd name="connsiteX119" fmla="*/ 4975908 w 12192000"/>
              <a:gd name="connsiteY119" fmla="*/ 2364128 h 3482342"/>
              <a:gd name="connsiteX120" fmla="*/ 4913723 w 12192000"/>
              <a:gd name="connsiteY120" fmla="*/ 2385265 h 3482342"/>
              <a:gd name="connsiteX121" fmla="*/ 4746485 w 12192000"/>
              <a:gd name="connsiteY121" fmla="*/ 2451769 h 3482342"/>
              <a:gd name="connsiteX122" fmla="*/ 4681588 w 12192000"/>
              <a:gd name="connsiteY122" fmla="*/ 2467494 h 3482342"/>
              <a:gd name="connsiteX123" fmla="*/ 1783655 w 12192000"/>
              <a:gd name="connsiteY123" fmla="*/ 3163860 h 3482342"/>
              <a:gd name="connsiteX124" fmla="*/ 1325955 w 12192000"/>
              <a:gd name="connsiteY124" fmla="*/ 3176692 h 3482342"/>
              <a:gd name="connsiteX125" fmla="*/ 1190384 w 12192000"/>
              <a:gd name="connsiteY125" fmla="*/ 3203504 h 3482342"/>
              <a:gd name="connsiteX126" fmla="*/ 1094537 w 12192000"/>
              <a:gd name="connsiteY126" fmla="*/ 3229469 h 3482342"/>
              <a:gd name="connsiteX127" fmla="*/ 779276 w 12192000"/>
              <a:gd name="connsiteY127" fmla="*/ 3327290 h 3482342"/>
              <a:gd name="connsiteX128" fmla="*/ 600378 w 12192000"/>
              <a:gd name="connsiteY128" fmla="*/ 3335250 h 3482342"/>
              <a:gd name="connsiteX129" fmla="*/ 493457 w 12192000"/>
              <a:gd name="connsiteY129" fmla="*/ 3365044 h 3482342"/>
              <a:gd name="connsiteX130" fmla="*/ 349402 w 12192000"/>
              <a:gd name="connsiteY130" fmla="*/ 3380897 h 3482342"/>
              <a:gd name="connsiteX131" fmla="*/ 192183 w 12192000"/>
              <a:gd name="connsiteY131" fmla="*/ 3460075 h 3482342"/>
              <a:gd name="connsiteX132" fmla="*/ 46713 w 12192000"/>
              <a:gd name="connsiteY132" fmla="*/ 3462986 h 3482342"/>
              <a:gd name="connsiteX133" fmla="*/ 2765 w 12192000"/>
              <a:gd name="connsiteY133" fmla="*/ 3480770 h 3482342"/>
              <a:gd name="connsiteX134" fmla="*/ 0 w 12192000"/>
              <a:gd name="connsiteY134" fmla="*/ 3482342 h 3482342"/>
              <a:gd name="connsiteX135" fmla="*/ 0 w 12192000"/>
              <a:gd name="connsiteY13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601229 w 12192000"/>
              <a:gd name="connsiteY15" fmla="*/ 785537 h 3482342"/>
              <a:gd name="connsiteX16" fmla="*/ 11501920 w 12192000"/>
              <a:gd name="connsiteY16" fmla="*/ 813109 h 3482342"/>
              <a:gd name="connsiteX17" fmla="*/ 11405286 w 12192000"/>
              <a:gd name="connsiteY17" fmla="*/ 849086 h 3482342"/>
              <a:gd name="connsiteX18" fmla="*/ 11338523 w 12192000"/>
              <a:gd name="connsiteY18" fmla="*/ 852810 h 3482342"/>
              <a:gd name="connsiteX19" fmla="*/ 11313493 w 12192000"/>
              <a:gd name="connsiteY19" fmla="*/ 880860 h 3482342"/>
              <a:gd name="connsiteX20" fmla="*/ 11228040 w 12192000"/>
              <a:gd name="connsiteY20" fmla="*/ 958953 h 3482342"/>
              <a:gd name="connsiteX21" fmla="*/ 11196987 w 12192000"/>
              <a:gd name="connsiteY21" fmla="*/ 1000897 h 3482342"/>
              <a:gd name="connsiteX22" fmla="*/ 11193568 w 12192000"/>
              <a:gd name="connsiteY22" fmla="*/ 1039464 h 3482342"/>
              <a:gd name="connsiteX23" fmla="*/ 11175804 w 12192000"/>
              <a:gd name="connsiteY23" fmla="*/ 1067977 h 3482342"/>
              <a:gd name="connsiteX24" fmla="*/ 11133438 w 12192000"/>
              <a:gd name="connsiteY24" fmla="*/ 1106812 h 3482342"/>
              <a:gd name="connsiteX25" fmla="*/ 11120819 w 12192000"/>
              <a:gd name="connsiteY25" fmla="*/ 1126133 h 3482342"/>
              <a:gd name="connsiteX26" fmla="*/ 11071654 w 12192000"/>
              <a:gd name="connsiteY26" fmla="*/ 1177422 h 3482342"/>
              <a:gd name="connsiteX27" fmla="*/ 11028687 w 12192000"/>
              <a:gd name="connsiteY27" fmla="*/ 1199018 h 3482342"/>
              <a:gd name="connsiteX28" fmla="*/ 10974565 w 12192000"/>
              <a:gd name="connsiteY28" fmla="*/ 1226849 h 3482342"/>
              <a:gd name="connsiteX29" fmla="*/ 10960443 w 12192000"/>
              <a:gd name="connsiteY29" fmla="*/ 1244502 h 3482342"/>
              <a:gd name="connsiteX30" fmla="*/ 10879242 w 12192000"/>
              <a:gd name="connsiteY30" fmla="*/ 1269215 h 3482342"/>
              <a:gd name="connsiteX31" fmla="*/ 10850998 w 12192000"/>
              <a:gd name="connsiteY31" fmla="*/ 1269215 h 3482342"/>
              <a:gd name="connsiteX32" fmla="*/ 10815658 w 12192000"/>
              <a:gd name="connsiteY32" fmla="*/ 1287849 h 3482342"/>
              <a:gd name="connsiteX33" fmla="*/ 10723900 w 12192000"/>
              <a:gd name="connsiteY33" fmla="*/ 1318642 h 3482342"/>
              <a:gd name="connsiteX34" fmla="*/ 10699186 w 12192000"/>
              <a:gd name="connsiteY34" fmla="*/ 1322173 h 3482342"/>
              <a:gd name="connsiteX35" fmla="*/ 10676375 w 12192000"/>
              <a:gd name="connsiteY35" fmla="*/ 1342640 h 3482342"/>
              <a:gd name="connsiteX36" fmla="*/ 10636304 w 12192000"/>
              <a:gd name="connsiteY36" fmla="*/ 1342641 h 3482342"/>
              <a:gd name="connsiteX37" fmla="*/ 10603863 w 12192000"/>
              <a:gd name="connsiteY37" fmla="*/ 1346886 h 3482342"/>
              <a:gd name="connsiteX38" fmla="*/ 10573203 w 12192000"/>
              <a:gd name="connsiteY38" fmla="*/ 1351996 h 3482342"/>
              <a:gd name="connsiteX39" fmla="*/ 10547375 w 12192000"/>
              <a:gd name="connsiteY39" fmla="*/ 1375130 h 3482342"/>
              <a:gd name="connsiteX40" fmla="*/ 10513263 w 12192000"/>
              <a:gd name="connsiteY40" fmla="*/ 1371939 h 3482342"/>
              <a:gd name="connsiteX41" fmla="*/ 10487356 w 12192000"/>
              <a:gd name="connsiteY41" fmla="*/ 1385722 h 3482342"/>
              <a:gd name="connsiteX42" fmla="*/ 10464012 w 12192000"/>
              <a:gd name="connsiteY42" fmla="*/ 1391778 h 3482342"/>
              <a:gd name="connsiteX43" fmla="*/ 10439694 w 12192000"/>
              <a:gd name="connsiteY43" fmla="*/ 1406905 h 3482342"/>
              <a:gd name="connsiteX44" fmla="*/ 10405409 w 12192000"/>
              <a:gd name="connsiteY44" fmla="*/ 1422789 h 3482342"/>
              <a:gd name="connsiteX45" fmla="*/ 10370530 w 12192000"/>
              <a:gd name="connsiteY45" fmla="*/ 1441596 h 3482342"/>
              <a:gd name="connsiteX46" fmla="*/ 10300239 w 12192000"/>
              <a:gd name="connsiteY46" fmla="*/ 1456332 h 3482342"/>
              <a:gd name="connsiteX47" fmla="*/ 10264922 w 12192000"/>
              <a:gd name="connsiteY47" fmla="*/ 1472107 h 3482342"/>
              <a:gd name="connsiteX48" fmla="*/ 10229629 w 12192000"/>
              <a:gd name="connsiteY48" fmla="*/ 1470454 h 3482342"/>
              <a:gd name="connsiteX49" fmla="*/ 10201385 w 12192000"/>
              <a:gd name="connsiteY49" fmla="*/ 1477515 h 3482342"/>
              <a:gd name="connsiteX50" fmla="*/ 10151958 w 12192000"/>
              <a:gd name="connsiteY50" fmla="*/ 1477515 h 3482342"/>
              <a:gd name="connsiteX51" fmla="*/ 10120184 w 12192000"/>
              <a:gd name="connsiteY51" fmla="*/ 1466924 h 3482342"/>
              <a:gd name="connsiteX52" fmla="*/ 10081348 w 12192000"/>
              <a:gd name="connsiteY52" fmla="*/ 1481046 h 3482342"/>
              <a:gd name="connsiteX53" fmla="*/ 10058690 w 12192000"/>
              <a:gd name="connsiteY53" fmla="*/ 1474888 h 3482342"/>
              <a:gd name="connsiteX54" fmla="*/ 10004424 w 12192000"/>
              <a:gd name="connsiteY54" fmla="*/ 1489801 h 3482342"/>
              <a:gd name="connsiteX55" fmla="*/ 9999951 w 12192000"/>
              <a:gd name="connsiteY55" fmla="*/ 1499127 h 3482342"/>
              <a:gd name="connsiteX56" fmla="*/ 9845462 w 12192000"/>
              <a:gd name="connsiteY56" fmla="*/ 1548192 h 3482342"/>
              <a:gd name="connsiteX57" fmla="*/ 9736156 w 12192000"/>
              <a:gd name="connsiteY57" fmla="*/ 1581928 h 3482342"/>
              <a:gd name="connsiteX58" fmla="*/ 9693355 w 12192000"/>
              <a:gd name="connsiteY58" fmla="*/ 1602632 h 3482342"/>
              <a:gd name="connsiteX59" fmla="*/ 9664242 w 12192000"/>
              <a:gd name="connsiteY59" fmla="*/ 1622075 h 3482342"/>
              <a:gd name="connsiteX60" fmla="*/ 9579195 w 12192000"/>
              <a:gd name="connsiteY60" fmla="*/ 1648017 h 3482342"/>
              <a:gd name="connsiteX61" fmla="*/ 9433652 w 12192000"/>
              <a:gd name="connsiteY61" fmla="*/ 1681174 h 3482342"/>
              <a:gd name="connsiteX62" fmla="*/ 9403775 w 12192000"/>
              <a:gd name="connsiteY62" fmla="*/ 1690403 h 3482342"/>
              <a:gd name="connsiteX63" fmla="*/ 9382503 w 12192000"/>
              <a:gd name="connsiteY63" fmla="*/ 1706957 h 3482342"/>
              <a:gd name="connsiteX64" fmla="*/ 9381410 w 12192000"/>
              <a:gd name="connsiteY64" fmla="*/ 1718312 h 3482342"/>
              <a:gd name="connsiteX65" fmla="*/ 9365685 w 12192000"/>
              <a:gd name="connsiteY65" fmla="*/ 1724772 h 3482342"/>
              <a:gd name="connsiteX66" fmla="*/ 9278020 w 12192000"/>
              <a:gd name="connsiteY66" fmla="*/ 1741161 h 3482342"/>
              <a:gd name="connsiteX67" fmla="*/ 9217145 w 12192000"/>
              <a:gd name="connsiteY67" fmla="*/ 1771195 h 3482342"/>
              <a:gd name="connsiteX68" fmla="*/ 8955875 w 12192000"/>
              <a:gd name="connsiteY68" fmla="*/ 1796806 h 3482342"/>
              <a:gd name="connsiteX69" fmla="*/ 8648415 w 12192000"/>
              <a:gd name="connsiteY69" fmla="*/ 1878623 h 3482342"/>
              <a:gd name="connsiteX70" fmla="*/ 8538519 w 12192000"/>
              <a:gd name="connsiteY70" fmla="*/ 1894114 h 3482342"/>
              <a:gd name="connsiteX71" fmla="*/ 8506541 w 12192000"/>
              <a:gd name="connsiteY71" fmla="*/ 1905955 h 3482342"/>
              <a:gd name="connsiteX72" fmla="*/ 8236214 w 12192000"/>
              <a:gd name="connsiteY72" fmla="*/ 1909725 h 3482342"/>
              <a:gd name="connsiteX73" fmla="*/ 8132104 w 12192000"/>
              <a:gd name="connsiteY73" fmla="*/ 1895727 h 3482342"/>
              <a:gd name="connsiteX74" fmla="*/ 7918078 w 12192000"/>
              <a:gd name="connsiteY74" fmla="*/ 1862668 h 3482342"/>
              <a:gd name="connsiteX75" fmla="*/ 7817899 w 12192000"/>
              <a:gd name="connsiteY75" fmla="*/ 1862176 h 3482342"/>
              <a:gd name="connsiteX76" fmla="*/ 7768994 w 12192000"/>
              <a:gd name="connsiteY76" fmla="*/ 1855721 h 3482342"/>
              <a:gd name="connsiteX77" fmla="*/ 7618027 w 12192000"/>
              <a:gd name="connsiteY77" fmla="*/ 1830959 h 3482342"/>
              <a:gd name="connsiteX78" fmla="*/ 7449425 w 12192000"/>
              <a:gd name="connsiteY78" fmla="*/ 1810910 h 3482342"/>
              <a:gd name="connsiteX79" fmla="*/ 7342915 w 12192000"/>
              <a:gd name="connsiteY79" fmla="*/ 1819827 h 3482342"/>
              <a:gd name="connsiteX80" fmla="*/ 7255191 w 12192000"/>
              <a:gd name="connsiteY80" fmla="*/ 1834354 h 3482342"/>
              <a:gd name="connsiteX81" fmla="*/ 7131205 w 12192000"/>
              <a:gd name="connsiteY81" fmla="*/ 1845557 h 3482342"/>
              <a:gd name="connsiteX82" fmla="*/ 6941837 w 12192000"/>
              <a:gd name="connsiteY82" fmla="*/ 1840640 h 3482342"/>
              <a:gd name="connsiteX83" fmla="*/ 6837145 w 12192000"/>
              <a:gd name="connsiteY83" fmla="*/ 1870724 h 3482342"/>
              <a:gd name="connsiteX84" fmla="*/ 6753991 w 12192000"/>
              <a:gd name="connsiteY84" fmla="*/ 1860969 h 3482342"/>
              <a:gd name="connsiteX85" fmla="*/ 6727754 w 12192000"/>
              <a:gd name="connsiteY85" fmla="*/ 1882372 h 3482342"/>
              <a:gd name="connsiteX86" fmla="*/ 6723371 w 12192000"/>
              <a:gd name="connsiteY86" fmla="*/ 1886494 h 3482342"/>
              <a:gd name="connsiteX87" fmla="*/ 6702779 w 12192000"/>
              <a:gd name="connsiteY87" fmla="*/ 1893601 h 3482342"/>
              <a:gd name="connsiteX88" fmla="*/ 6686657 w 12192000"/>
              <a:gd name="connsiteY88" fmla="*/ 1907344 h 3482342"/>
              <a:gd name="connsiteX89" fmla="*/ 6651330 w 12192000"/>
              <a:gd name="connsiteY89" fmla="*/ 1922921 h 3482342"/>
              <a:gd name="connsiteX90" fmla="*/ 6622958 w 12192000"/>
              <a:gd name="connsiteY90" fmla="*/ 1936255 h 3482342"/>
              <a:gd name="connsiteX91" fmla="*/ 6522602 w 12192000"/>
              <a:gd name="connsiteY91" fmla="*/ 1954133 h 3482342"/>
              <a:gd name="connsiteX92" fmla="*/ 6444344 w 12192000"/>
              <a:gd name="connsiteY92" fmla="*/ 1969663 h 3482342"/>
              <a:gd name="connsiteX93" fmla="*/ 6409626 w 12192000"/>
              <a:gd name="connsiteY93" fmla="*/ 1978846 h 3482342"/>
              <a:gd name="connsiteX94" fmla="*/ 6333446 w 12192000"/>
              <a:gd name="connsiteY94" fmla="*/ 1997163 h 3482342"/>
              <a:gd name="connsiteX95" fmla="*/ 6294933 w 12192000"/>
              <a:gd name="connsiteY95" fmla="*/ 2019412 h 3482342"/>
              <a:gd name="connsiteX96" fmla="*/ 6238719 w 12192000"/>
              <a:gd name="connsiteY96" fmla="*/ 2042547 h 3482342"/>
              <a:gd name="connsiteX97" fmla="*/ 6187205 w 12192000"/>
              <a:gd name="connsiteY97" fmla="*/ 2060048 h 3482342"/>
              <a:gd name="connsiteX98" fmla="*/ 6138780 w 12192000"/>
              <a:gd name="connsiteY98" fmla="*/ 2081918 h 3482342"/>
              <a:gd name="connsiteX99" fmla="*/ 6120125 w 12192000"/>
              <a:gd name="connsiteY99" fmla="*/ 2109475 h 3482342"/>
              <a:gd name="connsiteX100" fmla="*/ 6056576 w 12192000"/>
              <a:gd name="connsiteY100" fmla="*/ 2120066 h 3482342"/>
              <a:gd name="connsiteX101" fmla="*/ 5993794 w 12192000"/>
              <a:gd name="connsiteY101" fmla="*/ 2122569 h 3482342"/>
              <a:gd name="connsiteX102" fmla="*/ 5943601 w 12192000"/>
              <a:gd name="connsiteY102" fmla="*/ 2137719 h 3482342"/>
              <a:gd name="connsiteX103" fmla="*/ 5898141 w 12192000"/>
              <a:gd name="connsiteY103" fmla="*/ 2144806 h 3482342"/>
              <a:gd name="connsiteX104" fmla="*/ 5855337 w 12192000"/>
              <a:gd name="connsiteY104" fmla="*/ 2137719 h 3482342"/>
              <a:gd name="connsiteX105" fmla="*/ 5817682 w 12192000"/>
              <a:gd name="connsiteY105" fmla="*/ 2157358 h 3482342"/>
              <a:gd name="connsiteX106" fmla="*/ 5735300 w 12192000"/>
              <a:gd name="connsiteY106" fmla="*/ 2158902 h 3482342"/>
              <a:gd name="connsiteX107" fmla="*/ 5591469 w 12192000"/>
              <a:gd name="connsiteY107" fmla="*/ 2178389 h 3482342"/>
              <a:gd name="connsiteX108" fmla="*/ 5505818 w 12192000"/>
              <a:gd name="connsiteY108" fmla="*/ 2194207 h 3482342"/>
              <a:gd name="connsiteX109" fmla="*/ 5452860 w 12192000"/>
              <a:gd name="connsiteY109" fmla="*/ 2180085 h 3482342"/>
              <a:gd name="connsiteX110" fmla="*/ 5414282 w 12192000"/>
              <a:gd name="connsiteY110" fmla="*/ 2183070 h 3482342"/>
              <a:gd name="connsiteX111" fmla="*/ 5368369 w 12192000"/>
              <a:gd name="connsiteY111" fmla="*/ 2204272 h 3482342"/>
              <a:gd name="connsiteX112" fmla="*/ 5336354 w 12192000"/>
              <a:gd name="connsiteY112" fmla="*/ 2218920 h 3482342"/>
              <a:gd name="connsiteX113" fmla="*/ 5291263 w 12192000"/>
              <a:gd name="connsiteY113" fmla="*/ 2239182 h 3482342"/>
              <a:gd name="connsiteX114" fmla="*/ 5255152 w 12192000"/>
              <a:gd name="connsiteY114" fmla="*/ 2247164 h 3482342"/>
              <a:gd name="connsiteX115" fmla="*/ 5233796 w 12192000"/>
              <a:gd name="connsiteY115" fmla="*/ 2268260 h 3482342"/>
              <a:gd name="connsiteX116" fmla="*/ 5212786 w 12192000"/>
              <a:gd name="connsiteY116" fmla="*/ 2296592 h 3482342"/>
              <a:gd name="connsiteX117" fmla="*/ 5173523 w 12192000"/>
              <a:gd name="connsiteY117" fmla="*/ 2309057 h 3482342"/>
              <a:gd name="connsiteX118" fmla="*/ 5123830 w 12192000"/>
              <a:gd name="connsiteY118" fmla="*/ 2307070 h 3482342"/>
              <a:gd name="connsiteX119" fmla="*/ 5065426 w 12192000"/>
              <a:gd name="connsiteY119" fmla="*/ 2324076 h 3482342"/>
              <a:gd name="connsiteX120" fmla="*/ 4975908 w 12192000"/>
              <a:gd name="connsiteY120" fmla="*/ 2364128 h 3482342"/>
              <a:gd name="connsiteX121" fmla="*/ 4913723 w 12192000"/>
              <a:gd name="connsiteY121" fmla="*/ 2385265 h 3482342"/>
              <a:gd name="connsiteX122" fmla="*/ 4746485 w 12192000"/>
              <a:gd name="connsiteY122" fmla="*/ 2451769 h 3482342"/>
              <a:gd name="connsiteX123" fmla="*/ 4681588 w 12192000"/>
              <a:gd name="connsiteY123" fmla="*/ 2467494 h 3482342"/>
              <a:gd name="connsiteX124" fmla="*/ 1783655 w 12192000"/>
              <a:gd name="connsiteY124" fmla="*/ 3163860 h 3482342"/>
              <a:gd name="connsiteX125" fmla="*/ 1325955 w 12192000"/>
              <a:gd name="connsiteY125" fmla="*/ 3176692 h 3482342"/>
              <a:gd name="connsiteX126" fmla="*/ 1190384 w 12192000"/>
              <a:gd name="connsiteY126" fmla="*/ 3203504 h 3482342"/>
              <a:gd name="connsiteX127" fmla="*/ 1094537 w 12192000"/>
              <a:gd name="connsiteY127" fmla="*/ 3229469 h 3482342"/>
              <a:gd name="connsiteX128" fmla="*/ 779276 w 12192000"/>
              <a:gd name="connsiteY128" fmla="*/ 3327290 h 3482342"/>
              <a:gd name="connsiteX129" fmla="*/ 600378 w 12192000"/>
              <a:gd name="connsiteY129" fmla="*/ 3335250 h 3482342"/>
              <a:gd name="connsiteX130" fmla="*/ 493457 w 12192000"/>
              <a:gd name="connsiteY130" fmla="*/ 3365044 h 3482342"/>
              <a:gd name="connsiteX131" fmla="*/ 349402 w 12192000"/>
              <a:gd name="connsiteY131" fmla="*/ 3380897 h 3482342"/>
              <a:gd name="connsiteX132" fmla="*/ 192183 w 12192000"/>
              <a:gd name="connsiteY132" fmla="*/ 3460075 h 3482342"/>
              <a:gd name="connsiteX133" fmla="*/ 46713 w 12192000"/>
              <a:gd name="connsiteY133" fmla="*/ 3462986 h 3482342"/>
              <a:gd name="connsiteX134" fmla="*/ 2765 w 12192000"/>
              <a:gd name="connsiteY134" fmla="*/ 3480770 h 3482342"/>
              <a:gd name="connsiteX135" fmla="*/ 0 w 12192000"/>
              <a:gd name="connsiteY135" fmla="*/ 3482342 h 3482342"/>
              <a:gd name="connsiteX136" fmla="*/ 0 w 12192000"/>
              <a:gd name="connsiteY13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7717 w 12192000"/>
              <a:gd name="connsiteY14" fmla="*/ 746701 h 3482342"/>
              <a:gd name="connsiteX15" fmla="*/ 11656818 w 12192000"/>
              <a:gd name="connsiteY15" fmla="*/ 769062 h 3482342"/>
              <a:gd name="connsiteX16" fmla="*/ 11601229 w 12192000"/>
              <a:gd name="connsiteY16" fmla="*/ 785537 h 3482342"/>
              <a:gd name="connsiteX17" fmla="*/ 11501920 w 12192000"/>
              <a:gd name="connsiteY17" fmla="*/ 813109 h 3482342"/>
              <a:gd name="connsiteX18" fmla="*/ 11405286 w 12192000"/>
              <a:gd name="connsiteY18" fmla="*/ 849086 h 3482342"/>
              <a:gd name="connsiteX19" fmla="*/ 11338523 w 12192000"/>
              <a:gd name="connsiteY19" fmla="*/ 852810 h 3482342"/>
              <a:gd name="connsiteX20" fmla="*/ 11313493 w 12192000"/>
              <a:gd name="connsiteY20" fmla="*/ 880860 h 3482342"/>
              <a:gd name="connsiteX21" fmla="*/ 11228040 w 12192000"/>
              <a:gd name="connsiteY21" fmla="*/ 958953 h 3482342"/>
              <a:gd name="connsiteX22" fmla="*/ 11196987 w 12192000"/>
              <a:gd name="connsiteY22" fmla="*/ 1000897 h 3482342"/>
              <a:gd name="connsiteX23" fmla="*/ 11193568 w 12192000"/>
              <a:gd name="connsiteY23" fmla="*/ 1039464 h 3482342"/>
              <a:gd name="connsiteX24" fmla="*/ 11175804 w 12192000"/>
              <a:gd name="connsiteY24" fmla="*/ 1067977 h 3482342"/>
              <a:gd name="connsiteX25" fmla="*/ 11133438 w 12192000"/>
              <a:gd name="connsiteY25" fmla="*/ 1106812 h 3482342"/>
              <a:gd name="connsiteX26" fmla="*/ 11120819 w 12192000"/>
              <a:gd name="connsiteY26" fmla="*/ 1126133 h 3482342"/>
              <a:gd name="connsiteX27" fmla="*/ 11071654 w 12192000"/>
              <a:gd name="connsiteY27" fmla="*/ 1177422 h 3482342"/>
              <a:gd name="connsiteX28" fmla="*/ 11028687 w 12192000"/>
              <a:gd name="connsiteY28" fmla="*/ 1199018 h 3482342"/>
              <a:gd name="connsiteX29" fmla="*/ 10974565 w 12192000"/>
              <a:gd name="connsiteY29" fmla="*/ 1226849 h 3482342"/>
              <a:gd name="connsiteX30" fmla="*/ 10960443 w 12192000"/>
              <a:gd name="connsiteY30" fmla="*/ 1244502 h 3482342"/>
              <a:gd name="connsiteX31" fmla="*/ 10879242 w 12192000"/>
              <a:gd name="connsiteY31" fmla="*/ 1269215 h 3482342"/>
              <a:gd name="connsiteX32" fmla="*/ 10850998 w 12192000"/>
              <a:gd name="connsiteY32" fmla="*/ 1269215 h 3482342"/>
              <a:gd name="connsiteX33" fmla="*/ 10815658 w 12192000"/>
              <a:gd name="connsiteY33" fmla="*/ 1287849 h 3482342"/>
              <a:gd name="connsiteX34" fmla="*/ 10723900 w 12192000"/>
              <a:gd name="connsiteY34" fmla="*/ 1318642 h 3482342"/>
              <a:gd name="connsiteX35" fmla="*/ 10699186 w 12192000"/>
              <a:gd name="connsiteY35" fmla="*/ 1322173 h 3482342"/>
              <a:gd name="connsiteX36" fmla="*/ 10676375 w 12192000"/>
              <a:gd name="connsiteY36" fmla="*/ 1342640 h 3482342"/>
              <a:gd name="connsiteX37" fmla="*/ 10636304 w 12192000"/>
              <a:gd name="connsiteY37" fmla="*/ 1342641 h 3482342"/>
              <a:gd name="connsiteX38" fmla="*/ 10603863 w 12192000"/>
              <a:gd name="connsiteY38" fmla="*/ 1346886 h 3482342"/>
              <a:gd name="connsiteX39" fmla="*/ 10573203 w 12192000"/>
              <a:gd name="connsiteY39" fmla="*/ 1351996 h 3482342"/>
              <a:gd name="connsiteX40" fmla="*/ 10547375 w 12192000"/>
              <a:gd name="connsiteY40" fmla="*/ 1375130 h 3482342"/>
              <a:gd name="connsiteX41" fmla="*/ 10513263 w 12192000"/>
              <a:gd name="connsiteY41" fmla="*/ 1371939 h 3482342"/>
              <a:gd name="connsiteX42" fmla="*/ 10487356 w 12192000"/>
              <a:gd name="connsiteY42" fmla="*/ 1385722 h 3482342"/>
              <a:gd name="connsiteX43" fmla="*/ 10464012 w 12192000"/>
              <a:gd name="connsiteY43" fmla="*/ 1391778 h 3482342"/>
              <a:gd name="connsiteX44" fmla="*/ 10439694 w 12192000"/>
              <a:gd name="connsiteY44" fmla="*/ 1406905 h 3482342"/>
              <a:gd name="connsiteX45" fmla="*/ 10405409 w 12192000"/>
              <a:gd name="connsiteY45" fmla="*/ 1422789 h 3482342"/>
              <a:gd name="connsiteX46" fmla="*/ 10370530 w 12192000"/>
              <a:gd name="connsiteY46" fmla="*/ 1441596 h 3482342"/>
              <a:gd name="connsiteX47" fmla="*/ 10300239 w 12192000"/>
              <a:gd name="connsiteY47" fmla="*/ 1456332 h 3482342"/>
              <a:gd name="connsiteX48" fmla="*/ 10264922 w 12192000"/>
              <a:gd name="connsiteY48" fmla="*/ 1472107 h 3482342"/>
              <a:gd name="connsiteX49" fmla="*/ 10229629 w 12192000"/>
              <a:gd name="connsiteY49" fmla="*/ 1470454 h 3482342"/>
              <a:gd name="connsiteX50" fmla="*/ 10201385 w 12192000"/>
              <a:gd name="connsiteY50" fmla="*/ 1477515 h 3482342"/>
              <a:gd name="connsiteX51" fmla="*/ 10151958 w 12192000"/>
              <a:gd name="connsiteY51" fmla="*/ 1477515 h 3482342"/>
              <a:gd name="connsiteX52" fmla="*/ 10120184 w 12192000"/>
              <a:gd name="connsiteY52" fmla="*/ 1466924 h 3482342"/>
              <a:gd name="connsiteX53" fmla="*/ 10081348 w 12192000"/>
              <a:gd name="connsiteY53" fmla="*/ 1481046 h 3482342"/>
              <a:gd name="connsiteX54" fmla="*/ 10058690 w 12192000"/>
              <a:gd name="connsiteY54" fmla="*/ 1474888 h 3482342"/>
              <a:gd name="connsiteX55" fmla="*/ 10004424 w 12192000"/>
              <a:gd name="connsiteY55" fmla="*/ 1489801 h 3482342"/>
              <a:gd name="connsiteX56" fmla="*/ 9999951 w 12192000"/>
              <a:gd name="connsiteY56" fmla="*/ 1499127 h 3482342"/>
              <a:gd name="connsiteX57" fmla="*/ 9845462 w 12192000"/>
              <a:gd name="connsiteY57" fmla="*/ 1548192 h 3482342"/>
              <a:gd name="connsiteX58" fmla="*/ 9736156 w 12192000"/>
              <a:gd name="connsiteY58" fmla="*/ 1581928 h 3482342"/>
              <a:gd name="connsiteX59" fmla="*/ 9693355 w 12192000"/>
              <a:gd name="connsiteY59" fmla="*/ 1602632 h 3482342"/>
              <a:gd name="connsiteX60" fmla="*/ 9664242 w 12192000"/>
              <a:gd name="connsiteY60" fmla="*/ 1622075 h 3482342"/>
              <a:gd name="connsiteX61" fmla="*/ 9579195 w 12192000"/>
              <a:gd name="connsiteY61" fmla="*/ 1648017 h 3482342"/>
              <a:gd name="connsiteX62" fmla="*/ 9433652 w 12192000"/>
              <a:gd name="connsiteY62" fmla="*/ 1681174 h 3482342"/>
              <a:gd name="connsiteX63" fmla="*/ 9403775 w 12192000"/>
              <a:gd name="connsiteY63" fmla="*/ 1690403 h 3482342"/>
              <a:gd name="connsiteX64" fmla="*/ 9382503 w 12192000"/>
              <a:gd name="connsiteY64" fmla="*/ 1706957 h 3482342"/>
              <a:gd name="connsiteX65" fmla="*/ 9381410 w 12192000"/>
              <a:gd name="connsiteY65" fmla="*/ 1718312 h 3482342"/>
              <a:gd name="connsiteX66" fmla="*/ 9365685 w 12192000"/>
              <a:gd name="connsiteY66" fmla="*/ 1724772 h 3482342"/>
              <a:gd name="connsiteX67" fmla="*/ 9278020 w 12192000"/>
              <a:gd name="connsiteY67" fmla="*/ 1741161 h 3482342"/>
              <a:gd name="connsiteX68" fmla="*/ 9217145 w 12192000"/>
              <a:gd name="connsiteY68" fmla="*/ 1771195 h 3482342"/>
              <a:gd name="connsiteX69" fmla="*/ 8955875 w 12192000"/>
              <a:gd name="connsiteY69" fmla="*/ 1796806 h 3482342"/>
              <a:gd name="connsiteX70" fmla="*/ 8648415 w 12192000"/>
              <a:gd name="connsiteY70" fmla="*/ 1878623 h 3482342"/>
              <a:gd name="connsiteX71" fmla="*/ 8538519 w 12192000"/>
              <a:gd name="connsiteY71" fmla="*/ 1894114 h 3482342"/>
              <a:gd name="connsiteX72" fmla="*/ 8506541 w 12192000"/>
              <a:gd name="connsiteY72" fmla="*/ 1905955 h 3482342"/>
              <a:gd name="connsiteX73" fmla="*/ 8236214 w 12192000"/>
              <a:gd name="connsiteY73" fmla="*/ 1909725 h 3482342"/>
              <a:gd name="connsiteX74" fmla="*/ 8132104 w 12192000"/>
              <a:gd name="connsiteY74" fmla="*/ 1895727 h 3482342"/>
              <a:gd name="connsiteX75" fmla="*/ 7918078 w 12192000"/>
              <a:gd name="connsiteY75" fmla="*/ 1862668 h 3482342"/>
              <a:gd name="connsiteX76" fmla="*/ 7817899 w 12192000"/>
              <a:gd name="connsiteY76" fmla="*/ 1862176 h 3482342"/>
              <a:gd name="connsiteX77" fmla="*/ 7768994 w 12192000"/>
              <a:gd name="connsiteY77" fmla="*/ 1855721 h 3482342"/>
              <a:gd name="connsiteX78" fmla="*/ 7618027 w 12192000"/>
              <a:gd name="connsiteY78" fmla="*/ 1830959 h 3482342"/>
              <a:gd name="connsiteX79" fmla="*/ 7449425 w 12192000"/>
              <a:gd name="connsiteY79" fmla="*/ 1810910 h 3482342"/>
              <a:gd name="connsiteX80" fmla="*/ 7342915 w 12192000"/>
              <a:gd name="connsiteY80" fmla="*/ 1819827 h 3482342"/>
              <a:gd name="connsiteX81" fmla="*/ 7255191 w 12192000"/>
              <a:gd name="connsiteY81" fmla="*/ 1834354 h 3482342"/>
              <a:gd name="connsiteX82" fmla="*/ 7131205 w 12192000"/>
              <a:gd name="connsiteY82" fmla="*/ 1845557 h 3482342"/>
              <a:gd name="connsiteX83" fmla="*/ 6941837 w 12192000"/>
              <a:gd name="connsiteY83" fmla="*/ 1840640 h 3482342"/>
              <a:gd name="connsiteX84" fmla="*/ 6837145 w 12192000"/>
              <a:gd name="connsiteY84" fmla="*/ 1870724 h 3482342"/>
              <a:gd name="connsiteX85" fmla="*/ 6753991 w 12192000"/>
              <a:gd name="connsiteY85" fmla="*/ 1860969 h 3482342"/>
              <a:gd name="connsiteX86" fmla="*/ 6727754 w 12192000"/>
              <a:gd name="connsiteY86" fmla="*/ 1882372 h 3482342"/>
              <a:gd name="connsiteX87" fmla="*/ 6723371 w 12192000"/>
              <a:gd name="connsiteY87" fmla="*/ 1886494 h 3482342"/>
              <a:gd name="connsiteX88" fmla="*/ 6702779 w 12192000"/>
              <a:gd name="connsiteY88" fmla="*/ 1893601 h 3482342"/>
              <a:gd name="connsiteX89" fmla="*/ 6686657 w 12192000"/>
              <a:gd name="connsiteY89" fmla="*/ 1907344 h 3482342"/>
              <a:gd name="connsiteX90" fmla="*/ 6651330 w 12192000"/>
              <a:gd name="connsiteY90" fmla="*/ 1922921 h 3482342"/>
              <a:gd name="connsiteX91" fmla="*/ 6622958 w 12192000"/>
              <a:gd name="connsiteY91" fmla="*/ 1936255 h 3482342"/>
              <a:gd name="connsiteX92" fmla="*/ 6522602 w 12192000"/>
              <a:gd name="connsiteY92" fmla="*/ 1954133 h 3482342"/>
              <a:gd name="connsiteX93" fmla="*/ 6444344 w 12192000"/>
              <a:gd name="connsiteY93" fmla="*/ 1969663 h 3482342"/>
              <a:gd name="connsiteX94" fmla="*/ 6409626 w 12192000"/>
              <a:gd name="connsiteY94" fmla="*/ 1978846 h 3482342"/>
              <a:gd name="connsiteX95" fmla="*/ 6333446 w 12192000"/>
              <a:gd name="connsiteY95" fmla="*/ 1997163 h 3482342"/>
              <a:gd name="connsiteX96" fmla="*/ 6294933 w 12192000"/>
              <a:gd name="connsiteY96" fmla="*/ 2019412 h 3482342"/>
              <a:gd name="connsiteX97" fmla="*/ 6238719 w 12192000"/>
              <a:gd name="connsiteY97" fmla="*/ 2042547 h 3482342"/>
              <a:gd name="connsiteX98" fmla="*/ 6187205 w 12192000"/>
              <a:gd name="connsiteY98" fmla="*/ 2060048 h 3482342"/>
              <a:gd name="connsiteX99" fmla="*/ 6138780 w 12192000"/>
              <a:gd name="connsiteY99" fmla="*/ 2081918 h 3482342"/>
              <a:gd name="connsiteX100" fmla="*/ 6120125 w 12192000"/>
              <a:gd name="connsiteY100" fmla="*/ 2109475 h 3482342"/>
              <a:gd name="connsiteX101" fmla="*/ 6056576 w 12192000"/>
              <a:gd name="connsiteY101" fmla="*/ 2120066 h 3482342"/>
              <a:gd name="connsiteX102" fmla="*/ 5993794 w 12192000"/>
              <a:gd name="connsiteY102" fmla="*/ 2122569 h 3482342"/>
              <a:gd name="connsiteX103" fmla="*/ 5943601 w 12192000"/>
              <a:gd name="connsiteY103" fmla="*/ 2137719 h 3482342"/>
              <a:gd name="connsiteX104" fmla="*/ 5898141 w 12192000"/>
              <a:gd name="connsiteY104" fmla="*/ 2144806 h 3482342"/>
              <a:gd name="connsiteX105" fmla="*/ 5855337 w 12192000"/>
              <a:gd name="connsiteY105" fmla="*/ 2137719 h 3482342"/>
              <a:gd name="connsiteX106" fmla="*/ 5817682 w 12192000"/>
              <a:gd name="connsiteY106" fmla="*/ 2157358 h 3482342"/>
              <a:gd name="connsiteX107" fmla="*/ 5735300 w 12192000"/>
              <a:gd name="connsiteY107" fmla="*/ 2158902 h 3482342"/>
              <a:gd name="connsiteX108" fmla="*/ 5591469 w 12192000"/>
              <a:gd name="connsiteY108" fmla="*/ 2178389 h 3482342"/>
              <a:gd name="connsiteX109" fmla="*/ 5505818 w 12192000"/>
              <a:gd name="connsiteY109" fmla="*/ 2194207 h 3482342"/>
              <a:gd name="connsiteX110" fmla="*/ 5452860 w 12192000"/>
              <a:gd name="connsiteY110" fmla="*/ 2180085 h 3482342"/>
              <a:gd name="connsiteX111" fmla="*/ 5414282 w 12192000"/>
              <a:gd name="connsiteY111" fmla="*/ 2183070 h 3482342"/>
              <a:gd name="connsiteX112" fmla="*/ 5368369 w 12192000"/>
              <a:gd name="connsiteY112" fmla="*/ 2204272 h 3482342"/>
              <a:gd name="connsiteX113" fmla="*/ 5336354 w 12192000"/>
              <a:gd name="connsiteY113" fmla="*/ 2218920 h 3482342"/>
              <a:gd name="connsiteX114" fmla="*/ 5291263 w 12192000"/>
              <a:gd name="connsiteY114" fmla="*/ 2239182 h 3482342"/>
              <a:gd name="connsiteX115" fmla="*/ 5255152 w 12192000"/>
              <a:gd name="connsiteY115" fmla="*/ 2247164 h 3482342"/>
              <a:gd name="connsiteX116" fmla="*/ 5233796 w 12192000"/>
              <a:gd name="connsiteY116" fmla="*/ 2268260 h 3482342"/>
              <a:gd name="connsiteX117" fmla="*/ 5212786 w 12192000"/>
              <a:gd name="connsiteY117" fmla="*/ 2296592 h 3482342"/>
              <a:gd name="connsiteX118" fmla="*/ 5173523 w 12192000"/>
              <a:gd name="connsiteY118" fmla="*/ 2309057 h 3482342"/>
              <a:gd name="connsiteX119" fmla="*/ 5123830 w 12192000"/>
              <a:gd name="connsiteY119" fmla="*/ 2307070 h 3482342"/>
              <a:gd name="connsiteX120" fmla="*/ 5065426 w 12192000"/>
              <a:gd name="connsiteY120" fmla="*/ 2324076 h 3482342"/>
              <a:gd name="connsiteX121" fmla="*/ 4975908 w 12192000"/>
              <a:gd name="connsiteY121" fmla="*/ 2364128 h 3482342"/>
              <a:gd name="connsiteX122" fmla="*/ 4913723 w 12192000"/>
              <a:gd name="connsiteY122" fmla="*/ 2385265 h 3482342"/>
              <a:gd name="connsiteX123" fmla="*/ 4746485 w 12192000"/>
              <a:gd name="connsiteY123" fmla="*/ 2451769 h 3482342"/>
              <a:gd name="connsiteX124" fmla="*/ 4681588 w 12192000"/>
              <a:gd name="connsiteY124" fmla="*/ 2467494 h 3482342"/>
              <a:gd name="connsiteX125" fmla="*/ 1783655 w 12192000"/>
              <a:gd name="connsiteY125" fmla="*/ 3163860 h 3482342"/>
              <a:gd name="connsiteX126" fmla="*/ 1325955 w 12192000"/>
              <a:gd name="connsiteY126" fmla="*/ 3176692 h 3482342"/>
              <a:gd name="connsiteX127" fmla="*/ 1190384 w 12192000"/>
              <a:gd name="connsiteY127" fmla="*/ 3203504 h 3482342"/>
              <a:gd name="connsiteX128" fmla="*/ 1094537 w 12192000"/>
              <a:gd name="connsiteY128" fmla="*/ 3229469 h 3482342"/>
              <a:gd name="connsiteX129" fmla="*/ 779276 w 12192000"/>
              <a:gd name="connsiteY129" fmla="*/ 3327290 h 3482342"/>
              <a:gd name="connsiteX130" fmla="*/ 600378 w 12192000"/>
              <a:gd name="connsiteY130" fmla="*/ 3335250 h 3482342"/>
              <a:gd name="connsiteX131" fmla="*/ 493457 w 12192000"/>
              <a:gd name="connsiteY131" fmla="*/ 3365044 h 3482342"/>
              <a:gd name="connsiteX132" fmla="*/ 349402 w 12192000"/>
              <a:gd name="connsiteY132" fmla="*/ 3380897 h 3482342"/>
              <a:gd name="connsiteX133" fmla="*/ 192183 w 12192000"/>
              <a:gd name="connsiteY133" fmla="*/ 3460075 h 3482342"/>
              <a:gd name="connsiteX134" fmla="*/ 46713 w 12192000"/>
              <a:gd name="connsiteY134" fmla="*/ 3462986 h 3482342"/>
              <a:gd name="connsiteX135" fmla="*/ 2765 w 12192000"/>
              <a:gd name="connsiteY135" fmla="*/ 3480770 h 3482342"/>
              <a:gd name="connsiteX136" fmla="*/ 0 w 12192000"/>
              <a:gd name="connsiteY136" fmla="*/ 3482342 h 3482342"/>
              <a:gd name="connsiteX137" fmla="*/ 0 w 12192000"/>
              <a:gd name="connsiteY13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13493 w 12192000"/>
              <a:gd name="connsiteY21" fmla="*/ 880860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92183 w 12192000"/>
              <a:gd name="connsiteY135" fmla="*/ 3460075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416599 w 12192000"/>
              <a:gd name="connsiteY133" fmla="*/ 3387517 h 3482342"/>
              <a:gd name="connsiteX134" fmla="*/ 349402 w 12192000"/>
              <a:gd name="connsiteY134" fmla="*/ 3380897 h 3482342"/>
              <a:gd name="connsiteX135" fmla="*/ 225952 w 12192000"/>
              <a:gd name="connsiteY135" fmla="*/ 3426352 h 3482342"/>
              <a:gd name="connsiteX136" fmla="*/ 171000 w 12192000"/>
              <a:gd name="connsiteY136" fmla="*/ 3438892 h 3482342"/>
              <a:gd name="connsiteX137" fmla="*/ 88263 w 12192000"/>
              <a:gd name="connsiteY137" fmla="*/ 3479310 h 3482342"/>
              <a:gd name="connsiteX138" fmla="*/ 46713 w 12192000"/>
              <a:gd name="connsiteY138" fmla="*/ 3462986 h 3482342"/>
              <a:gd name="connsiteX139" fmla="*/ 2765 w 12192000"/>
              <a:gd name="connsiteY139" fmla="*/ 3480770 h 3482342"/>
              <a:gd name="connsiteX140" fmla="*/ 0 w 12192000"/>
              <a:gd name="connsiteY140" fmla="*/ 3482342 h 3482342"/>
              <a:gd name="connsiteX141" fmla="*/ 0 w 12192000"/>
              <a:gd name="connsiteY14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388355 w 12192000"/>
              <a:gd name="connsiteY135" fmla="*/ 3376925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192000" h="3482342">
                <a:moveTo>
                  <a:pt x="0" y="0"/>
                </a:moveTo>
                <a:lnTo>
                  <a:pt x="12192000" y="0"/>
                </a:lnTo>
                <a:lnTo>
                  <a:pt x="12192000" y="635369"/>
                </a:lnTo>
                <a:cubicBezTo>
                  <a:pt x="12191930" y="610378"/>
                  <a:pt x="12191859" y="585387"/>
                  <a:pt x="12191789" y="560396"/>
                </a:cubicBezTo>
                <a:cubicBezTo>
                  <a:pt x="12175211" y="562678"/>
                  <a:pt x="11999606" y="644473"/>
                  <a:pt x="11983027" y="646756"/>
                </a:cubicBezTo>
                <a:cubicBezTo>
                  <a:pt x="11943442" y="661920"/>
                  <a:pt x="11950154" y="649830"/>
                  <a:pt x="11940158" y="651378"/>
                </a:cubicBezTo>
                <a:cubicBezTo>
                  <a:pt x="11930162" y="652926"/>
                  <a:pt x="11943274" y="652245"/>
                  <a:pt x="11923051" y="656045"/>
                </a:cubicBezTo>
                <a:cubicBezTo>
                  <a:pt x="11882449" y="639093"/>
                  <a:pt x="11867184" y="670845"/>
                  <a:pt x="11832939" y="674181"/>
                </a:cubicBezTo>
                <a:cubicBezTo>
                  <a:pt x="11812296" y="669845"/>
                  <a:pt x="11772988" y="668355"/>
                  <a:pt x="11767770" y="683807"/>
                </a:cubicBezTo>
                <a:cubicBezTo>
                  <a:pt x="11757314" y="685936"/>
                  <a:pt x="11743230" y="693101"/>
                  <a:pt x="11728279" y="700816"/>
                </a:cubicBezTo>
                <a:lnTo>
                  <a:pt x="11722533" y="703421"/>
                </a:lnTo>
                <a:lnTo>
                  <a:pt x="11720002" y="710566"/>
                </a:lnTo>
                <a:lnTo>
                  <a:pt x="11707351" y="710310"/>
                </a:lnTo>
                <a:lnTo>
                  <a:pt x="11700369" y="713480"/>
                </a:lnTo>
                <a:lnTo>
                  <a:pt x="11691126" y="726131"/>
                </a:lnTo>
                <a:cubicBezTo>
                  <a:pt x="11686960" y="732845"/>
                  <a:pt x="11663435" y="739546"/>
                  <a:pt x="11657717" y="746701"/>
                </a:cubicBezTo>
                <a:cubicBezTo>
                  <a:pt x="11651999" y="753856"/>
                  <a:pt x="11669175" y="763766"/>
                  <a:pt x="11656818" y="769062"/>
                </a:cubicBezTo>
                <a:cubicBezTo>
                  <a:pt x="11645954" y="777786"/>
                  <a:pt x="11627045" y="778196"/>
                  <a:pt x="11601229" y="785537"/>
                </a:cubicBezTo>
                <a:cubicBezTo>
                  <a:pt x="11575413" y="792878"/>
                  <a:pt x="11538696" y="801341"/>
                  <a:pt x="11501920" y="813109"/>
                </a:cubicBezTo>
                <a:cubicBezTo>
                  <a:pt x="11460587" y="824093"/>
                  <a:pt x="11432519" y="842469"/>
                  <a:pt x="11405286" y="849086"/>
                </a:cubicBezTo>
                <a:cubicBezTo>
                  <a:pt x="11353339" y="866295"/>
                  <a:pt x="11354410" y="845161"/>
                  <a:pt x="11338523" y="852810"/>
                </a:cubicBezTo>
                <a:cubicBezTo>
                  <a:pt x="11308884" y="863514"/>
                  <a:pt x="11353090" y="841987"/>
                  <a:pt x="11334676" y="859677"/>
                </a:cubicBezTo>
                <a:cubicBezTo>
                  <a:pt x="11295079" y="884428"/>
                  <a:pt x="11238631" y="959542"/>
                  <a:pt x="11217448" y="980136"/>
                </a:cubicBezTo>
                <a:cubicBezTo>
                  <a:pt x="11196801" y="1004817"/>
                  <a:pt x="11202732" y="987478"/>
                  <a:pt x="11196987" y="1000897"/>
                </a:cubicBezTo>
                <a:cubicBezTo>
                  <a:pt x="11191242" y="1014316"/>
                  <a:pt x="11200040" y="1028284"/>
                  <a:pt x="11193568" y="1039464"/>
                </a:cubicBezTo>
                <a:cubicBezTo>
                  <a:pt x="11181920" y="1057634"/>
                  <a:pt x="11187929" y="1053532"/>
                  <a:pt x="11175804" y="1067977"/>
                </a:cubicBezTo>
                <a:cubicBezTo>
                  <a:pt x="11168136" y="1078025"/>
                  <a:pt x="11142602" y="1097119"/>
                  <a:pt x="11133438" y="1106812"/>
                </a:cubicBezTo>
                <a:cubicBezTo>
                  <a:pt x="11124274" y="1116505"/>
                  <a:pt x="11134647" y="1114365"/>
                  <a:pt x="11120819" y="1126133"/>
                </a:cubicBezTo>
                <a:cubicBezTo>
                  <a:pt x="11106991" y="1137901"/>
                  <a:pt x="11087009" y="1165275"/>
                  <a:pt x="11071654" y="1177422"/>
                </a:cubicBezTo>
                <a:cubicBezTo>
                  <a:pt x="11056299" y="1189570"/>
                  <a:pt x="11041338" y="1190780"/>
                  <a:pt x="11028687" y="1199018"/>
                </a:cubicBezTo>
                <a:cubicBezTo>
                  <a:pt x="11006077" y="1216981"/>
                  <a:pt x="10985939" y="1219268"/>
                  <a:pt x="10974565" y="1226849"/>
                </a:cubicBezTo>
                <a:cubicBezTo>
                  <a:pt x="10963191" y="1234430"/>
                  <a:pt x="10978096" y="1238618"/>
                  <a:pt x="10960443" y="1244502"/>
                </a:cubicBezTo>
                <a:cubicBezTo>
                  <a:pt x="10937301" y="1255025"/>
                  <a:pt x="10897483" y="1265096"/>
                  <a:pt x="10879242" y="1269215"/>
                </a:cubicBezTo>
                <a:cubicBezTo>
                  <a:pt x="10861001" y="1273334"/>
                  <a:pt x="10863361" y="1264933"/>
                  <a:pt x="10850998" y="1269215"/>
                </a:cubicBezTo>
                <a:lnTo>
                  <a:pt x="10815658" y="1287849"/>
                </a:lnTo>
                <a:cubicBezTo>
                  <a:pt x="10795652" y="1293733"/>
                  <a:pt x="10746525" y="1311275"/>
                  <a:pt x="10723900" y="1318642"/>
                </a:cubicBezTo>
                <a:cubicBezTo>
                  <a:pt x="10705077" y="1325539"/>
                  <a:pt x="10706518" y="1319939"/>
                  <a:pt x="10699186" y="1322173"/>
                </a:cubicBezTo>
                <a:cubicBezTo>
                  <a:pt x="10691854" y="1324408"/>
                  <a:pt x="10686855" y="1343347"/>
                  <a:pt x="10676375" y="1342640"/>
                </a:cubicBezTo>
                <a:cubicBezTo>
                  <a:pt x="10676343" y="1337186"/>
                  <a:pt x="10639666" y="1342470"/>
                  <a:pt x="10636304" y="1342641"/>
                </a:cubicBezTo>
                <a:cubicBezTo>
                  <a:pt x="10626667" y="1347586"/>
                  <a:pt x="10613500" y="1341941"/>
                  <a:pt x="10603863" y="1346886"/>
                </a:cubicBezTo>
                <a:lnTo>
                  <a:pt x="10573203" y="1351996"/>
                </a:lnTo>
                <a:cubicBezTo>
                  <a:pt x="10562611" y="1353173"/>
                  <a:pt x="10557365" y="1375337"/>
                  <a:pt x="10547375" y="1375130"/>
                </a:cubicBezTo>
                <a:cubicBezTo>
                  <a:pt x="10537385" y="1374923"/>
                  <a:pt x="10522089" y="1366643"/>
                  <a:pt x="10513263" y="1371939"/>
                </a:cubicBezTo>
                <a:cubicBezTo>
                  <a:pt x="10505804" y="1378887"/>
                  <a:pt x="10494815" y="1378774"/>
                  <a:pt x="10487356" y="1385722"/>
                </a:cubicBezTo>
                <a:lnTo>
                  <a:pt x="10464012" y="1391778"/>
                </a:lnTo>
                <a:cubicBezTo>
                  <a:pt x="10456657" y="1392366"/>
                  <a:pt x="10449461" y="1401737"/>
                  <a:pt x="10439694" y="1406905"/>
                </a:cubicBezTo>
                <a:cubicBezTo>
                  <a:pt x="10429927" y="1412073"/>
                  <a:pt x="10417525" y="1414065"/>
                  <a:pt x="10405409" y="1422789"/>
                </a:cubicBezTo>
                <a:cubicBezTo>
                  <a:pt x="10385126" y="1419848"/>
                  <a:pt x="10374706" y="1423369"/>
                  <a:pt x="10370530" y="1441596"/>
                </a:cubicBezTo>
                <a:cubicBezTo>
                  <a:pt x="10354767" y="1445421"/>
                  <a:pt x="10317840" y="1451247"/>
                  <a:pt x="10300239" y="1456332"/>
                </a:cubicBezTo>
                <a:cubicBezTo>
                  <a:pt x="10282638" y="1461417"/>
                  <a:pt x="10276690" y="1468577"/>
                  <a:pt x="10264922" y="1472107"/>
                </a:cubicBezTo>
                <a:cubicBezTo>
                  <a:pt x="10253154" y="1475637"/>
                  <a:pt x="10240218" y="1469553"/>
                  <a:pt x="10229629" y="1470454"/>
                </a:cubicBezTo>
                <a:cubicBezTo>
                  <a:pt x="10219040" y="1471355"/>
                  <a:pt x="10214330" y="1477515"/>
                  <a:pt x="10201385" y="1477515"/>
                </a:cubicBezTo>
                <a:cubicBezTo>
                  <a:pt x="10188440" y="1477515"/>
                  <a:pt x="10165492" y="1479280"/>
                  <a:pt x="10151958" y="1477515"/>
                </a:cubicBezTo>
                <a:cubicBezTo>
                  <a:pt x="10138424" y="1475750"/>
                  <a:pt x="10130187" y="1468101"/>
                  <a:pt x="10120184" y="1466924"/>
                </a:cubicBezTo>
                <a:cubicBezTo>
                  <a:pt x="10110181" y="1465747"/>
                  <a:pt x="10091597" y="1479719"/>
                  <a:pt x="10081348" y="1481046"/>
                </a:cubicBezTo>
                <a:cubicBezTo>
                  <a:pt x="10071099" y="1482373"/>
                  <a:pt x="10073276" y="1471664"/>
                  <a:pt x="10058690" y="1474888"/>
                </a:cubicBezTo>
                <a:cubicBezTo>
                  <a:pt x="10040170" y="1466053"/>
                  <a:pt x="10015872" y="1472731"/>
                  <a:pt x="10004424" y="1489801"/>
                </a:cubicBezTo>
                <a:cubicBezTo>
                  <a:pt x="10002452" y="1492741"/>
                  <a:pt x="10000947" y="1495882"/>
                  <a:pt x="9999951" y="1499127"/>
                </a:cubicBezTo>
                <a:cubicBezTo>
                  <a:pt x="9967418" y="1507155"/>
                  <a:pt x="9889427" y="1534394"/>
                  <a:pt x="9845462" y="1548192"/>
                </a:cubicBezTo>
                <a:cubicBezTo>
                  <a:pt x="9822222" y="1562604"/>
                  <a:pt x="9768858" y="1594433"/>
                  <a:pt x="9736156" y="1581928"/>
                </a:cubicBezTo>
                <a:cubicBezTo>
                  <a:pt x="9745637" y="1601571"/>
                  <a:pt x="9699425" y="1582999"/>
                  <a:pt x="9693355" y="1602632"/>
                </a:cubicBezTo>
                <a:cubicBezTo>
                  <a:pt x="9690360" y="1618512"/>
                  <a:pt x="9675642" y="1616579"/>
                  <a:pt x="9664242" y="1622075"/>
                </a:cubicBezTo>
                <a:cubicBezTo>
                  <a:pt x="9655776" y="1638103"/>
                  <a:pt x="9598819" y="1651043"/>
                  <a:pt x="9579195" y="1648017"/>
                </a:cubicBezTo>
                <a:cubicBezTo>
                  <a:pt x="9524163" y="1629881"/>
                  <a:pt x="9477693" y="1693985"/>
                  <a:pt x="9433652" y="1681174"/>
                </a:cubicBezTo>
                <a:cubicBezTo>
                  <a:pt x="9421990" y="1682314"/>
                  <a:pt x="9412258" y="1685676"/>
                  <a:pt x="9403775" y="1690403"/>
                </a:cubicBezTo>
                <a:lnTo>
                  <a:pt x="9382503" y="1706957"/>
                </a:lnTo>
                <a:lnTo>
                  <a:pt x="9381410" y="1718312"/>
                </a:lnTo>
                <a:lnTo>
                  <a:pt x="9365685" y="1724772"/>
                </a:lnTo>
                <a:lnTo>
                  <a:pt x="9278020" y="1741161"/>
                </a:lnTo>
                <a:cubicBezTo>
                  <a:pt x="9235873" y="1762229"/>
                  <a:pt x="9231473" y="1754941"/>
                  <a:pt x="9217145" y="1771195"/>
                </a:cubicBezTo>
                <a:cubicBezTo>
                  <a:pt x="9131538" y="1776872"/>
                  <a:pt x="9039728" y="1814874"/>
                  <a:pt x="8955875" y="1796806"/>
                </a:cubicBezTo>
                <a:cubicBezTo>
                  <a:pt x="8861771" y="1817659"/>
                  <a:pt x="8730077" y="1856614"/>
                  <a:pt x="8648415" y="1878623"/>
                </a:cubicBezTo>
                <a:cubicBezTo>
                  <a:pt x="8578856" y="1892487"/>
                  <a:pt x="8546278" y="1907799"/>
                  <a:pt x="8538519" y="1894114"/>
                </a:cubicBezTo>
                <a:cubicBezTo>
                  <a:pt x="8513108" y="1898081"/>
                  <a:pt x="8514559" y="1915122"/>
                  <a:pt x="8506541" y="1905955"/>
                </a:cubicBezTo>
                <a:cubicBezTo>
                  <a:pt x="8437841" y="1911139"/>
                  <a:pt x="8301617" y="1910841"/>
                  <a:pt x="8236214" y="1909725"/>
                </a:cubicBezTo>
                <a:cubicBezTo>
                  <a:pt x="8201189" y="1897570"/>
                  <a:pt x="8163827" y="1900921"/>
                  <a:pt x="8132104" y="1895727"/>
                </a:cubicBezTo>
                <a:cubicBezTo>
                  <a:pt x="8021354" y="1869423"/>
                  <a:pt x="7973371" y="1872758"/>
                  <a:pt x="7918078" y="1862668"/>
                </a:cubicBezTo>
                <a:cubicBezTo>
                  <a:pt x="7883942" y="1854133"/>
                  <a:pt x="7834588" y="1870269"/>
                  <a:pt x="7817899" y="1862176"/>
                </a:cubicBezTo>
                <a:cubicBezTo>
                  <a:pt x="7803952" y="1858540"/>
                  <a:pt x="7780423" y="1826275"/>
                  <a:pt x="7768994" y="1855721"/>
                </a:cubicBezTo>
                <a:cubicBezTo>
                  <a:pt x="7693971" y="1816704"/>
                  <a:pt x="7680420" y="1850219"/>
                  <a:pt x="7618027" y="1830959"/>
                </a:cubicBezTo>
                <a:cubicBezTo>
                  <a:pt x="7563589" y="1813247"/>
                  <a:pt x="7530287" y="1817871"/>
                  <a:pt x="7449425" y="1810910"/>
                </a:cubicBezTo>
                <a:lnTo>
                  <a:pt x="7342915" y="1819827"/>
                </a:lnTo>
                <a:lnTo>
                  <a:pt x="7255191" y="1834354"/>
                </a:lnTo>
                <a:cubicBezTo>
                  <a:pt x="7235153" y="1839259"/>
                  <a:pt x="7150315" y="1831629"/>
                  <a:pt x="7131205" y="1845557"/>
                </a:cubicBezTo>
                <a:cubicBezTo>
                  <a:pt x="6968750" y="1838101"/>
                  <a:pt x="6977206" y="1837412"/>
                  <a:pt x="6941837" y="1840640"/>
                </a:cubicBezTo>
                <a:cubicBezTo>
                  <a:pt x="6905846" y="1863867"/>
                  <a:pt x="6892534" y="1847120"/>
                  <a:pt x="6837145" y="1870724"/>
                </a:cubicBezTo>
                <a:cubicBezTo>
                  <a:pt x="6823442" y="1850610"/>
                  <a:pt x="6785388" y="1865075"/>
                  <a:pt x="6753991" y="1860969"/>
                </a:cubicBezTo>
                <a:cubicBezTo>
                  <a:pt x="6744571" y="1866959"/>
                  <a:pt x="6736100" y="1874451"/>
                  <a:pt x="6727754" y="1882372"/>
                </a:cubicBezTo>
                <a:lnTo>
                  <a:pt x="6723371" y="1886494"/>
                </a:lnTo>
                <a:lnTo>
                  <a:pt x="6702779" y="1893601"/>
                </a:lnTo>
                <a:lnTo>
                  <a:pt x="6686657" y="1907344"/>
                </a:lnTo>
                <a:lnTo>
                  <a:pt x="6651330" y="1922921"/>
                </a:lnTo>
                <a:cubicBezTo>
                  <a:pt x="6640157" y="1928264"/>
                  <a:pt x="6638035" y="1935420"/>
                  <a:pt x="6622958" y="1936255"/>
                </a:cubicBezTo>
                <a:cubicBezTo>
                  <a:pt x="6600915" y="1943222"/>
                  <a:pt x="6552371" y="1948565"/>
                  <a:pt x="6522602" y="1954133"/>
                </a:cubicBezTo>
                <a:cubicBezTo>
                  <a:pt x="6492833" y="1959701"/>
                  <a:pt x="6461408" y="1966721"/>
                  <a:pt x="6444344" y="1969663"/>
                </a:cubicBezTo>
                <a:cubicBezTo>
                  <a:pt x="6427280" y="1972605"/>
                  <a:pt x="6428109" y="1974263"/>
                  <a:pt x="6409626" y="1978846"/>
                </a:cubicBezTo>
                <a:cubicBezTo>
                  <a:pt x="6391143" y="1983429"/>
                  <a:pt x="6354327" y="1989225"/>
                  <a:pt x="6333446" y="1997163"/>
                </a:cubicBezTo>
                <a:cubicBezTo>
                  <a:pt x="6318475" y="2003304"/>
                  <a:pt x="6299617" y="2000258"/>
                  <a:pt x="6294933" y="2019412"/>
                </a:cubicBezTo>
                <a:cubicBezTo>
                  <a:pt x="6286089" y="2042978"/>
                  <a:pt x="6227534" y="2018229"/>
                  <a:pt x="6238719" y="2042547"/>
                </a:cubicBezTo>
                <a:cubicBezTo>
                  <a:pt x="6222530" y="2046966"/>
                  <a:pt x="6203861" y="2053486"/>
                  <a:pt x="6187205" y="2060048"/>
                </a:cubicBezTo>
                <a:cubicBezTo>
                  <a:pt x="6170549" y="2066610"/>
                  <a:pt x="6153490" y="2074269"/>
                  <a:pt x="6138780" y="2081918"/>
                </a:cubicBezTo>
                <a:cubicBezTo>
                  <a:pt x="6124070" y="2089567"/>
                  <a:pt x="6133826" y="2100763"/>
                  <a:pt x="6120125" y="2109475"/>
                </a:cubicBezTo>
                <a:cubicBezTo>
                  <a:pt x="6106424" y="2118187"/>
                  <a:pt x="6071747" y="2113765"/>
                  <a:pt x="6056576" y="2120066"/>
                </a:cubicBezTo>
                <a:cubicBezTo>
                  <a:pt x="6041405" y="2126367"/>
                  <a:pt x="6013212" y="2118450"/>
                  <a:pt x="5993794" y="2122569"/>
                </a:cubicBezTo>
                <a:cubicBezTo>
                  <a:pt x="5964206" y="2130692"/>
                  <a:pt x="5962485" y="2139897"/>
                  <a:pt x="5943601" y="2137719"/>
                </a:cubicBezTo>
                <a:cubicBezTo>
                  <a:pt x="5924717" y="2135541"/>
                  <a:pt x="5912263" y="2145394"/>
                  <a:pt x="5898141" y="2144806"/>
                </a:cubicBezTo>
                <a:cubicBezTo>
                  <a:pt x="5884019" y="2144218"/>
                  <a:pt x="5868158" y="2133273"/>
                  <a:pt x="5855337" y="2137719"/>
                </a:cubicBezTo>
                <a:cubicBezTo>
                  <a:pt x="5842516" y="2142165"/>
                  <a:pt x="5837100" y="2155593"/>
                  <a:pt x="5817682" y="2157358"/>
                </a:cubicBezTo>
                <a:cubicBezTo>
                  <a:pt x="5798264" y="2159123"/>
                  <a:pt x="5773002" y="2155397"/>
                  <a:pt x="5735300" y="2158902"/>
                </a:cubicBezTo>
                <a:cubicBezTo>
                  <a:pt x="5697598" y="2162407"/>
                  <a:pt x="5588527" y="2188980"/>
                  <a:pt x="5591469" y="2178389"/>
                </a:cubicBezTo>
                <a:cubicBezTo>
                  <a:pt x="5555576" y="2181920"/>
                  <a:pt x="5528919" y="2193924"/>
                  <a:pt x="5505818" y="2194207"/>
                </a:cubicBezTo>
                <a:cubicBezTo>
                  <a:pt x="5482717" y="2194490"/>
                  <a:pt x="5495184" y="2190180"/>
                  <a:pt x="5477574" y="2190677"/>
                </a:cubicBezTo>
                <a:cubicBezTo>
                  <a:pt x="5459964" y="2191175"/>
                  <a:pt x="5427187" y="2180216"/>
                  <a:pt x="5414282" y="2183070"/>
                </a:cubicBezTo>
                <a:cubicBezTo>
                  <a:pt x="5407945" y="2205016"/>
                  <a:pt x="5394338" y="2208803"/>
                  <a:pt x="5368369" y="2204272"/>
                </a:cubicBezTo>
                <a:cubicBezTo>
                  <a:pt x="5354793" y="2209070"/>
                  <a:pt x="5349205" y="2213102"/>
                  <a:pt x="5336354" y="2218920"/>
                </a:cubicBezTo>
                <a:cubicBezTo>
                  <a:pt x="5323503" y="2224738"/>
                  <a:pt x="5304208" y="2232709"/>
                  <a:pt x="5291263" y="2239182"/>
                </a:cubicBezTo>
                <a:cubicBezTo>
                  <a:pt x="5278318" y="2245655"/>
                  <a:pt x="5264730" y="2242318"/>
                  <a:pt x="5255152" y="2247164"/>
                </a:cubicBezTo>
                <a:cubicBezTo>
                  <a:pt x="5245574" y="2252010"/>
                  <a:pt x="5240857" y="2261199"/>
                  <a:pt x="5233796" y="2268260"/>
                </a:cubicBezTo>
                <a:cubicBezTo>
                  <a:pt x="5226735" y="2275321"/>
                  <a:pt x="5222832" y="2268609"/>
                  <a:pt x="5212786" y="2275408"/>
                </a:cubicBezTo>
                <a:cubicBezTo>
                  <a:pt x="5202741" y="2282208"/>
                  <a:pt x="5174227" y="2281420"/>
                  <a:pt x="5159401" y="2284343"/>
                </a:cubicBezTo>
                <a:cubicBezTo>
                  <a:pt x="5129776" y="2295641"/>
                  <a:pt x="5158686" y="2301898"/>
                  <a:pt x="5123830" y="2307070"/>
                </a:cubicBezTo>
                <a:cubicBezTo>
                  <a:pt x="5082905" y="2318102"/>
                  <a:pt x="5072939" y="2287385"/>
                  <a:pt x="5065426" y="2324076"/>
                </a:cubicBezTo>
                <a:cubicBezTo>
                  <a:pt x="5017747" y="2318395"/>
                  <a:pt x="5031271" y="2337329"/>
                  <a:pt x="4975908" y="2364128"/>
                </a:cubicBezTo>
                <a:cubicBezTo>
                  <a:pt x="4946700" y="2354134"/>
                  <a:pt x="4928936" y="2366071"/>
                  <a:pt x="4913723" y="2385265"/>
                </a:cubicBezTo>
                <a:cubicBezTo>
                  <a:pt x="4854880" y="2394046"/>
                  <a:pt x="4808730" y="2428302"/>
                  <a:pt x="4746485" y="2451769"/>
                </a:cubicBezTo>
                <a:lnTo>
                  <a:pt x="4681588" y="2467494"/>
                </a:lnTo>
                <a:lnTo>
                  <a:pt x="1783655" y="3163860"/>
                </a:lnTo>
                <a:lnTo>
                  <a:pt x="1325955" y="3176692"/>
                </a:lnTo>
                <a:cubicBezTo>
                  <a:pt x="1278931" y="3186609"/>
                  <a:pt x="1232617" y="3191205"/>
                  <a:pt x="1190384" y="3203504"/>
                </a:cubicBezTo>
                <a:cubicBezTo>
                  <a:pt x="1146740" y="3204301"/>
                  <a:pt x="1142940" y="3250947"/>
                  <a:pt x="1094537" y="3229469"/>
                </a:cubicBezTo>
                <a:cubicBezTo>
                  <a:pt x="1069134" y="3237778"/>
                  <a:pt x="1026961" y="3247646"/>
                  <a:pt x="1013254" y="3263949"/>
                </a:cubicBezTo>
                <a:cubicBezTo>
                  <a:pt x="966756" y="3279110"/>
                  <a:pt x="851011" y="3352246"/>
                  <a:pt x="815546" y="3334559"/>
                </a:cubicBezTo>
                <a:cubicBezTo>
                  <a:pt x="808324" y="3352177"/>
                  <a:pt x="815137" y="3324821"/>
                  <a:pt x="779276" y="3327290"/>
                </a:cubicBezTo>
                <a:cubicBezTo>
                  <a:pt x="712585" y="3298149"/>
                  <a:pt x="672574" y="3378796"/>
                  <a:pt x="600378" y="3335250"/>
                </a:cubicBezTo>
                <a:cubicBezTo>
                  <a:pt x="595066" y="3356366"/>
                  <a:pt x="514059" y="3361176"/>
                  <a:pt x="493457" y="3365044"/>
                </a:cubicBezTo>
                <a:cubicBezTo>
                  <a:pt x="467535" y="3372578"/>
                  <a:pt x="412364" y="3374283"/>
                  <a:pt x="388355" y="3376925"/>
                </a:cubicBezTo>
                <a:cubicBezTo>
                  <a:pt x="364346" y="3379567"/>
                  <a:pt x="376469" y="3372659"/>
                  <a:pt x="349402" y="3380897"/>
                </a:cubicBezTo>
                <a:cubicBezTo>
                  <a:pt x="322335" y="3389135"/>
                  <a:pt x="248625" y="3434339"/>
                  <a:pt x="225952" y="3426352"/>
                </a:cubicBezTo>
                <a:cubicBezTo>
                  <a:pt x="199749" y="3439548"/>
                  <a:pt x="193948" y="3430066"/>
                  <a:pt x="171000" y="3438892"/>
                </a:cubicBezTo>
                <a:cubicBezTo>
                  <a:pt x="148052" y="3447718"/>
                  <a:pt x="101917" y="3457642"/>
                  <a:pt x="88263" y="3479310"/>
                </a:cubicBezTo>
                <a:cubicBezTo>
                  <a:pt x="64018" y="3479795"/>
                  <a:pt x="62139" y="3459801"/>
                  <a:pt x="46713" y="3462986"/>
                </a:cubicBezTo>
                <a:cubicBezTo>
                  <a:pt x="31576" y="3476862"/>
                  <a:pt x="15706" y="3476378"/>
                  <a:pt x="2765" y="3480770"/>
                </a:cubicBezTo>
                <a:lnTo>
                  <a:pt x="0" y="348234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849C2115-62AE-7D3A-0085-7BC361C15C14}"/>
              </a:ext>
            </a:extLst>
          </p:cNvPr>
          <p:cNvSpPr>
            <a:spLocks noGrp="1"/>
          </p:cNvSpPr>
          <p:nvPr>
            <p:ph type="title"/>
          </p:nvPr>
        </p:nvSpPr>
        <p:spPr>
          <a:xfrm>
            <a:off x="1137037" y="484094"/>
            <a:ext cx="9998441" cy="1206594"/>
          </a:xfrm>
        </p:spPr>
        <p:txBody>
          <a:bodyPr>
            <a:normAutofit/>
          </a:bodyPr>
          <a:lstStyle/>
          <a:p>
            <a:r>
              <a:rPr lang="fr-FR"/>
              <a:t>Les arbres en informatique</a:t>
            </a:r>
          </a:p>
        </p:txBody>
      </p:sp>
      <p:sp>
        <p:nvSpPr>
          <p:cNvPr id="1063" name="Freeform: Shape 1062">
            <a:extLst>
              <a:ext uri="{FF2B5EF4-FFF2-40B4-BE49-F238E27FC236}">
                <a16:creationId xmlns:a16="http://schemas.microsoft.com/office/drawing/2014/main" id="{8101159E-D455-456F-8FE1-396AB159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037" y="1958614"/>
            <a:ext cx="3594282" cy="398896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26" name="Picture 2" descr="Tree ">
            <a:extLst>
              <a:ext uri="{FF2B5EF4-FFF2-40B4-BE49-F238E27FC236}">
                <a16:creationId xmlns:a16="http://schemas.microsoft.com/office/drawing/2014/main" id="{A985DCF0-D11E-128C-2A31-E0704BB5F09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09404" y="2297417"/>
            <a:ext cx="3274548" cy="3274548"/>
          </a:xfrm>
          <a:prstGeom prst="rect">
            <a:avLst/>
          </a:prstGeom>
          <a:noFill/>
          <a:extLst>
            <a:ext uri="{909E8E84-426E-40DD-AFC4-6F175D3DCCD1}">
              <a14:hiddenFill xmlns:a14="http://schemas.microsoft.com/office/drawing/2010/main">
                <a:solidFill>
                  <a:srgbClr val="FFFFFF"/>
                </a:solidFill>
              </a14:hiddenFill>
            </a:ext>
          </a:extLst>
        </p:spPr>
      </p:pic>
      <p:sp>
        <p:nvSpPr>
          <p:cNvPr id="1065" name="Rectangle 6">
            <a:extLst>
              <a:ext uri="{FF2B5EF4-FFF2-40B4-BE49-F238E27FC236}">
                <a16:creationId xmlns:a16="http://schemas.microsoft.com/office/drawing/2014/main" id="{1F9FDF39-7A42-411B-85F1-9DE812C7A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497" y="5802246"/>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A110899B-09CC-4622-9076-BA25A0B7064F}"/>
              </a:ext>
            </a:extLst>
          </p:cNvPr>
          <p:cNvSpPr>
            <a:spLocks noGrp="1"/>
          </p:cNvSpPr>
          <p:nvPr>
            <p:ph idx="1"/>
          </p:nvPr>
        </p:nvSpPr>
        <p:spPr>
          <a:xfrm>
            <a:off x="5187900" y="1690688"/>
            <a:ext cx="6825424" cy="4412000"/>
          </a:xfrm>
        </p:spPr>
        <p:txBody>
          <a:bodyPr anchor="ctr">
            <a:normAutofit/>
          </a:bodyPr>
          <a:lstStyle/>
          <a:p>
            <a:r>
              <a:rPr lang="fr-FR" sz="1700" dirty="0"/>
              <a:t>Les arbres sont des structures de données hiérarchiques non linéaires, composées de nœuds reliés par des arêtes. Un arbre possède une racine unique, à partir de laquelle descendent des sous-arbres. </a:t>
            </a:r>
          </a:p>
          <a:p>
            <a:r>
              <a:rPr lang="fr-FR" sz="1700" dirty="0"/>
              <a:t>Parmi les arbres les plus utilisés figures l’arbre binaire, où chaque nœud a au plus 2 enfants (gauche et droit).</a:t>
            </a:r>
          </a:p>
          <a:p>
            <a:r>
              <a:rPr lang="fr-FR" sz="1700" dirty="0"/>
              <a:t>L’arbre binaire de recherche (ABR) est une variante utile: pour tout nœud, les valeurs sous le sous-arbre de gauche sont inférieures à celle du nœud et celles dans le sous-arbre droit sont supérieures. Cela permet des opérations de recherche, insertion et suppression efficaces dans un arbre équilibré</a:t>
            </a:r>
          </a:p>
        </p:txBody>
      </p:sp>
    </p:spTree>
    <p:extLst>
      <p:ext uri="{BB962C8B-B14F-4D97-AF65-F5344CB8AC3E}">
        <p14:creationId xmlns:p14="http://schemas.microsoft.com/office/powerpoint/2010/main" val="228334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a:extLst>
              <a:ext uri="{FF2B5EF4-FFF2-40B4-BE49-F238E27FC236}">
                <a16:creationId xmlns:a16="http://schemas.microsoft.com/office/drawing/2014/main" id="{28ACC46C-E3B8-C866-BC95-947E65F442A3}"/>
              </a:ext>
            </a:extLst>
          </p:cNvPr>
          <p:cNvSpPr>
            <a:spLocks noGrp="1"/>
          </p:cNvSpPr>
          <p:nvPr>
            <p:ph type="title"/>
          </p:nvPr>
        </p:nvSpPr>
        <p:spPr>
          <a:xfrm>
            <a:off x="838200" y="365125"/>
            <a:ext cx="5393361" cy="1325563"/>
          </a:xfrm>
        </p:spPr>
        <p:txBody>
          <a:bodyPr>
            <a:normAutofit/>
          </a:bodyPr>
          <a:lstStyle/>
          <a:p>
            <a:r>
              <a:rPr lang="fr-FR"/>
              <a:t>Création d’une classe en Java</a:t>
            </a:r>
            <a:endParaRPr lang="fr-FR" dirty="0"/>
          </a:p>
        </p:txBody>
      </p:sp>
      <p:sp>
        <p:nvSpPr>
          <p:cNvPr id="1033" name="Freeform: Shape 103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06182080-8E34-42B4-B2EA-C65EF6172AA8}"/>
              </a:ext>
            </a:extLst>
          </p:cNvPr>
          <p:cNvSpPr>
            <a:spLocks noGrp="1"/>
          </p:cNvSpPr>
          <p:nvPr>
            <p:ph idx="1"/>
          </p:nvPr>
        </p:nvSpPr>
        <p:spPr>
          <a:xfrm>
            <a:off x="838200" y="1825625"/>
            <a:ext cx="5393361" cy="4351338"/>
          </a:xfrm>
        </p:spPr>
        <p:txBody>
          <a:bodyPr>
            <a:normAutofit/>
          </a:bodyPr>
          <a:lstStyle/>
          <a:p>
            <a:pPr marL="0" indent="0">
              <a:buNone/>
            </a:pPr>
            <a:r>
              <a:rPr lang="fr-FR" sz="1800" dirty="0"/>
              <a:t>Créer une clase en Java, c’est définir un nouveau type d’objet qui regroupe à la fois des données – attributs ou champ et des comportements – méthodes </a:t>
            </a:r>
          </a:p>
          <a:p>
            <a:pPr marL="0" indent="0">
              <a:buNone/>
            </a:pPr>
            <a:endParaRPr lang="fr-FR" sz="1800" dirty="0"/>
          </a:p>
          <a:p>
            <a:pPr marL="0" indent="0">
              <a:buNone/>
            </a:pPr>
            <a:r>
              <a:rPr lang="fr-FR" sz="1800" dirty="0"/>
              <a:t>Cette approche permet de modéliser des entités du monde réel ou conceptuel de façon structurée et réutilisable</a:t>
            </a:r>
          </a:p>
          <a:p>
            <a:pPr marL="0" indent="0">
              <a:buNone/>
            </a:pPr>
            <a:endParaRPr lang="fr-FR" sz="1800" dirty="0"/>
          </a:p>
          <a:p>
            <a:pPr marL="0" indent="0">
              <a:buNone/>
            </a:pPr>
            <a:r>
              <a:rPr lang="fr-FR" sz="1800" dirty="0"/>
              <a:t>Une classe sert de plan pour fabriquer des objets : </a:t>
            </a:r>
          </a:p>
          <a:p>
            <a:pPr marL="0" indent="0">
              <a:buNone/>
            </a:pPr>
            <a:r>
              <a:rPr lang="fr-FR" sz="1800" dirty="0"/>
              <a:t>Chaque objet crée à partir d’une classe possède ses propres valeurs pour les attributs, mais partage les mêmes méthodes </a:t>
            </a:r>
          </a:p>
        </p:txBody>
      </p:sp>
      <p:sp>
        <p:nvSpPr>
          <p:cNvPr id="1035" name="Oval 103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nspiration ">
            <a:extLst>
              <a:ext uri="{FF2B5EF4-FFF2-40B4-BE49-F238E27FC236}">
                <a16:creationId xmlns:a16="http://schemas.microsoft.com/office/drawing/2014/main" id="{741EBA36-6BAA-C4C0-989F-2DF59A5E7623}"/>
              </a:ext>
            </a:extLst>
          </p:cNvPr>
          <p:cNvPicPr>
            <a:picLocks noChangeAspect="1" noChangeArrowheads="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a:extLst>
            <a:ext uri="{909E8E84-426E-40DD-AFC4-6F175D3DCCD1}">
              <a14:hiddenFill xmlns:a14="http://schemas.microsoft.com/office/drawing/2010/main">
                <a:solidFill>
                  <a:srgbClr val="FFFFFF"/>
                </a:solidFill>
              </a14:hiddenFill>
            </a:ext>
          </a:extLst>
        </p:spPr>
      </p:pic>
      <p:sp>
        <p:nvSpPr>
          <p:cNvPr id="1037" name="Freeform: Shape 103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039" name="Straight Connector 103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041" name="Freeform: Shape 104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1043" name="Freeform: Shape 104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5" name="Freeform: Shape 104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093472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EF5227F-15AA-C3F8-3A32-48FA69D77D5D}"/>
              </a:ext>
            </a:extLst>
          </p:cNvPr>
          <p:cNvSpPr>
            <a:spLocks noGrp="1"/>
          </p:cNvSpPr>
          <p:nvPr>
            <p:ph type="title"/>
          </p:nvPr>
        </p:nvSpPr>
        <p:spPr>
          <a:xfrm>
            <a:off x="838200" y="365125"/>
            <a:ext cx="10515600" cy="1325563"/>
          </a:xfrm>
        </p:spPr>
        <p:txBody>
          <a:bodyPr>
            <a:normAutofit/>
          </a:bodyPr>
          <a:lstStyle/>
          <a:p>
            <a:r>
              <a:rPr lang="fr-FR" sz="5400"/>
              <a:t>Les variables et les types</a:t>
            </a:r>
          </a:p>
        </p:txBody>
      </p:sp>
      <p:sp>
        <p:nvSpPr>
          <p:cNvPr id="24"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4971CFDB-ADDB-8758-3A98-D324C3777889}"/>
              </a:ext>
            </a:extLst>
          </p:cNvPr>
          <p:cNvGraphicFramePr>
            <a:graphicFrameLocks noGrp="1"/>
          </p:cNvGraphicFramePr>
          <p:nvPr>
            <p:ph idx="1"/>
            <p:extLst>
              <p:ext uri="{D42A27DB-BD31-4B8C-83A1-F6EECF244321}">
                <p14:modId xmlns:p14="http://schemas.microsoft.com/office/powerpoint/2010/main" val="158327023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520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1ED771-0561-7903-A1A8-EAA95418EE6C}"/>
              </a:ext>
            </a:extLst>
          </p:cNvPr>
          <p:cNvSpPr>
            <a:spLocks noGrp="1"/>
          </p:cNvSpPr>
          <p:nvPr>
            <p:ph type="title"/>
          </p:nvPr>
        </p:nvSpPr>
        <p:spPr>
          <a:xfrm>
            <a:off x="5721955" y="169911"/>
            <a:ext cx="5444382" cy="701235"/>
          </a:xfrm>
        </p:spPr>
        <p:txBody>
          <a:bodyPr anchor="t">
            <a:normAutofit/>
          </a:bodyPr>
          <a:lstStyle/>
          <a:p>
            <a:r>
              <a:rPr lang="fr-FR" sz="3200"/>
              <a:t>Les noms des variables</a:t>
            </a:r>
            <a:endParaRPr lang="fr-FR" sz="3200" dirty="0"/>
          </a:p>
        </p:txBody>
      </p:sp>
      <p:pic>
        <p:nvPicPr>
          <p:cNvPr id="15" name="Picture 4" descr="Computer script on a screen">
            <a:extLst>
              <a:ext uri="{FF2B5EF4-FFF2-40B4-BE49-F238E27FC236}">
                <a16:creationId xmlns:a16="http://schemas.microsoft.com/office/drawing/2014/main" id="{0FD8E560-9C7A-EA3F-0C2D-BACE0E689100}"/>
              </a:ext>
            </a:extLst>
          </p:cNvPr>
          <p:cNvPicPr>
            <a:picLocks noChangeAspect="1"/>
          </p:cNvPicPr>
          <p:nvPr/>
        </p:nvPicPr>
        <p:blipFill>
          <a:blip r:embed="rId2"/>
          <a:srcRect l="5045" r="44817" b="-1"/>
          <a:stretch>
            <a:fillRect/>
          </a:stretch>
        </p:blipFill>
        <p:spPr>
          <a:xfrm>
            <a:off x="-1" y="10"/>
            <a:ext cx="5151179" cy="6857990"/>
          </a:xfrm>
          <a:prstGeom prst="rect">
            <a:avLst/>
          </a:prstGeom>
        </p:spPr>
      </p:pic>
      <p:cxnSp>
        <p:nvCxnSpPr>
          <p:cNvPr id="16"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1999AFC9-F3BA-F5AE-2231-44080193353A}"/>
              </a:ext>
            </a:extLst>
          </p:cNvPr>
          <p:cNvSpPr>
            <a:spLocks noGrp="1"/>
          </p:cNvSpPr>
          <p:nvPr>
            <p:ph idx="1"/>
          </p:nvPr>
        </p:nvSpPr>
        <p:spPr>
          <a:xfrm>
            <a:off x="6015158" y="1251374"/>
            <a:ext cx="5444382" cy="1766319"/>
          </a:xfrm>
        </p:spPr>
        <p:txBody>
          <a:bodyPr>
            <a:normAutofit/>
          </a:bodyPr>
          <a:lstStyle/>
          <a:p>
            <a:pPr marL="0" indent="0">
              <a:buNone/>
            </a:pPr>
            <a:r>
              <a:rPr lang="fr-FR" sz="2000" dirty="0"/>
              <a:t>Les mots clés réservés sont intégralement réservés par la spécification du langage. Ils ne peuvent </a:t>
            </a:r>
            <a:r>
              <a:rPr lang="fr-FR" sz="2000" b="1" dirty="0"/>
              <a:t>jamais</a:t>
            </a:r>
            <a:r>
              <a:rPr lang="fr-FR" sz="2000" dirty="0"/>
              <a:t> être utilisés comme identifiantes (nom de variables, méthodes, classes, etc.) en aucune circonstance </a:t>
            </a:r>
          </a:p>
        </p:txBody>
      </p:sp>
      <p:pic>
        <p:nvPicPr>
          <p:cNvPr id="6" name="Image 5">
            <a:extLst>
              <a:ext uri="{FF2B5EF4-FFF2-40B4-BE49-F238E27FC236}">
                <a16:creationId xmlns:a16="http://schemas.microsoft.com/office/drawing/2014/main" id="{07DB05CB-C0B4-738E-03CC-6481128392FA}"/>
              </a:ext>
            </a:extLst>
          </p:cNvPr>
          <p:cNvPicPr>
            <a:picLocks noChangeAspect="1"/>
          </p:cNvPicPr>
          <p:nvPr/>
        </p:nvPicPr>
        <p:blipFill>
          <a:blip r:embed="rId3"/>
          <a:stretch>
            <a:fillRect/>
          </a:stretch>
        </p:blipFill>
        <p:spPr>
          <a:xfrm>
            <a:off x="5971697" y="3017693"/>
            <a:ext cx="5939593" cy="2864484"/>
          </a:xfrm>
          <a:prstGeom prst="rect">
            <a:avLst/>
          </a:prstGeom>
        </p:spPr>
      </p:pic>
    </p:spTree>
    <p:extLst>
      <p:ext uri="{BB962C8B-B14F-4D97-AF65-F5344CB8AC3E}">
        <p14:creationId xmlns:p14="http://schemas.microsoft.com/office/powerpoint/2010/main" val="3272435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ishponds">
            <a:extLst>
              <a:ext uri="{FF2B5EF4-FFF2-40B4-BE49-F238E27FC236}">
                <a16:creationId xmlns:a16="http://schemas.microsoft.com/office/drawing/2014/main" id="{361EA82D-6FF0-793D-49D7-42D093BF706A}"/>
              </a:ext>
            </a:extLst>
          </p:cNvPr>
          <p:cNvPicPr>
            <a:picLocks noChangeAspect="1"/>
          </p:cNvPicPr>
          <p:nvPr/>
        </p:nvPicPr>
        <p:blipFill>
          <a:blip r:embed="rId3"/>
          <a:srcRect b="15414"/>
          <a:stretch>
            <a:fillRect/>
          </a:stretch>
        </p:blipFill>
        <p:spPr>
          <a:xfrm>
            <a:off x="-3047" y="10"/>
            <a:ext cx="12191999" cy="6857990"/>
          </a:xfrm>
          <a:prstGeom prst="rect">
            <a:avLst/>
          </a:prstGeom>
        </p:spPr>
      </p:pic>
      <p:sp>
        <p:nvSpPr>
          <p:cNvPr id="22" name="Rectangle 2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0441074-240B-F47A-2773-D26D917EB0A9}"/>
              </a:ext>
            </a:extLst>
          </p:cNvPr>
          <p:cNvSpPr>
            <a:spLocks noGrp="1"/>
          </p:cNvSpPr>
          <p:nvPr>
            <p:ph type="title"/>
          </p:nvPr>
        </p:nvSpPr>
        <p:spPr>
          <a:xfrm>
            <a:off x="975360" y="93902"/>
            <a:ext cx="10058400" cy="747346"/>
          </a:xfrm>
          <a:effectLst>
            <a:outerShdw blurRad="50800" dist="38100" dir="2700000" algn="tl" rotWithShape="0">
              <a:prstClr val="black">
                <a:alpha val="40000"/>
              </a:prstClr>
            </a:outerShdw>
          </a:effectLst>
        </p:spPr>
        <p:txBody>
          <a:bodyPr vert="horz" lIns="91440" tIns="45720" rIns="91440" bIns="45720" rtlCol="0" anchor="b">
            <a:normAutofit fontScale="90000"/>
          </a:bodyPr>
          <a:lstStyle/>
          <a:p>
            <a:pPr algn="ctr"/>
            <a:r>
              <a:rPr lang="en-US" sz="5200" dirty="0">
                <a:solidFill>
                  <a:srgbClr val="FFFFFF"/>
                </a:solidFill>
              </a:rPr>
              <a:t>Les types de base </a:t>
            </a:r>
            <a:r>
              <a:rPr lang="en-US" sz="5200" dirty="0" err="1">
                <a:solidFill>
                  <a:srgbClr val="FFFFFF"/>
                </a:solidFill>
              </a:rPr>
              <a:t>en</a:t>
            </a:r>
            <a:r>
              <a:rPr lang="en-US" sz="5200" dirty="0">
                <a:solidFill>
                  <a:srgbClr val="FFFFFF"/>
                </a:solidFill>
              </a:rPr>
              <a:t> Java </a:t>
            </a:r>
          </a:p>
        </p:txBody>
      </p:sp>
      <p:pic>
        <p:nvPicPr>
          <p:cNvPr id="5" name="Image 4">
            <a:extLst>
              <a:ext uri="{FF2B5EF4-FFF2-40B4-BE49-F238E27FC236}">
                <a16:creationId xmlns:a16="http://schemas.microsoft.com/office/drawing/2014/main" id="{08B78776-C4C2-7257-D860-D26812720466}"/>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1328468" y="841249"/>
            <a:ext cx="9705292" cy="5922850"/>
          </a:xfrm>
          <a:prstGeom prst="rect">
            <a:avLst/>
          </a:prstGeom>
        </p:spPr>
      </p:pic>
    </p:spTree>
    <p:extLst>
      <p:ext uri="{BB962C8B-B14F-4D97-AF65-F5344CB8AC3E}">
        <p14:creationId xmlns:p14="http://schemas.microsoft.com/office/powerpoint/2010/main" val="2437767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2379D6-6E63-BE0C-1A64-AF6FF35FC321}"/>
              </a:ext>
            </a:extLst>
          </p:cNvPr>
          <p:cNvSpPr>
            <a:spLocks noGrp="1"/>
          </p:cNvSpPr>
          <p:nvPr>
            <p:ph type="title"/>
          </p:nvPr>
        </p:nvSpPr>
        <p:spPr>
          <a:xfrm>
            <a:off x="5151178" y="14382"/>
            <a:ext cx="7040822" cy="856761"/>
          </a:xfrm>
        </p:spPr>
        <p:txBody>
          <a:bodyPr anchor="t">
            <a:normAutofit fontScale="90000"/>
          </a:bodyPr>
          <a:lstStyle/>
          <a:p>
            <a:r>
              <a:rPr lang="fr-FR" sz="3200" dirty="0"/>
              <a:t>Notions importantes concernant les types en JAVA</a:t>
            </a:r>
          </a:p>
        </p:txBody>
      </p:sp>
      <p:pic>
        <p:nvPicPr>
          <p:cNvPr id="5" name="Picture 4">
            <a:extLst>
              <a:ext uri="{FF2B5EF4-FFF2-40B4-BE49-F238E27FC236}">
                <a16:creationId xmlns:a16="http://schemas.microsoft.com/office/drawing/2014/main" id="{CA639DF4-13DA-69B2-622C-C2BBD278CED4}"/>
              </a:ext>
            </a:extLst>
          </p:cNvPr>
          <p:cNvPicPr>
            <a:picLocks noChangeAspect="1"/>
          </p:cNvPicPr>
          <p:nvPr/>
        </p:nvPicPr>
        <p:blipFill>
          <a:blip r:embed="rId2"/>
          <a:srcRect l="9463" r="48287"/>
          <a:stretch>
            <a:fillRect/>
          </a:stretch>
        </p:blipFill>
        <p:spPr>
          <a:xfrm>
            <a:off x="-1" y="10"/>
            <a:ext cx="5151179" cy="6857990"/>
          </a:xfrm>
          <a:prstGeom prst="rect">
            <a:avLst/>
          </a:prstGeom>
        </p:spPr>
      </p:pic>
      <p:cxnSp>
        <p:nvCxnSpPr>
          <p:cNvPr id="14" name="Straight Connector 1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779840A3-0BFC-5D05-B62C-2C394EDB4F9C}"/>
              </a:ext>
            </a:extLst>
          </p:cNvPr>
          <p:cNvSpPr>
            <a:spLocks noGrp="1"/>
          </p:cNvSpPr>
          <p:nvPr>
            <p:ph idx="1"/>
          </p:nvPr>
        </p:nvSpPr>
        <p:spPr>
          <a:xfrm>
            <a:off x="5151178" y="1069688"/>
            <a:ext cx="7040822" cy="5072696"/>
          </a:xfrm>
        </p:spPr>
        <p:txBody>
          <a:bodyPr>
            <a:normAutofit/>
          </a:bodyPr>
          <a:lstStyle/>
          <a:p>
            <a:r>
              <a:rPr lang="fr-FR" sz="2000" dirty="0"/>
              <a:t>Il y a plusieurs types pour représenter les entiers (Byte, short, </a:t>
            </a:r>
            <a:r>
              <a:rPr lang="fr-FR" sz="2000" dirty="0" err="1"/>
              <a:t>int</a:t>
            </a:r>
            <a:r>
              <a:rPr lang="fr-FR" sz="2000" dirty="0"/>
              <a:t>, long)utilisant une quantité variable de mémoire et pouvant représenter des nombres plus ou moins volumineux. Il y a toujours une valeur négative de plus grande amplitude que n’importe quelle valeur positive ce qui signifie qu’on ne peut toujours prendre la valeur absolue d’un entier en Java. </a:t>
            </a:r>
          </a:p>
          <a:p>
            <a:r>
              <a:rPr lang="fr-FR" sz="2000" dirty="0"/>
              <a:t>Les types entiers n’ont qu’une seule valeur zéro. Les nombres à virgule flottantes ont deux zéros. (-0, +0)</a:t>
            </a:r>
          </a:p>
          <a:p>
            <a:r>
              <a:rPr lang="fr-FR" sz="2000" dirty="0"/>
              <a:t>En informatique on définit l’ensemble des nombres positifs comme étant les nombres plus grands que zéro. En Java, la fonction </a:t>
            </a:r>
            <a:r>
              <a:rPr lang="fr-FR" sz="2000" dirty="0" err="1"/>
              <a:t>Math.signum</a:t>
            </a:r>
            <a:r>
              <a:rPr lang="fr-FR" sz="2000" dirty="0"/>
              <a:t> retourne -1,0 ou 1 selon que le nombre est négatif, nul ou positif. </a:t>
            </a:r>
          </a:p>
          <a:p>
            <a:r>
              <a:rPr lang="fr-FR" sz="2000" dirty="0"/>
              <a:t>En Java en ne peut pas représenter les valeurs réelles. On utilise plutôt des nombres à virgule flottante. </a:t>
            </a:r>
          </a:p>
        </p:txBody>
      </p:sp>
    </p:spTree>
    <p:extLst>
      <p:ext uri="{BB962C8B-B14F-4D97-AF65-F5344CB8AC3E}">
        <p14:creationId xmlns:p14="http://schemas.microsoft.com/office/powerpoint/2010/main" val="762481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F29372-EBF9-11C0-2E53-A4E22F8C1E13}"/>
              </a:ext>
            </a:extLst>
          </p:cNvPr>
          <p:cNvSpPr>
            <a:spLocks noGrp="1"/>
          </p:cNvSpPr>
          <p:nvPr>
            <p:ph type="title"/>
          </p:nvPr>
        </p:nvSpPr>
        <p:spPr/>
        <p:txBody>
          <a:bodyPr/>
          <a:lstStyle/>
          <a:p>
            <a:r>
              <a:rPr lang="fr-FR" dirty="0"/>
              <a:t>Mot-clé var</a:t>
            </a:r>
          </a:p>
        </p:txBody>
      </p:sp>
      <p:graphicFrame>
        <p:nvGraphicFramePr>
          <p:cNvPr id="5" name="Espace réservé du contenu 2">
            <a:extLst>
              <a:ext uri="{FF2B5EF4-FFF2-40B4-BE49-F238E27FC236}">
                <a16:creationId xmlns:a16="http://schemas.microsoft.com/office/drawing/2014/main" id="{27C97A3E-DD76-DCBC-E564-C7F19E647AE9}"/>
              </a:ext>
            </a:extLst>
          </p:cNvPr>
          <p:cNvGraphicFramePr>
            <a:graphicFrameLocks noGrp="1"/>
          </p:cNvGraphicFramePr>
          <p:nvPr>
            <p:ph idx="1"/>
            <p:extLst>
              <p:ext uri="{D42A27DB-BD31-4B8C-83A1-F6EECF244321}">
                <p14:modId xmlns:p14="http://schemas.microsoft.com/office/powerpoint/2010/main" val="1883643190"/>
              </p:ext>
            </p:extLst>
          </p:nvPr>
        </p:nvGraphicFramePr>
        <p:xfrm>
          <a:off x="533400" y="1358900"/>
          <a:ext cx="10820400" cy="4818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8517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D3CF5-D4EC-6670-69AC-5B4843C5C98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650FB38-8105-EA29-944E-CE728054479B}"/>
              </a:ext>
            </a:extLst>
          </p:cNvPr>
          <p:cNvSpPr>
            <a:spLocks noGrp="1"/>
          </p:cNvSpPr>
          <p:nvPr>
            <p:ph type="title"/>
          </p:nvPr>
        </p:nvSpPr>
        <p:spPr/>
        <p:txBody>
          <a:bodyPr/>
          <a:lstStyle/>
          <a:p>
            <a:r>
              <a:rPr lang="fr-FR" dirty="0"/>
              <a:t>Les types Record</a:t>
            </a:r>
          </a:p>
        </p:txBody>
      </p:sp>
      <p:graphicFrame>
        <p:nvGraphicFramePr>
          <p:cNvPr id="5" name="Espace réservé du contenu 2">
            <a:extLst>
              <a:ext uri="{FF2B5EF4-FFF2-40B4-BE49-F238E27FC236}">
                <a16:creationId xmlns:a16="http://schemas.microsoft.com/office/drawing/2014/main" id="{2EFAC478-1219-C29E-1BAA-DF7150B255D0}"/>
              </a:ext>
            </a:extLst>
          </p:cNvPr>
          <p:cNvGraphicFramePr>
            <a:graphicFrameLocks noGrp="1"/>
          </p:cNvGraphicFramePr>
          <p:nvPr>
            <p:ph idx="1"/>
            <p:extLst>
              <p:ext uri="{D42A27DB-BD31-4B8C-83A1-F6EECF244321}">
                <p14:modId xmlns:p14="http://schemas.microsoft.com/office/powerpoint/2010/main" val="1516237113"/>
              </p:ext>
            </p:extLst>
          </p:nvPr>
        </p:nvGraphicFramePr>
        <p:xfrm>
          <a:off x="533400" y="1358900"/>
          <a:ext cx="10820400" cy="4818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4321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4AE718E7-FB40-2728-C1BA-8092667A6BEA}"/>
              </a:ext>
            </a:extLst>
          </p:cNvPr>
          <p:cNvSpPr>
            <a:spLocks noGrp="1"/>
          </p:cNvSpPr>
          <p:nvPr>
            <p:ph type="title"/>
          </p:nvPr>
        </p:nvSpPr>
        <p:spPr>
          <a:xfrm>
            <a:off x="288471" y="55845"/>
            <a:ext cx="10515600" cy="392521"/>
          </a:xfrm>
        </p:spPr>
        <p:txBody>
          <a:bodyPr>
            <a:normAutofit fontScale="90000"/>
          </a:bodyPr>
          <a:lstStyle/>
          <a:p>
            <a:r>
              <a:rPr lang="fr-FR" dirty="0"/>
              <a:t>Les opérateurs de base</a:t>
            </a:r>
          </a:p>
        </p:txBody>
      </p:sp>
      <p:graphicFrame>
        <p:nvGraphicFramePr>
          <p:cNvPr id="8" name="Tableau 7">
            <a:extLst>
              <a:ext uri="{FF2B5EF4-FFF2-40B4-BE49-F238E27FC236}">
                <a16:creationId xmlns:a16="http://schemas.microsoft.com/office/drawing/2014/main" id="{08241005-55F4-C2CF-6DB1-0F1BC92CD7CE}"/>
              </a:ext>
            </a:extLst>
          </p:cNvPr>
          <p:cNvGraphicFramePr>
            <a:graphicFrameLocks noGrp="1"/>
          </p:cNvGraphicFramePr>
          <p:nvPr>
            <p:extLst>
              <p:ext uri="{D42A27DB-BD31-4B8C-83A1-F6EECF244321}">
                <p14:modId xmlns:p14="http://schemas.microsoft.com/office/powerpoint/2010/main" val="1300608346"/>
              </p:ext>
            </p:extLst>
          </p:nvPr>
        </p:nvGraphicFramePr>
        <p:xfrm>
          <a:off x="138792" y="567283"/>
          <a:ext cx="6285411" cy="2293200"/>
        </p:xfrm>
        <a:graphic>
          <a:graphicData uri="http://schemas.openxmlformats.org/drawingml/2006/table">
            <a:tbl>
              <a:tblPr firstRow="1" bandRow="1">
                <a:tableStyleId>{7DF18680-E054-41AD-8BC1-D1AEF772440D}</a:tableStyleId>
              </a:tblPr>
              <a:tblGrid>
                <a:gridCol w="1311755">
                  <a:extLst>
                    <a:ext uri="{9D8B030D-6E8A-4147-A177-3AD203B41FA5}">
                      <a16:colId xmlns:a16="http://schemas.microsoft.com/office/drawing/2014/main" val="2997905230"/>
                    </a:ext>
                  </a:extLst>
                </a:gridCol>
                <a:gridCol w="2082411">
                  <a:extLst>
                    <a:ext uri="{9D8B030D-6E8A-4147-A177-3AD203B41FA5}">
                      <a16:colId xmlns:a16="http://schemas.microsoft.com/office/drawing/2014/main" val="3104469451"/>
                    </a:ext>
                  </a:extLst>
                </a:gridCol>
                <a:gridCol w="2891245">
                  <a:extLst>
                    <a:ext uri="{9D8B030D-6E8A-4147-A177-3AD203B41FA5}">
                      <a16:colId xmlns:a16="http://schemas.microsoft.com/office/drawing/2014/main" val="2115607678"/>
                    </a:ext>
                  </a:extLst>
                </a:gridCol>
              </a:tblGrid>
              <a:tr h="219618">
                <a:tc gridSpan="3">
                  <a:txBody>
                    <a:bodyPr/>
                    <a:lstStyle/>
                    <a:p>
                      <a:r>
                        <a:rPr lang="fr-FR" sz="1200" dirty="0"/>
                        <a:t>Les opérateurs arithmétiques</a:t>
                      </a:r>
                    </a:p>
                    <a:p>
                      <a:r>
                        <a:rPr lang="fr-FR" sz="1200" b="0" dirty="0"/>
                        <a:t>Les opérateurs arithmétiques permettent d’effectuer des opérations mathématiques de base </a:t>
                      </a:r>
                    </a:p>
                  </a:txBody>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868737166"/>
                  </a:ext>
                </a:extLst>
              </a:tr>
              <a:tr h="306000">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5"/>
                    </a:solidFill>
                  </a:tcPr>
                </a:tc>
                <a:tc>
                  <a:txBody>
                    <a:bodyPr/>
                    <a:lstStyle/>
                    <a:p>
                      <a:pPr marL="0" algn="l" defTabSz="914400" rtl="0" eaLnBrk="1" latinLnBrk="0" hangingPunct="1"/>
                      <a:r>
                        <a:rPr lang="fr-FR" sz="1400" b="1" kern="1200" dirty="0">
                          <a:solidFill>
                            <a:schemeClr val="lt1"/>
                          </a:solidFill>
                          <a:latin typeface="+mn-lt"/>
                          <a:ea typeface="+mn-ea"/>
                          <a:cs typeface="+mn-cs"/>
                        </a:rPr>
                        <a:t>Signification</a:t>
                      </a:r>
                    </a:p>
                  </a:txBody>
                  <a:tcPr>
                    <a:solidFill>
                      <a:schemeClr val="accent5"/>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5"/>
                    </a:solidFill>
                  </a:tcPr>
                </a:tc>
                <a:extLst>
                  <a:ext uri="{0D108BD9-81ED-4DB2-BD59-A6C34878D82A}">
                    <a16:rowId xmlns:a16="http://schemas.microsoft.com/office/drawing/2014/main" val="513421870"/>
                  </a:ext>
                </a:extLst>
              </a:tr>
              <a:tr h="306000">
                <a:tc>
                  <a:txBody>
                    <a:bodyPr/>
                    <a:lstStyle/>
                    <a:p>
                      <a:r>
                        <a:rPr lang="fr-FR" sz="1400" dirty="0"/>
                        <a:t>+</a:t>
                      </a:r>
                    </a:p>
                  </a:txBody>
                  <a:tcPr/>
                </a:tc>
                <a:tc>
                  <a:txBody>
                    <a:bodyPr/>
                    <a:lstStyle/>
                    <a:p>
                      <a:r>
                        <a:rPr lang="fr-FR" sz="1400" dirty="0"/>
                        <a:t>Addition</a:t>
                      </a:r>
                    </a:p>
                  </a:txBody>
                  <a:tcPr/>
                </a:tc>
                <a:tc>
                  <a:txBody>
                    <a:bodyPr/>
                    <a:lstStyle/>
                    <a:p>
                      <a:r>
                        <a:rPr lang="fr-FR" sz="1400" dirty="0"/>
                        <a:t>5+3=8</a:t>
                      </a:r>
                    </a:p>
                  </a:txBody>
                  <a:tcPr/>
                </a:tc>
                <a:extLst>
                  <a:ext uri="{0D108BD9-81ED-4DB2-BD59-A6C34878D82A}">
                    <a16:rowId xmlns:a16="http://schemas.microsoft.com/office/drawing/2014/main" val="2729334208"/>
                  </a:ext>
                </a:extLst>
              </a:tr>
              <a:tr h="306000">
                <a:tc>
                  <a:txBody>
                    <a:bodyPr/>
                    <a:lstStyle/>
                    <a:p>
                      <a:r>
                        <a:rPr lang="fr-FR" sz="1400" dirty="0"/>
                        <a:t>-</a:t>
                      </a:r>
                    </a:p>
                  </a:txBody>
                  <a:tcPr/>
                </a:tc>
                <a:tc>
                  <a:txBody>
                    <a:bodyPr/>
                    <a:lstStyle/>
                    <a:p>
                      <a:r>
                        <a:rPr lang="fr-FR" sz="1400" dirty="0"/>
                        <a:t>Soustraction</a:t>
                      </a:r>
                    </a:p>
                  </a:txBody>
                  <a:tcPr/>
                </a:tc>
                <a:tc>
                  <a:txBody>
                    <a:bodyPr/>
                    <a:lstStyle/>
                    <a:p>
                      <a:r>
                        <a:rPr lang="fr-FR" sz="1400" dirty="0"/>
                        <a:t>5-3=2</a:t>
                      </a:r>
                    </a:p>
                  </a:txBody>
                  <a:tcPr/>
                </a:tc>
                <a:extLst>
                  <a:ext uri="{0D108BD9-81ED-4DB2-BD59-A6C34878D82A}">
                    <a16:rowId xmlns:a16="http://schemas.microsoft.com/office/drawing/2014/main" val="989193014"/>
                  </a:ext>
                </a:extLst>
              </a:tr>
              <a:tr h="306000">
                <a:tc>
                  <a:txBody>
                    <a:bodyPr/>
                    <a:lstStyle/>
                    <a:p>
                      <a:r>
                        <a:rPr lang="fr-FR" sz="1400" dirty="0"/>
                        <a:t>*</a:t>
                      </a:r>
                    </a:p>
                  </a:txBody>
                  <a:tcPr/>
                </a:tc>
                <a:tc>
                  <a:txBody>
                    <a:bodyPr/>
                    <a:lstStyle/>
                    <a:p>
                      <a:r>
                        <a:rPr lang="fr-FR" sz="1400" dirty="0"/>
                        <a:t>Multiplication</a:t>
                      </a:r>
                    </a:p>
                  </a:txBody>
                  <a:tcPr/>
                </a:tc>
                <a:tc>
                  <a:txBody>
                    <a:bodyPr/>
                    <a:lstStyle/>
                    <a:p>
                      <a:r>
                        <a:rPr lang="fr-FR" sz="1400" dirty="0"/>
                        <a:t>5*3=15</a:t>
                      </a:r>
                    </a:p>
                  </a:txBody>
                  <a:tcPr/>
                </a:tc>
                <a:extLst>
                  <a:ext uri="{0D108BD9-81ED-4DB2-BD59-A6C34878D82A}">
                    <a16:rowId xmlns:a16="http://schemas.microsoft.com/office/drawing/2014/main" val="2489018420"/>
                  </a:ext>
                </a:extLst>
              </a:tr>
              <a:tr h="306000">
                <a:tc>
                  <a:txBody>
                    <a:bodyPr/>
                    <a:lstStyle/>
                    <a:p>
                      <a:r>
                        <a:rPr lang="fr-FR" sz="1400" dirty="0"/>
                        <a:t>/</a:t>
                      </a:r>
                    </a:p>
                  </a:txBody>
                  <a:tcPr/>
                </a:tc>
                <a:tc>
                  <a:txBody>
                    <a:bodyPr/>
                    <a:lstStyle/>
                    <a:p>
                      <a:r>
                        <a:rPr lang="fr-FR" sz="1400" dirty="0"/>
                        <a:t>Division</a:t>
                      </a:r>
                    </a:p>
                  </a:txBody>
                  <a:tcPr/>
                </a:tc>
                <a:tc>
                  <a:txBody>
                    <a:bodyPr/>
                    <a:lstStyle/>
                    <a:p>
                      <a:r>
                        <a:rPr lang="fr-FR" sz="1400" dirty="0"/>
                        <a:t>5/3=1</a:t>
                      </a:r>
                    </a:p>
                  </a:txBody>
                  <a:tcPr/>
                </a:tc>
                <a:extLst>
                  <a:ext uri="{0D108BD9-81ED-4DB2-BD59-A6C34878D82A}">
                    <a16:rowId xmlns:a16="http://schemas.microsoft.com/office/drawing/2014/main" val="2938957622"/>
                  </a:ext>
                </a:extLst>
              </a:tr>
              <a:tr h="306000">
                <a:tc>
                  <a:txBody>
                    <a:bodyPr/>
                    <a:lstStyle/>
                    <a:p>
                      <a:r>
                        <a:rPr lang="fr-FR" sz="1400" dirty="0"/>
                        <a:t>%</a:t>
                      </a:r>
                    </a:p>
                  </a:txBody>
                  <a:tcPr/>
                </a:tc>
                <a:tc>
                  <a:txBody>
                    <a:bodyPr/>
                    <a:lstStyle/>
                    <a:p>
                      <a:r>
                        <a:rPr lang="fr-FR" sz="1400" dirty="0"/>
                        <a:t>Modulo – Reste division</a:t>
                      </a:r>
                    </a:p>
                  </a:txBody>
                  <a:tcPr/>
                </a:tc>
                <a:tc>
                  <a:txBody>
                    <a:bodyPr/>
                    <a:lstStyle/>
                    <a:p>
                      <a:r>
                        <a:rPr lang="fr-FR" sz="1400" dirty="0"/>
                        <a:t>5%3=2</a:t>
                      </a:r>
                    </a:p>
                  </a:txBody>
                  <a:tcPr/>
                </a:tc>
                <a:extLst>
                  <a:ext uri="{0D108BD9-81ED-4DB2-BD59-A6C34878D82A}">
                    <a16:rowId xmlns:a16="http://schemas.microsoft.com/office/drawing/2014/main" val="116041398"/>
                  </a:ext>
                </a:extLst>
              </a:tr>
            </a:tbl>
          </a:graphicData>
        </a:graphic>
      </p:graphicFrame>
      <p:graphicFrame>
        <p:nvGraphicFramePr>
          <p:cNvPr id="9" name="Tableau 8">
            <a:extLst>
              <a:ext uri="{FF2B5EF4-FFF2-40B4-BE49-F238E27FC236}">
                <a16:creationId xmlns:a16="http://schemas.microsoft.com/office/drawing/2014/main" id="{FEED5123-E2AA-B92F-7CBC-A5A91C331C29}"/>
              </a:ext>
            </a:extLst>
          </p:cNvPr>
          <p:cNvGraphicFramePr>
            <a:graphicFrameLocks noGrp="1"/>
          </p:cNvGraphicFramePr>
          <p:nvPr>
            <p:extLst>
              <p:ext uri="{D42A27DB-BD31-4B8C-83A1-F6EECF244321}">
                <p14:modId xmlns:p14="http://schemas.microsoft.com/office/powerpoint/2010/main" val="3640977492"/>
              </p:ext>
            </p:extLst>
          </p:nvPr>
        </p:nvGraphicFramePr>
        <p:xfrm>
          <a:off x="103413" y="2860483"/>
          <a:ext cx="6356168" cy="2839720"/>
        </p:xfrm>
        <a:graphic>
          <a:graphicData uri="http://schemas.openxmlformats.org/drawingml/2006/table">
            <a:tbl>
              <a:tblPr firstRow="1" bandRow="1">
                <a:tableStyleId>{93296810-A885-4BE3-A3E7-6D5BEEA58F35}</a:tableStyleId>
              </a:tblPr>
              <a:tblGrid>
                <a:gridCol w="2168116">
                  <a:extLst>
                    <a:ext uri="{9D8B030D-6E8A-4147-A177-3AD203B41FA5}">
                      <a16:colId xmlns:a16="http://schemas.microsoft.com/office/drawing/2014/main" val="2900094468"/>
                    </a:ext>
                  </a:extLst>
                </a:gridCol>
                <a:gridCol w="2729643">
                  <a:extLst>
                    <a:ext uri="{9D8B030D-6E8A-4147-A177-3AD203B41FA5}">
                      <a16:colId xmlns:a16="http://schemas.microsoft.com/office/drawing/2014/main" val="1592693680"/>
                    </a:ext>
                  </a:extLst>
                </a:gridCol>
                <a:gridCol w="1458409">
                  <a:extLst>
                    <a:ext uri="{9D8B030D-6E8A-4147-A177-3AD203B41FA5}">
                      <a16:colId xmlns:a16="http://schemas.microsoft.com/office/drawing/2014/main" val="170279294"/>
                    </a:ext>
                  </a:extLst>
                </a:gridCol>
              </a:tblGrid>
              <a:tr h="322660">
                <a:tc gridSpan="3">
                  <a:txBody>
                    <a:bodyPr/>
                    <a:lstStyle/>
                    <a:p>
                      <a:r>
                        <a:rPr lang="fr-FR" sz="1200" dirty="0"/>
                        <a:t>Les opérateurs de comparaison</a:t>
                      </a:r>
                    </a:p>
                    <a:p>
                      <a:r>
                        <a:rPr lang="fr-FR" sz="1200" b="0" dirty="0"/>
                        <a:t>Les opérateurs de comparaison permettent de comparer des valeurs entre elles. Ils retournent généralement d’un booléen</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2671806924"/>
                  </a:ext>
                </a:extLst>
              </a:tr>
              <a:tr h="226172">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6"/>
                    </a:solidFill>
                  </a:tcPr>
                </a:tc>
                <a:tc>
                  <a:txBody>
                    <a:bodyPr/>
                    <a:lstStyle/>
                    <a:p>
                      <a:pPr marL="0" algn="l" defTabSz="914400" rtl="0" eaLnBrk="1" latinLnBrk="0" hangingPunct="1"/>
                      <a:r>
                        <a:rPr lang="fr-FR" sz="1400" b="1" kern="1200" dirty="0">
                          <a:solidFill>
                            <a:schemeClr val="lt1"/>
                          </a:solidFill>
                          <a:latin typeface="+mn-lt"/>
                          <a:ea typeface="+mn-ea"/>
                          <a:cs typeface="+mn-cs"/>
                        </a:rPr>
                        <a:t>Signification</a:t>
                      </a:r>
                    </a:p>
                  </a:txBody>
                  <a:tcPr>
                    <a:solidFill>
                      <a:schemeClr val="accent6"/>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6"/>
                    </a:solidFill>
                  </a:tcPr>
                </a:tc>
                <a:extLst>
                  <a:ext uri="{0D108BD9-81ED-4DB2-BD59-A6C34878D82A}">
                    <a16:rowId xmlns:a16="http://schemas.microsoft.com/office/drawing/2014/main" val="2102669788"/>
                  </a:ext>
                </a:extLst>
              </a:tr>
              <a:tr h="269714">
                <a:tc>
                  <a:txBody>
                    <a:bodyPr/>
                    <a:lstStyle/>
                    <a:p>
                      <a:r>
                        <a:rPr lang="fr-FR" sz="1200" dirty="0"/>
                        <a:t>==</a:t>
                      </a:r>
                    </a:p>
                  </a:txBody>
                  <a:tcPr/>
                </a:tc>
                <a:tc>
                  <a:txBody>
                    <a:bodyPr/>
                    <a:lstStyle/>
                    <a:p>
                      <a:r>
                        <a:rPr lang="fr-FR" sz="1400" dirty="0"/>
                        <a:t>Égal à </a:t>
                      </a:r>
                    </a:p>
                  </a:txBody>
                  <a:tcPr/>
                </a:tc>
                <a:tc>
                  <a:txBody>
                    <a:bodyPr/>
                    <a:lstStyle/>
                    <a:p>
                      <a:r>
                        <a:rPr lang="fr-FR" sz="1400" dirty="0"/>
                        <a:t>5 == 3 </a:t>
                      </a:r>
                      <a:r>
                        <a:rPr lang="fr-FR" sz="1400" b="1" dirty="0"/>
                        <a:t>faux</a:t>
                      </a:r>
                    </a:p>
                  </a:txBody>
                  <a:tcPr/>
                </a:tc>
                <a:extLst>
                  <a:ext uri="{0D108BD9-81ED-4DB2-BD59-A6C34878D82A}">
                    <a16:rowId xmlns:a16="http://schemas.microsoft.com/office/drawing/2014/main" val="2728422546"/>
                  </a:ext>
                </a:extLst>
              </a:tr>
              <a:tr h="235006">
                <a:tc>
                  <a:txBody>
                    <a:bodyPr/>
                    <a:lstStyle/>
                    <a:p>
                      <a:r>
                        <a:rPr lang="fr-FR" sz="1400" dirty="0"/>
                        <a:t>!=</a:t>
                      </a:r>
                    </a:p>
                  </a:txBody>
                  <a:tcPr/>
                </a:tc>
                <a:tc>
                  <a:txBody>
                    <a:bodyPr/>
                    <a:lstStyle/>
                    <a:p>
                      <a:r>
                        <a:rPr lang="fr-FR" sz="1400" dirty="0"/>
                        <a:t>Différent de</a:t>
                      </a:r>
                    </a:p>
                  </a:txBody>
                  <a:tcPr/>
                </a:tc>
                <a:tc>
                  <a:txBody>
                    <a:bodyPr/>
                    <a:lstStyle/>
                    <a:p>
                      <a:r>
                        <a:rPr lang="fr-FR" sz="1400" dirty="0"/>
                        <a:t>5!=3 </a:t>
                      </a:r>
                      <a:r>
                        <a:rPr lang="fr-FR" sz="1400" b="1" dirty="0"/>
                        <a:t>vrai</a:t>
                      </a:r>
                    </a:p>
                  </a:txBody>
                  <a:tcPr/>
                </a:tc>
                <a:extLst>
                  <a:ext uri="{0D108BD9-81ED-4DB2-BD59-A6C34878D82A}">
                    <a16:rowId xmlns:a16="http://schemas.microsoft.com/office/drawing/2014/main" val="2894400677"/>
                  </a:ext>
                </a:extLst>
              </a:tr>
              <a:tr h="191463">
                <a:tc>
                  <a:txBody>
                    <a:bodyPr/>
                    <a:lstStyle/>
                    <a:p>
                      <a:r>
                        <a:rPr lang="fr-FR" sz="1400" dirty="0"/>
                        <a:t>&gt;</a:t>
                      </a:r>
                    </a:p>
                  </a:txBody>
                  <a:tcPr/>
                </a:tc>
                <a:tc>
                  <a:txBody>
                    <a:bodyPr/>
                    <a:lstStyle/>
                    <a:p>
                      <a:r>
                        <a:rPr lang="fr-FR" sz="1400" dirty="0"/>
                        <a:t>Plus grand que</a:t>
                      </a:r>
                    </a:p>
                  </a:txBody>
                  <a:tcPr/>
                </a:tc>
                <a:tc>
                  <a:txBody>
                    <a:bodyPr/>
                    <a:lstStyle/>
                    <a:p>
                      <a:r>
                        <a:rPr lang="fr-FR" sz="1400" dirty="0"/>
                        <a:t>5&gt;3 </a:t>
                      </a:r>
                      <a:r>
                        <a:rPr lang="fr-FR" sz="1400" b="1" dirty="0"/>
                        <a:t>vrai</a:t>
                      </a:r>
                    </a:p>
                  </a:txBody>
                  <a:tcPr/>
                </a:tc>
                <a:extLst>
                  <a:ext uri="{0D108BD9-81ED-4DB2-BD59-A6C34878D82A}">
                    <a16:rowId xmlns:a16="http://schemas.microsoft.com/office/drawing/2014/main" val="4148917200"/>
                  </a:ext>
                </a:extLst>
              </a:tr>
              <a:tr h="191463">
                <a:tc>
                  <a:txBody>
                    <a:bodyPr/>
                    <a:lstStyle/>
                    <a:p>
                      <a:r>
                        <a:rPr lang="fr-FR" sz="1400" dirty="0"/>
                        <a:t>&lt;</a:t>
                      </a:r>
                    </a:p>
                  </a:txBody>
                  <a:tcPr/>
                </a:tc>
                <a:tc>
                  <a:txBody>
                    <a:bodyPr/>
                    <a:lstStyle/>
                    <a:p>
                      <a:r>
                        <a:rPr lang="fr-FR" sz="1400" dirty="0"/>
                        <a:t>Plus petit que</a:t>
                      </a:r>
                    </a:p>
                  </a:txBody>
                  <a:tcPr/>
                </a:tc>
                <a:tc>
                  <a:txBody>
                    <a:bodyPr/>
                    <a:lstStyle/>
                    <a:p>
                      <a:r>
                        <a:rPr lang="fr-FR" sz="1400" kern="1200" dirty="0">
                          <a:solidFill>
                            <a:schemeClr val="dk1"/>
                          </a:solidFill>
                          <a:latin typeface="+mn-lt"/>
                          <a:ea typeface="+mn-ea"/>
                          <a:cs typeface="+mn-cs"/>
                        </a:rPr>
                        <a:t>5&lt;3 </a:t>
                      </a:r>
                      <a:r>
                        <a:rPr lang="fr-FR" sz="1400" b="1" dirty="0"/>
                        <a:t>faux</a:t>
                      </a:r>
                    </a:p>
                  </a:txBody>
                  <a:tcPr/>
                </a:tc>
                <a:extLst>
                  <a:ext uri="{0D108BD9-81ED-4DB2-BD59-A6C34878D82A}">
                    <a16:rowId xmlns:a16="http://schemas.microsoft.com/office/drawing/2014/main" val="3253154428"/>
                  </a:ext>
                </a:extLst>
              </a:tr>
              <a:tr h="269840">
                <a:tc>
                  <a:txBody>
                    <a:bodyPr/>
                    <a:lstStyle/>
                    <a:p>
                      <a:r>
                        <a:rPr lang="fr-FR" sz="1400" dirty="0"/>
                        <a:t>&gt;=</a:t>
                      </a:r>
                    </a:p>
                  </a:txBody>
                  <a:tcPr/>
                </a:tc>
                <a:tc>
                  <a:txBody>
                    <a:bodyPr/>
                    <a:lstStyle/>
                    <a:p>
                      <a:r>
                        <a:rPr lang="fr-FR" sz="1400" dirty="0"/>
                        <a:t>Plus grand ou égale à</a:t>
                      </a:r>
                    </a:p>
                  </a:txBody>
                  <a:tcPr/>
                </a:tc>
                <a:tc>
                  <a:txBody>
                    <a:bodyPr/>
                    <a:lstStyle/>
                    <a:p>
                      <a:r>
                        <a:rPr lang="fr-FR" sz="1400" b="0" dirty="0"/>
                        <a:t>5&gt;=3 </a:t>
                      </a:r>
                      <a:r>
                        <a:rPr lang="fr-FR" sz="1400" b="1" dirty="0"/>
                        <a:t>vrai</a:t>
                      </a:r>
                    </a:p>
                  </a:txBody>
                  <a:tcPr/>
                </a:tc>
                <a:extLst>
                  <a:ext uri="{0D108BD9-81ED-4DB2-BD59-A6C34878D82A}">
                    <a16:rowId xmlns:a16="http://schemas.microsoft.com/office/drawing/2014/main" val="3956966136"/>
                  </a:ext>
                </a:extLst>
              </a:tr>
              <a:tr h="370840">
                <a:tc>
                  <a:txBody>
                    <a:bodyPr/>
                    <a:lstStyle/>
                    <a:p>
                      <a:r>
                        <a:rPr lang="fr-FR" sz="1400" dirty="0"/>
                        <a:t>&lt;=</a:t>
                      </a:r>
                    </a:p>
                  </a:txBody>
                  <a:tcPr/>
                </a:tc>
                <a:tc>
                  <a:txBody>
                    <a:bodyPr/>
                    <a:lstStyle/>
                    <a:p>
                      <a:r>
                        <a:rPr lang="fr-FR" sz="1400" dirty="0"/>
                        <a:t>Plus petit ou égale à</a:t>
                      </a:r>
                    </a:p>
                  </a:txBody>
                  <a:tcPr/>
                </a:tc>
                <a:tc>
                  <a:txBody>
                    <a:bodyPr/>
                    <a:lstStyle/>
                    <a:p>
                      <a:r>
                        <a:rPr lang="fr-FR" sz="1400" b="0" dirty="0"/>
                        <a:t>5&lt;=3 </a:t>
                      </a:r>
                      <a:r>
                        <a:rPr lang="fr-FR" sz="1400" b="1" dirty="0"/>
                        <a:t>faux</a:t>
                      </a:r>
                    </a:p>
                  </a:txBody>
                  <a:tcPr/>
                </a:tc>
                <a:extLst>
                  <a:ext uri="{0D108BD9-81ED-4DB2-BD59-A6C34878D82A}">
                    <a16:rowId xmlns:a16="http://schemas.microsoft.com/office/drawing/2014/main" val="2528213524"/>
                  </a:ext>
                </a:extLst>
              </a:tr>
            </a:tbl>
          </a:graphicData>
        </a:graphic>
      </p:graphicFrame>
      <p:graphicFrame>
        <p:nvGraphicFramePr>
          <p:cNvPr id="10" name="Tableau 9">
            <a:extLst>
              <a:ext uri="{FF2B5EF4-FFF2-40B4-BE49-F238E27FC236}">
                <a16:creationId xmlns:a16="http://schemas.microsoft.com/office/drawing/2014/main" id="{39D6FF81-4412-DBE3-0879-D55353C9FD9C}"/>
              </a:ext>
            </a:extLst>
          </p:cNvPr>
          <p:cNvGraphicFramePr>
            <a:graphicFrameLocks noGrp="1"/>
          </p:cNvGraphicFramePr>
          <p:nvPr>
            <p:extLst>
              <p:ext uri="{D42A27DB-BD31-4B8C-83A1-F6EECF244321}">
                <p14:modId xmlns:p14="http://schemas.microsoft.com/office/powerpoint/2010/main" val="989768589"/>
              </p:ext>
            </p:extLst>
          </p:nvPr>
        </p:nvGraphicFramePr>
        <p:xfrm>
          <a:off x="6424203" y="567283"/>
          <a:ext cx="5344160" cy="1940560"/>
        </p:xfrm>
        <a:graphic>
          <a:graphicData uri="http://schemas.openxmlformats.org/drawingml/2006/table">
            <a:tbl>
              <a:tblPr firstRow="1" bandRow="1">
                <a:tableStyleId>{21E4AEA4-8DFA-4A89-87EB-49C32662AFE0}</a:tableStyleId>
              </a:tblPr>
              <a:tblGrid>
                <a:gridCol w="1042125">
                  <a:extLst>
                    <a:ext uri="{9D8B030D-6E8A-4147-A177-3AD203B41FA5}">
                      <a16:colId xmlns:a16="http://schemas.microsoft.com/office/drawing/2014/main" val="2466759357"/>
                    </a:ext>
                  </a:extLst>
                </a:gridCol>
                <a:gridCol w="1750423">
                  <a:extLst>
                    <a:ext uri="{9D8B030D-6E8A-4147-A177-3AD203B41FA5}">
                      <a16:colId xmlns:a16="http://schemas.microsoft.com/office/drawing/2014/main" val="4264653284"/>
                    </a:ext>
                  </a:extLst>
                </a:gridCol>
                <a:gridCol w="2551612">
                  <a:extLst>
                    <a:ext uri="{9D8B030D-6E8A-4147-A177-3AD203B41FA5}">
                      <a16:colId xmlns:a16="http://schemas.microsoft.com/office/drawing/2014/main" val="3854641097"/>
                    </a:ext>
                  </a:extLst>
                </a:gridCol>
              </a:tblGrid>
              <a:tr h="370840">
                <a:tc gridSpan="3">
                  <a:txBody>
                    <a:bodyPr/>
                    <a:lstStyle/>
                    <a:p>
                      <a:r>
                        <a:rPr lang="fr-FR" sz="1200" dirty="0"/>
                        <a:t>Les opérateurs logiques</a:t>
                      </a:r>
                    </a:p>
                    <a:p>
                      <a:r>
                        <a:rPr lang="fr-FR" sz="1200" b="0" dirty="0"/>
                        <a:t>Les opérateurs logiques permettent de combiner des expressions booléennes</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1954794567"/>
                  </a:ext>
                </a:extLst>
              </a:tr>
              <a:tr h="370840">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2"/>
                    </a:solidFill>
                  </a:tcPr>
                </a:tc>
                <a:tc>
                  <a:txBody>
                    <a:bodyPr/>
                    <a:lstStyle/>
                    <a:p>
                      <a:pPr marL="0" algn="l" defTabSz="914400" rtl="0" eaLnBrk="1" latinLnBrk="0" hangingPunct="1"/>
                      <a:r>
                        <a:rPr lang="fr-FR" sz="1400" b="1" kern="1200" dirty="0">
                          <a:solidFill>
                            <a:schemeClr val="lt1"/>
                          </a:solidFill>
                          <a:latin typeface="+mn-lt"/>
                          <a:ea typeface="+mn-ea"/>
                          <a:cs typeface="+mn-cs"/>
                        </a:rPr>
                        <a:t>Signification</a:t>
                      </a:r>
                    </a:p>
                  </a:txBody>
                  <a:tcPr>
                    <a:solidFill>
                      <a:schemeClr val="accent2"/>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2"/>
                    </a:solidFill>
                  </a:tcPr>
                </a:tc>
                <a:extLst>
                  <a:ext uri="{0D108BD9-81ED-4DB2-BD59-A6C34878D82A}">
                    <a16:rowId xmlns:a16="http://schemas.microsoft.com/office/drawing/2014/main" val="557971575"/>
                  </a:ext>
                </a:extLst>
              </a:tr>
              <a:tr h="370840">
                <a:tc>
                  <a:txBody>
                    <a:bodyPr/>
                    <a:lstStyle/>
                    <a:p>
                      <a:r>
                        <a:rPr lang="fr-FR" sz="1200" dirty="0"/>
                        <a:t>&amp;&amp;</a:t>
                      </a:r>
                    </a:p>
                  </a:txBody>
                  <a:tcPr/>
                </a:tc>
                <a:tc>
                  <a:txBody>
                    <a:bodyPr/>
                    <a:lstStyle/>
                    <a:p>
                      <a:r>
                        <a:rPr lang="fr-FR" sz="1200" dirty="0"/>
                        <a:t>Et logique</a:t>
                      </a:r>
                    </a:p>
                  </a:txBody>
                  <a:tcPr/>
                </a:tc>
                <a:tc>
                  <a:txBody>
                    <a:bodyPr/>
                    <a:lstStyle/>
                    <a:p>
                      <a:r>
                        <a:rPr lang="fr-FR" sz="1200" dirty="0"/>
                        <a:t>(5&gt;3) &amp;&amp; (8&gt;5) </a:t>
                      </a:r>
                      <a:r>
                        <a:rPr lang="fr-FR" sz="1200" b="1" dirty="0"/>
                        <a:t>vrai</a:t>
                      </a:r>
                    </a:p>
                  </a:txBody>
                  <a:tcPr/>
                </a:tc>
                <a:extLst>
                  <a:ext uri="{0D108BD9-81ED-4DB2-BD59-A6C34878D82A}">
                    <a16:rowId xmlns:a16="http://schemas.microsoft.com/office/drawing/2014/main" val="3478557533"/>
                  </a:ext>
                </a:extLst>
              </a:tr>
              <a:tr h="370840">
                <a:tc>
                  <a:txBody>
                    <a:bodyPr/>
                    <a:lstStyle/>
                    <a:p>
                      <a:r>
                        <a:rPr lang="fr-FR" sz="1200" dirty="0"/>
                        <a:t>||</a:t>
                      </a:r>
                    </a:p>
                  </a:txBody>
                  <a:tcPr/>
                </a:tc>
                <a:tc>
                  <a:txBody>
                    <a:bodyPr/>
                    <a:lstStyle/>
                    <a:p>
                      <a:r>
                        <a:rPr lang="fr-FR" sz="1200" dirty="0"/>
                        <a:t>Ou logique</a:t>
                      </a:r>
                    </a:p>
                  </a:txBody>
                  <a:tcPr/>
                </a:tc>
                <a:tc>
                  <a:txBody>
                    <a:bodyPr/>
                    <a:lstStyle/>
                    <a:p>
                      <a:r>
                        <a:rPr lang="fr-FR" sz="1200" dirty="0"/>
                        <a:t>(5&gt;3)</a:t>
                      </a:r>
                    </a:p>
                  </a:txBody>
                  <a:tcPr/>
                </a:tc>
                <a:extLst>
                  <a:ext uri="{0D108BD9-81ED-4DB2-BD59-A6C34878D82A}">
                    <a16:rowId xmlns:a16="http://schemas.microsoft.com/office/drawing/2014/main" val="3668238101"/>
                  </a:ext>
                </a:extLst>
              </a:tr>
              <a:tr h="370840">
                <a:tc>
                  <a:txBody>
                    <a:bodyPr/>
                    <a:lstStyle/>
                    <a:p>
                      <a:r>
                        <a:rPr lang="fr-FR" sz="1200" dirty="0"/>
                        <a:t>!</a:t>
                      </a:r>
                    </a:p>
                  </a:txBody>
                  <a:tcPr/>
                </a:tc>
                <a:tc>
                  <a:txBody>
                    <a:bodyPr/>
                    <a:lstStyle/>
                    <a:p>
                      <a:r>
                        <a:rPr lang="fr-FR" sz="1200" dirty="0"/>
                        <a:t>Négation</a:t>
                      </a:r>
                    </a:p>
                  </a:txBody>
                  <a:tcPr/>
                </a:tc>
                <a:tc>
                  <a:txBody>
                    <a:bodyPr/>
                    <a:lstStyle/>
                    <a:p>
                      <a:r>
                        <a:rPr lang="fr-FR" sz="1200" dirty="0"/>
                        <a:t>!(5&gt;3) </a:t>
                      </a:r>
                      <a:r>
                        <a:rPr lang="fr-FR" sz="1200" b="1" dirty="0"/>
                        <a:t>faux</a:t>
                      </a:r>
                    </a:p>
                  </a:txBody>
                  <a:tcPr/>
                </a:tc>
                <a:extLst>
                  <a:ext uri="{0D108BD9-81ED-4DB2-BD59-A6C34878D82A}">
                    <a16:rowId xmlns:a16="http://schemas.microsoft.com/office/drawing/2014/main" val="2486932425"/>
                  </a:ext>
                </a:extLst>
              </a:tr>
            </a:tbl>
          </a:graphicData>
        </a:graphic>
      </p:graphicFrame>
      <p:graphicFrame>
        <p:nvGraphicFramePr>
          <p:cNvPr id="11" name="Tableau 10">
            <a:extLst>
              <a:ext uri="{FF2B5EF4-FFF2-40B4-BE49-F238E27FC236}">
                <a16:creationId xmlns:a16="http://schemas.microsoft.com/office/drawing/2014/main" id="{4EDB63F5-AE57-8964-A236-5FFC008BED84}"/>
              </a:ext>
            </a:extLst>
          </p:cNvPr>
          <p:cNvGraphicFramePr>
            <a:graphicFrameLocks noGrp="1"/>
          </p:cNvGraphicFramePr>
          <p:nvPr>
            <p:extLst>
              <p:ext uri="{D42A27DB-BD31-4B8C-83A1-F6EECF244321}">
                <p14:modId xmlns:p14="http://schemas.microsoft.com/office/powerpoint/2010/main" val="2703797313"/>
              </p:ext>
            </p:extLst>
          </p:nvPr>
        </p:nvGraphicFramePr>
        <p:xfrm>
          <a:off x="6424203" y="2499803"/>
          <a:ext cx="5344160" cy="3200400"/>
        </p:xfrm>
        <a:graphic>
          <a:graphicData uri="http://schemas.openxmlformats.org/drawingml/2006/table">
            <a:tbl>
              <a:tblPr firstRow="1" bandRow="1">
                <a:tableStyleId>{00A15C55-8517-42AA-B614-E9B94910E393}</a:tableStyleId>
              </a:tblPr>
              <a:tblGrid>
                <a:gridCol w="1047751">
                  <a:extLst>
                    <a:ext uri="{9D8B030D-6E8A-4147-A177-3AD203B41FA5}">
                      <a16:colId xmlns:a16="http://schemas.microsoft.com/office/drawing/2014/main" val="168642677"/>
                    </a:ext>
                  </a:extLst>
                </a:gridCol>
                <a:gridCol w="2209436">
                  <a:extLst>
                    <a:ext uri="{9D8B030D-6E8A-4147-A177-3AD203B41FA5}">
                      <a16:colId xmlns:a16="http://schemas.microsoft.com/office/drawing/2014/main" val="4038529731"/>
                    </a:ext>
                  </a:extLst>
                </a:gridCol>
                <a:gridCol w="2086973">
                  <a:extLst>
                    <a:ext uri="{9D8B030D-6E8A-4147-A177-3AD203B41FA5}">
                      <a16:colId xmlns:a16="http://schemas.microsoft.com/office/drawing/2014/main" val="3030224922"/>
                    </a:ext>
                  </a:extLst>
                </a:gridCol>
              </a:tblGrid>
              <a:tr h="370840">
                <a:tc gridSpan="3">
                  <a:txBody>
                    <a:bodyPr/>
                    <a:lstStyle/>
                    <a:p>
                      <a:r>
                        <a:rPr lang="fr-FR" sz="1200" b="1" kern="1200" dirty="0">
                          <a:solidFill>
                            <a:schemeClr val="lt1"/>
                          </a:solidFill>
                          <a:latin typeface="+mn-lt"/>
                          <a:ea typeface="+mn-ea"/>
                          <a:cs typeface="+mn-cs"/>
                        </a:rPr>
                        <a:t>Les opérateurs d’affectation</a:t>
                      </a:r>
                    </a:p>
                    <a:p>
                      <a:r>
                        <a:rPr lang="fr-FR" sz="1200" b="0" kern="1200" dirty="0">
                          <a:solidFill>
                            <a:schemeClr val="lt1"/>
                          </a:solidFill>
                          <a:latin typeface="+mn-lt"/>
                          <a:ea typeface="+mn-ea"/>
                          <a:cs typeface="+mn-cs"/>
                        </a:rPr>
                        <a:t>Les opérateurs d’Affection permettent d’assigne des valeurs à des variables</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1242043637"/>
                  </a:ext>
                </a:extLst>
              </a:tr>
              <a:tr h="370840">
                <a:tc>
                  <a:txBody>
                    <a:bodyPr/>
                    <a:lstStyle/>
                    <a:p>
                      <a:r>
                        <a:rPr lang="fr-FR" sz="1400" b="1" kern="1200" dirty="0">
                          <a:solidFill>
                            <a:schemeClr val="lt1"/>
                          </a:solidFill>
                          <a:latin typeface="+mn-lt"/>
                          <a:ea typeface="+mn-ea"/>
                          <a:cs typeface="+mn-cs"/>
                        </a:rPr>
                        <a:t>Opérateur</a:t>
                      </a:r>
                    </a:p>
                  </a:txBody>
                  <a:tcPr>
                    <a:solidFill>
                      <a:schemeClr val="accent4"/>
                    </a:solidFill>
                  </a:tcPr>
                </a:tc>
                <a:tc>
                  <a:txBody>
                    <a:bodyPr/>
                    <a:lstStyle/>
                    <a:p>
                      <a:r>
                        <a:rPr lang="fr-FR" sz="1400" b="1" kern="1200" dirty="0">
                          <a:solidFill>
                            <a:schemeClr val="lt1"/>
                          </a:solidFill>
                          <a:latin typeface="+mn-lt"/>
                          <a:ea typeface="+mn-ea"/>
                          <a:cs typeface="+mn-cs"/>
                        </a:rPr>
                        <a:t>Signification</a:t>
                      </a:r>
                    </a:p>
                  </a:txBody>
                  <a:tcPr>
                    <a:solidFill>
                      <a:schemeClr val="accent4"/>
                    </a:solidFill>
                  </a:tcPr>
                </a:tc>
                <a:tc>
                  <a:txBody>
                    <a:bodyPr/>
                    <a:lstStyle/>
                    <a:p>
                      <a:r>
                        <a:rPr lang="fr-FR" sz="1400" b="1" kern="1200" dirty="0">
                          <a:solidFill>
                            <a:schemeClr val="lt1"/>
                          </a:solidFill>
                          <a:latin typeface="+mn-lt"/>
                          <a:ea typeface="+mn-ea"/>
                          <a:cs typeface="+mn-cs"/>
                        </a:rPr>
                        <a:t>Exemple</a:t>
                      </a:r>
                    </a:p>
                  </a:txBody>
                  <a:tcPr>
                    <a:solidFill>
                      <a:schemeClr val="accent4"/>
                    </a:solidFill>
                  </a:tcPr>
                </a:tc>
                <a:extLst>
                  <a:ext uri="{0D108BD9-81ED-4DB2-BD59-A6C34878D82A}">
                    <a16:rowId xmlns:a16="http://schemas.microsoft.com/office/drawing/2014/main" val="1682746651"/>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Affectation simple</a:t>
                      </a:r>
                    </a:p>
                  </a:txBody>
                  <a:tcPr/>
                </a:tc>
                <a:tc>
                  <a:txBody>
                    <a:bodyPr/>
                    <a:lstStyle/>
                    <a:p>
                      <a:r>
                        <a:rPr lang="fr-FR" sz="1400" kern="1200" dirty="0">
                          <a:solidFill>
                            <a:schemeClr val="dk1"/>
                          </a:solidFill>
                          <a:latin typeface="+mn-lt"/>
                          <a:ea typeface="+mn-ea"/>
                          <a:cs typeface="+mn-cs"/>
                        </a:rPr>
                        <a:t>Int a =5</a:t>
                      </a:r>
                    </a:p>
                  </a:txBody>
                  <a:tcPr/>
                </a:tc>
                <a:extLst>
                  <a:ext uri="{0D108BD9-81ED-4DB2-BD59-A6C34878D82A}">
                    <a16:rowId xmlns:a16="http://schemas.microsoft.com/office/drawing/2014/main" val="3750128832"/>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Affectation par addition</a:t>
                      </a:r>
                    </a:p>
                  </a:txBody>
                  <a:tcPr/>
                </a:tc>
                <a:tc>
                  <a:txBody>
                    <a:bodyPr/>
                    <a:lstStyle/>
                    <a:p>
                      <a:r>
                        <a:rPr lang="fr-FR" sz="1400" kern="1200" dirty="0">
                          <a:solidFill>
                            <a:schemeClr val="dk1"/>
                          </a:solidFill>
                          <a:latin typeface="+mn-lt"/>
                          <a:ea typeface="+mn-ea"/>
                          <a:cs typeface="+mn-cs"/>
                        </a:rPr>
                        <a:t>a+=3; // a=a+3</a:t>
                      </a:r>
                    </a:p>
                  </a:txBody>
                  <a:tcPr/>
                </a:tc>
                <a:extLst>
                  <a:ext uri="{0D108BD9-81ED-4DB2-BD59-A6C34878D82A}">
                    <a16:rowId xmlns:a16="http://schemas.microsoft.com/office/drawing/2014/main" val="600949185"/>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Affection par soustraction</a:t>
                      </a:r>
                    </a:p>
                  </a:txBody>
                  <a:tcPr/>
                </a:tc>
                <a:tc>
                  <a:txBody>
                    <a:bodyPr/>
                    <a:lstStyle/>
                    <a:p>
                      <a:r>
                        <a:rPr lang="fr-FR" sz="1400" kern="1200" dirty="0">
                          <a:solidFill>
                            <a:schemeClr val="dk1"/>
                          </a:solidFill>
                          <a:latin typeface="+mn-lt"/>
                          <a:ea typeface="+mn-ea"/>
                          <a:cs typeface="+mn-cs"/>
                        </a:rPr>
                        <a:t>a-=2; // a=a-2</a:t>
                      </a:r>
                    </a:p>
                  </a:txBody>
                  <a:tcPr/>
                </a:tc>
                <a:extLst>
                  <a:ext uri="{0D108BD9-81ED-4DB2-BD59-A6C34878D82A}">
                    <a16:rowId xmlns:a16="http://schemas.microsoft.com/office/drawing/2014/main" val="3008654491"/>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Affection par multiplication</a:t>
                      </a:r>
                    </a:p>
                  </a:txBody>
                  <a:tcPr/>
                </a:tc>
                <a:tc>
                  <a:txBody>
                    <a:bodyPr/>
                    <a:lstStyle/>
                    <a:p>
                      <a:r>
                        <a:rPr lang="fr-FR" sz="1400" kern="1200" dirty="0">
                          <a:solidFill>
                            <a:schemeClr val="dk1"/>
                          </a:solidFill>
                          <a:latin typeface="+mn-lt"/>
                          <a:ea typeface="+mn-ea"/>
                          <a:cs typeface="+mn-cs"/>
                        </a:rPr>
                        <a:t>a*=4; //a=a*4</a:t>
                      </a:r>
                    </a:p>
                  </a:txBody>
                  <a:tcPr/>
                </a:tc>
                <a:extLst>
                  <a:ext uri="{0D108BD9-81ED-4DB2-BD59-A6C34878D82A}">
                    <a16:rowId xmlns:a16="http://schemas.microsoft.com/office/drawing/2014/main" val="1902928148"/>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Affectation par division</a:t>
                      </a:r>
                    </a:p>
                  </a:txBody>
                  <a:tcPr/>
                </a:tc>
                <a:tc>
                  <a:txBody>
                    <a:bodyPr/>
                    <a:lstStyle/>
                    <a:p>
                      <a:r>
                        <a:rPr lang="fr-FR" sz="1400" kern="1200" dirty="0">
                          <a:solidFill>
                            <a:schemeClr val="dk1"/>
                          </a:solidFill>
                          <a:latin typeface="+mn-lt"/>
                          <a:ea typeface="+mn-ea"/>
                          <a:cs typeface="+mn-cs"/>
                        </a:rPr>
                        <a:t>a/=2; //a=a/2</a:t>
                      </a:r>
                    </a:p>
                  </a:txBody>
                  <a:tcPr/>
                </a:tc>
                <a:extLst>
                  <a:ext uri="{0D108BD9-81ED-4DB2-BD59-A6C34878D82A}">
                    <a16:rowId xmlns:a16="http://schemas.microsoft.com/office/drawing/2014/main" val="135431547"/>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Affectation par modulo</a:t>
                      </a:r>
                    </a:p>
                  </a:txBody>
                  <a:tcPr/>
                </a:tc>
                <a:tc>
                  <a:txBody>
                    <a:bodyPr/>
                    <a:lstStyle/>
                    <a:p>
                      <a:r>
                        <a:rPr lang="fr-FR" sz="1400" kern="1200" dirty="0">
                          <a:solidFill>
                            <a:schemeClr val="dk1"/>
                          </a:solidFill>
                          <a:latin typeface="+mn-lt"/>
                          <a:ea typeface="+mn-ea"/>
                          <a:cs typeface="+mn-cs"/>
                        </a:rPr>
                        <a:t>a%=3; //a=a%3</a:t>
                      </a:r>
                    </a:p>
                  </a:txBody>
                  <a:tcPr/>
                </a:tc>
                <a:extLst>
                  <a:ext uri="{0D108BD9-81ED-4DB2-BD59-A6C34878D82A}">
                    <a16:rowId xmlns:a16="http://schemas.microsoft.com/office/drawing/2014/main" val="2156314989"/>
                  </a:ext>
                </a:extLst>
              </a:tr>
            </a:tbl>
          </a:graphicData>
        </a:graphic>
      </p:graphicFrame>
      <p:graphicFrame>
        <p:nvGraphicFramePr>
          <p:cNvPr id="12" name="Tableau 11">
            <a:extLst>
              <a:ext uri="{FF2B5EF4-FFF2-40B4-BE49-F238E27FC236}">
                <a16:creationId xmlns:a16="http://schemas.microsoft.com/office/drawing/2014/main" id="{517237EF-F162-CA31-A62D-33A0A894961F}"/>
              </a:ext>
            </a:extLst>
          </p:cNvPr>
          <p:cNvGraphicFramePr>
            <a:graphicFrameLocks noGrp="1"/>
          </p:cNvGraphicFramePr>
          <p:nvPr>
            <p:extLst>
              <p:ext uri="{D42A27DB-BD31-4B8C-83A1-F6EECF244321}">
                <p14:modId xmlns:p14="http://schemas.microsoft.com/office/powerpoint/2010/main" val="2457265627"/>
              </p:ext>
            </p:extLst>
          </p:nvPr>
        </p:nvGraphicFramePr>
        <p:xfrm>
          <a:off x="1309189" y="5689635"/>
          <a:ext cx="8127999" cy="1145454"/>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169076921"/>
                    </a:ext>
                  </a:extLst>
                </a:gridCol>
                <a:gridCol w="2709333">
                  <a:extLst>
                    <a:ext uri="{9D8B030D-6E8A-4147-A177-3AD203B41FA5}">
                      <a16:colId xmlns:a16="http://schemas.microsoft.com/office/drawing/2014/main" val="283088171"/>
                    </a:ext>
                  </a:extLst>
                </a:gridCol>
                <a:gridCol w="2709333">
                  <a:extLst>
                    <a:ext uri="{9D8B030D-6E8A-4147-A177-3AD203B41FA5}">
                      <a16:colId xmlns:a16="http://schemas.microsoft.com/office/drawing/2014/main" val="1069488103"/>
                    </a:ext>
                  </a:extLst>
                </a:gridCol>
              </a:tblGrid>
              <a:tr h="424266">
                <a:tc gridSpan="3">
                  <a:txBody>
                    <a:bodyPr/>
                    <a:lstStyle/>
                    <a:p>
                      <a:r>
                        <a:rPr lang="fr-FR" sz="1200" b="1" kern="1200" dirty="0">
                          <a:solidFill>
                            <a:schemeClr val="lt1"/>
                          </a:solidFill>
                          <a:latin typeface="+mn-lt"/>
                          <a:ea typeface="+mn-ea"/>
                          <a:cs typeface="+mn-cs"/>
                        </a:rPr>
                        <a:t>Opérateurs ternaires</a:t>
                      </a:r>
                    </a:p>
                    <a:p>
                      <a:r>
                        <a:rPr lang="fr-FR" sz="1200" b="0" kern="1200" dirty="0">
                          <a:solidFill>
                            <a:schemeClr val="lt1"/>
                          </a:solidFill>
                          <a:latin typeface="+mn-lt"/>
                          <a:ea typeface="+mn-ea"/>
                          <a:cs typeface="+mn-cs"/>
                        </a:rPr>
                        <a:t>L’opérateur ternaire est un opérateur condition qui permet de simplifier l’écriture de certaines expressions</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2641000385"/>
                  </a:ext>
                </a:extLst>
              </a:tr>
              <a:tr h="344127">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1"/>
                    </a:solidFill>
                  </a:tcPr>
                </a:tc>
                <a:tc>
                  <a:txBody>
                    <a:bodyPr/>
                    <a:lstStyle/>
                    <a:p>
                      <a:pPr marL="0" algn="l" defTabSz="914400" rtl="0" eaLnBrk="1" latinLnBrk="0" hangingPunct="1"/>
                      <a:r>
                        <a:rPr lang="fr-FR" sz="1400" b="1" kern="1200" dirty="0">
                          <a:solidFill>
                            <a:schemeClr val="lt1"/>
                          </a:solidFill>
                          <a:latin typeface="+mn-lt"/>
                          <a:ea typeface="+mn-ea"/>
                          <a:cs typeface="+mn-cs"/>
                        </a:rPr>
                        <a:t>Signification</a:t>
                      </a:r>
                    </a:p>
                  </a:txBody>
                  <a:tcPr>
                    <a:solidFill>
                      <a:schemeClr val="accent1"/>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1"/>
                    </a:solidFill>
                  </a:tcPr>
                </a:tc>
                <a:extLst>
                  <a:ext uri="{0D108BD9-81ED-4DB2-BD59-A6C34878D82A}">
                    <a16:rowId xmlns:a16="http://schemas.microsoft.com/office/drawing/2014/main" val="3534729541"/>
                  </a:ext>
                </a:extLst>
              </a:tr>
              <a:tr h="344127">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Si… alors… sinon</a:t>
                      </a:r>
                    </a:p>
                  </a:txBody>
                  <a:tcPr/>
                </a:tc>
                <a:tc>
                  <a:txBody>
                    <a:bodyPr/>
                    <a:lstStyle/>
                    <a:p>
                      <a:r>
                        <a:rPr lang="fr-FR" sz="1400" kern="1200" dirty="0">
                          <a:solidFill>
                            <a:schemeClr val="dk1"/>
                          </a:solidFill>
                          <a:latin typeface="+mn-lt"/>
                          <a:ea typeface="+mn-ea"/>
                          <a:cs typeface="+mn-cs"/>
                        </a:rPr>
                        <a:t>Int(a)=(b&gt;c)? </a:t>
                      </a:r>
                      <a:r>
                        <a:rPr lang="fr-FR" sz="1400" kern="1200" dirty="0" err="1">
                          <a:solidFill>
                            <a:schemeClr val="dk1"/>
                          </a:solidFill>
                          <a:latin typeface="+mn-lt"/>
                          <a:ea typeface="+mn-ea"/>
                          <a:cs typeface="+mn-cs"/>
                        </a:rPr>
                        <a:t>b:c</a:t>
                      </a:r>
                      <a:endParaRPr lang="fr-FR" sz="1400" kern="1200" dirty="0">
                        <a:solidFill>
                          <a:schemeClr val="dk1"/>
                        </a:solidFill>
                        <a:latin typeface="+mn-lt"/>
                        <a:ea typeface="+mn-ea"/>
                        <a:cs typeface="+mn-cs"/>
                      </a:endParaRPr>
                    </a:p>
                  </a:txBody>
                  <a:tcPr/>
                </a:tc>
                <a:extLst>
                  <a:ext uri="{0D108BD9-81ED-4DB2-BD59-A6C34878D82A}">
                    <a16:rowId xmlns:a16="http://schemas.microsoft.com/office/drawing/2014/main" val="2305978421"/>
                  </a:ext>
                </a:extLst>
              </a:tr>
            </a:tbl>
          </a:graphicData>
        </a:graphic>
      </p:graphicFrame>
    </p:spTree>
    <p:extLst>
      <p:ext uri="{BB962C8B-B14F-4D97-AF65-F5344CB8AC3E}">
        <p14:creationId xmlns:p14="http://schemas.microsoft.com/office/powerpoint/2010/main" val="3889160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BDA96D-C0E9-5658-239D-75F203886F3E}"/>
              </a:ext>
            </a:extLst>
          </p:cNvPr>
          <p:cNvSpPr>
            <a:spLocks noGrp="1"/>
          </p:cNvSpPr>
          <p:nvPr>
            <p:ph type="title"/>
          </p:nvPr>
        </p:nvSpPr>
        <p:spPr/>
        <p:txBody>
          <a:bodyPr/>
          <a:lstStyle/>
          <a:p>
            <a:r>
              <a:rPr lang="fr-FR" dirty="0"/>
              <a:t>Priorité des opérateurs </a:t>
            </a:r>
          </a:p>
        </p:txBody>
      </p:sp>
      <p:graphicFrame>
        <p:nvGraphicFramePr>
          <p:cNvPr id="5" name="Tableau 4">
            <a:extLst>
              <a:ext uri="{FF2B5EF4-FFF2-40B4-BE49-F238E27FC236}">
                <a16:creationId xmlns:a16="http://schemas.microsoft.com/office/drawing/2014/main" id="{D7FEBE15-47B1-A907-CE1C-560415B65A7F}"/>
              </a:ext>
            </a:extLst>
          </p:cNvPr>
          <p:cNvGraphicFramePr>
            <a:graphicFrameLocks noGrp="1"/>
          </p:cNvGraphicFramePr>
          <p:nvPr>
            <p:extLst>
              <p:ext uri="{D42A27DB-BD31-4B8C-83A1-F6EECF244321}">
                <p14:modId xmlns:p14="http://schemas.microsoft.com/office/powerpoint/2010/main" val="395173829"/>
              </p:ext>
            </p:extLst>
          </p:nvPr>
        </p:nvGraphicFramePr>
        <p:xfrm>
          <a:off x="838200" y="1348980"/>
          <a:ext cx="10904034" cy="4534963"/>
        </p:xfrm>
        <a:graphic>
          <a:graphicData uri="http://schemas.openxmlformats.org/drawingml/2006/table">
            <a:tbl>
              <a:tblPr firstRow="1" bandRow="1">
                <a:tableStyleId>{21E4AEA4-8DFA-4A89-87EB-49C32662AFE0}</a:tableStyleId>
              </a:tblPr>
              <a:tblGrid>
                <a:gridCol w="2126314">
                  <a:extLst>
                    <a:ext uri="{9D8B030D-6E8A-4147-A177-3AD203B41FA5}">
                      <a16:colId xmlns:a16="http://schemas.microsoft.com/office/drawing/2014/main" val="2466759357"/>
                    </a:ext>
                  </a:extLst>
                </a:gridCol>
                <a:gridCol w="3571501">
                  <a:extLst>
                    <a:ext uri="{9D8B030D-6E8A-4147-A177-3AD203B41FA5}">
                      <a16:colId xmlns:a16="http://schemas.microsoft.com/office/drawing/2014/main" val="4264653284"/>
                    </a:ext>
                  </a:extLst>
                </a:gridCol>
                <a:gridCol w="5206219">
                  <a:extLst>
                    <a:ext uri="{9D8B030D-6E8A-4147-A177-3AD203B41FA5}">
                      <a16:colId xmlns:a16="http://schemas.microsoft.com/office/drawing/2014/main" val="3854641097"/>
                    </a:ext>
                  </a:extLst>
                </a:gridCol>
              </a:tblGrid>
              <a:tr h="1146649">
                <a:tc gridSpan="3">
                  <a:txBody>
                    <a:bodyPr/>
                    <a:lstStyle/>
                    <a:p>
                      <a:r>
                        <a:rPr lang="fr-FR" sz="1200" dirty="0"/>
                        <a:t>Priorité des opérateurs</a:t>
                      </a:r>
                    </a:p>
                    <a:p>
                      <a:r>
                        <a:rPr lang="fr-FR" sz="1200" b="0" dirty="0"/>
                        <a:t>Les expressions sont  généralement évaluées de la gauche vers la droite, en suivant la priorité des opérations. </a:t>
                      </a:r>
                    </a:p>
                    <a:p>
                      <a:r>
                        <a:rPr lang="fr-FR" sz="1200" b="0" dirty="0"/>
                        <a:t>La priorité des opérateurs détermine l’ordre dans lequel les opérations sont effectuées dans une expression </a:t>
                      </a:r>
                    </a:p>
                    <a:p>
                      <a:r>
                        <a:rPr lang="fr-FR" sz="1200" b="0" dirty="0"/>
                        <a:t>Dans le cas où il s’agit de l’évaluation d’une valeur booléenne, Java évalue l’expression de manière paresseuse, en faisant le moins de travail possible. Il peut donc omettre l’évaluation d’une partie de l’expression</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1954794567"/>
                  </a:ext>
                </a:extLst>
              </a:tr>
              <a:tr h="685377">
                <a:tc>
                  <a:txBody>
                    <a:bodyPr/>
                    <a:lstStyle/>
                    <a:p>
                      <a:pPr marL="0" algn="l" defTabSz="914400" rtl="0" eaLnBrk="1" latinLnBrk="0" hangingPunct="1"/>
                      <a:r>
                        <a:rPr lang="fr-FR" sz="1400" b="1" kern="1200" dirty="0">
                          <a:solidFill>
                            <a:schemeClr val="lt1"/>
                          </a:solidFill>
                          <a:latin typeface="+mn-lt"/>
                          <a:ea typeface="+mn-ea"/>
                          <a:cs typeface="+mn-cs"/>
                        </a:rPr>
                        <a:t>Niveau</a:t>
                      </a:r>
                    </a:p>
                  </a:txBody>
                  <a:tcPr>
                    <a:solidFill>
                      <a:schemeClr val="accent2"/>
                    </a:solidFill>
                  </a:tcPr>
                </a:tc>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2"/>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2"/>
                    </a:solidFill>
                  </a:tcPr>
                </a:tc>
                <a:extLst>
                  <a:ext uri="{0D108BD9-81ED-4DB2-BD59-A6C34878D82A}">
                    <a16:rowId xmlns:a16="http://schemas.microsoft.com/office/drawing/2014/main" val="557971575"/>
                  </a:ext>
                </a:extLst>
              </a:tr>
              <a:tr h="325463">
                <a:tc>
                  <a:txBody>
                    <a:bodyPr/>
                    <a:lstStyle/>
                    <a:p>
                      <a:r>
                        <a:rPr lang="fr-FR" sz="1400" b="1" dirty="0"/>
                        <a:t>1</a:t>
                      </a:r>
                    </a:p>
                  </a:txBody>
                  <a:tcPr/>
                </a:tc>
                <a:tc>
                  <a:txBody>
                    <a:bodyPr/>
                    <a:lstStyle/>
                    <a:p>
                      <a:r>
                        <a:rPr lang="fr-FR" sz="1400" b="0" dirty="0"/>
                        <a:t>++-</a:t>
                      </a:r>
                    </a:p>
                  </a:txBody>
                  <a:tcPr/>
                </a:tc>
                <a:tc>
                  <a:txBody>
                    <a:bodyPr/>
                    <a:lstStyle/>
                    <a:p>
                      <a:r>
                        <a:rPr lang="fr-FR" sz="1400" b="0" dirty="0"/>
                        <a:t>a++ + ++a</a:t>
                      </a:r>
                    </a:p>
                  </a:txBody>
                  <a:tcPr/>
                </a:tc>
                <a:extLst>
                  <a:ext uri="{0D108BD9-81ED-4DB2-BD59-A6C34878D82A}">
                    <a16:rowId xmlns:a16="http://schemas.microsoft.com/office/drawing/2014/main" val="3478557533"/>
                  </a:ext>
                </a:extLst>
              </a:tr>
              <a:tr h="296648">
                <a:tc>
                  <a:txBody>
                    <a:bodyPr/>
                    <a:lstStyle/>
                    <a:p>
                      <a:r>
                        <a:rPr lang="fr-FR" sz="1400" b="1" dirty="0"/>
                        <a:t>2</a:t>
                      </a:r>
                    </a:p>
                  </a:txBody>
                  <a:tcPr/>
                </a:tc>
                <a:tc>
                  <a:txBody>
                    <a:bodyPr/>
                    <a:lstStyle/>
                    <a:p>
                      <a:r>
                        <a:rPr lang="fr-FR" sz="1400" b="0" dirty="0"/>
                        <a:t>*/%</a:t>
                      </a:r>
                    </a:p>
                  </a:txBody>
                  <a:tcPr/>
                </a:tc>
                <a:tc>
                  <a:txBody>
                    <a:bodyPr/>
                    <a:lstStyle/>
                    <a:p>
                      <a:r>
                        <a:rPr lang="fr-FR" sz="1400" b="0" dirty="0"/>
                        <a:t>a*b /c</a:t>
                      </a:r>
                    </a:p>
                  </a:txBody>
                  <a:tcPr/>
                </a:tc>
                <a:extLst>
                  <a:ext uri="{0D108BD9-81ED-4DB2-BD59-A6C34878D82A}">
                    <a16:rowId xmlns:a16="http://schemas.microsoft.com/office/drawing/2014/main" val="3668238101"/>
                  </a:ext>
                </a:extLst>
              </a:tr>
              <a:tr h="296647">
                <a:tc>
                  <a:txBody>
                    <a:bodyPr/>
                    <a:lstStyle/>
                    <a:p>
                      <a:r>
                        <a:rPr lang="fr-FR" sz="1400" b="1" dirty="0"/>
                        <a:t>3</a:t>
                      </a:r>
                    </a:p>
                  </a:txBody>
                  <a:tcPr/>
                </a:tc>
                <a:tc>
                  <a:txBody>
                    <a:bodyPr/>
                    <a:lstStyle/>
                    <a:p>
                      <a:r>
                        <a:rPr lang="fr-FR" sz="1400" b="0" dirty="0"/>
                        <a:t>+-</a:t>
                      </a:r>
                    </a:p>
                  </a:txBody>
                  <a:tcPr/>
                </a:tc>
                <a:tc>
                  <a:txBody>
                    <a:bodyPr/>
                    <a:lstStyle/>
                    <a:p>
                      <a:r>
                        <a:rPr lang="fr-FR" sz="1400" b="0" dirty="0" err="1"/>
                        <a:t>a+b-c</a:t>
                      </a:r>
                      <a:endParaRPr lang="fr-FR" sz="1400" b="0" dirty="0"/>
                    </a:p>
                  </a:txBody>
                  <a:tcPr/>
                </a:tc>
                <a:extLst>
                  <a:ext uri="{0D108BD9-81ED-4DB2-BD59-A6C34878D82A}">
                    <a16:rowId xmlns:a16="http://schemas.microsoft.com/office/drawing/2014/main" val="2486932425"/>
                  </a:ext>
                </a:extLst>
              </a:tr>
              <a:tr h="280612">
                <a:tc>
                  <a:txBody>
                    <a:bodyPr/>
                    <a:lstStyle/>
                    <a:p>
                      <a:r>
                        <a:rPr lang="fr-FR" sz="1400" b="1" dirty="0"/>
                        <a:t>4</a:t>
                      </a:r>
                    </a:p>
                  </a:txBody>
                  <a:tcPr/>
                </a:tc>
                <a:tc>
                  <a:txBody>
                    <a:bodyPr/>
                    <a:lstStyle/>
                    <a:p>
                      <a:r>
                        <a:rPr lang="fr-FR" sz="1400" b="0" dirty="0"/>
                        <a:t>&amp;&amp;</a:t>
                      </a:r>
                    </a:p>
                  </a:txBody>
                  <a:tcPr/>
                </a:tc>
                <a:tc>
                  <a:txBody>
                    <a:bodyPr/>
                    <a:lstStyle/>
                    <a:p>
                      <a:r>
                        <a:rPr lang="fr-FR" sz="1400" b="0" dirty="0"/>
                        <a:t>a&amp;&amp;b</a:t>
                      </a:r>
                    </a:p>
                  </a:txBody>
                  <a:tcPr/>
                </a:tc>
                <a:extLst>
                  <a:ext uri="{0D108BD9-81ED-4DB2-BD59-A6C34878D82A}">
                    <a16:rowId xmlns:a16="http://schemas.microsoft.com/office/drawing/2014/main" val="1294221716"/>
                  </a:ext>
                </a:extLst>
              </a:tr>
              <a:tr h="352770">
                <a:tc>
                  <a:txBody>
                    <a:bodyPr/>
                    <a:lstStyle/>
                    <a:p>
                      <a:r>
                        <a:rPr lang="fr-FR" sz="1400" b="1" dirty="0"/>
                        <a:t>5</a:t>
                      </a:r>
                    </a:p>
                  </a:txBody>
                  <a:tcPr/>
                </a:tc>
                <a:tc>
                  <a:txBody>
                    <a:bodyPr/>
                    <a:lstStyle/>
                    <a:p>
                      <a:r>
                        <a:rPr lang="fr-FR" sz="1400" b="0" dirty="0"/>
                        <a:t>||</a:t>
                      </a:r>
                    </a:p>
                  </a:txBody>
                  <a:tcPr/>
                </a:tc>
                <a:tc>
                  <a:txBody>
                    <a:bodyPr/>
                    <a:lstStyle/>
                    <a:p>
                      <a:r>
                        <a:rPr lang="fr-FR" sz="1400" b="0" dirty="0"/>
                        <a:t>a</a:t>
                      </a:r>
                    </a:p>
                  </a:txBody>
                  <a:tcPr/>
                </a:tc>
                <a:extLst>
                  <a:ext uri="{0D108BD9-81ED-4DB2-BD59-A6C34878D82A}">
                    <a16:rowId xmlns:a16="http://schemas.microsoft.com/office/drawing/2014/main" val="4183072469"/>
                  </a:ext>
                </a:extLst>
              </a:tr>
              <a:tr h="424927">
                <a:tc>
                  <a:txBody>
                    <a:bodyPr/>
                    <a:lstStyle/>
                    <a:p>
                      <a:r>
                        <a:rPr lang="fr-FR" sz="1400" b="1" dirty="0"/>
                        <a:t>6</a:t>
                      </a:r>
                    </a:p>
                  </a:txBody>
                  <a:tcPr/>
                </a:tc>
                <a:tc>
                  <a:txBody>
                    <a:bodyPr/>
                    <a:lstStyle/>
                    <a:p>
                      <a:r>
                        <a:rPr lang="fr-FR" sz="1400" b="0" dirty="0"/>
                        <a:t>?:</a:t>
                      </a:r>
                    </a:p>
                  </a:txBody>
                  <a:tcPr/>
                </a:tc>
                <a:tc>
                  <a:txBody>
                    <a:bodyPr/>
                    <a:lstStyle/>
                    <a:p>
                      <a:r>
                        <a:rPr lang="fr-FR" sz="1400" b="0" dirty="0" err="1"/>
                        <a:t>a?b:c</a:t>
                      </a:r>
                      <a:endParaRPr lang="fr-FR" sz="1400" b="0" dirty="0"/>
                    </a:p>
                  </a:txBody>
                  <a:tcPr/>
                </a:tc>
                <a:extLst>
                  <a:ext uri="{0D108BD9-81ED-4DB2-BD59-A6C34878D82A}">
                    <a16:rowId xmlns:a16="http://schemas.microsoft.com/office/drawing/2014/main" val="3704892370"/>
                  </a:ext>
                </a:extLst>
              </a:tr>
              <a:tr h="685377">
                <a:tc>
                  <a:txBody>
                    <a:bodyPr/>
                    <a:lstStyle/>
                    <a:p>
                      <a:r>
                        <a:rPr lang="fr-FR" sz="1400" b="1" dirty="0"/>
                        <a:t>7</a:t>
                      </a:r>
                    </a:p>
                  </a:txBody>
                  <a:tcPr/>
                </a:tc>
                <a:tc>
                  <a:txBody>
                    <a:bodyPr/>
                    <a:lstStyle/>
                    <a:p>
                      <a:r>
                        <a:rPr lang="fr-FR" sz="1400" b="0" dirty="0"/>
                        <a:t>=+= -= /= %=</a:t>
                      </a:r>
                    </a:p>
                  </a:txBody>
                  <a:tcPr/>
                </a:tc>
                <a:tc>
                  <a:txBody>
                    <a:bodyPr/>
                    <a:lstStyle/>
                    <a:p>
                      <a:r>
                        <a:rPr lang="fr-FR" sz="1400" b="0" dirty="0"/>
                        <a:t>a=</a:t>
                      </a:r>
                      <a:r>
                        <a:rPr lang="fr-FR" sz="1400" b="0" dirty="0" err="1"/>
                        <a:t>b+c</a:t>
                      </a:r>
                      <a:endParaRPr lang="fr-FR" sz="1400" b="0" dirty="0"/>
                    </a:p>
                  </a:txBody>
                  <a:tcPr/>
                </a:tc>
                <a:extLst>
                  <a:ext uri="{0D108BD9-81ED-4DB2-BD59-A6C34878D82A}">
                    <a16:rowId xmlns:a16="http://schemas.microsoft.com/office/drawing/2014/main" val="881234765"/>
                  </a:ext>
                </a:extLst>
              </a:tr>
            </a:tbl>
          </a:graphicData>
        </a:graphic>
      </p:graphicFrame>
    </p:spTree>
    <p:extLst>
      <p:ext uri="{BB962C8B-B14F-4D97-AF65-F5344CB8AC3E}">
        <p14:creationId xmlns:p14="http://schemas.microsoft.com/office/powerpoint/2010/main" val="2889837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4071FA-CAF2-0AB9-7338-F06E121DDF1D}"/>
              </a:ext>
            </a:extLst>
          </p:cNvPr>
          <p:cNvSpPr>
            <a:spLocks noGrp="1"/>
          </p:cNvSpPr>
          <p:nvPr>
            <p:ph type="title"/>
          </p:nvPr>
        </p:nvSpPr>
        <p:spPr/>
        <p:txBody>
          <a:bodyPr/>
          <a:lstStyle/>
          <a:p>
            <a:pPr algn="ctr"/>
            <a:r>
              <a:rPr lang="fr-FR" dirty="0"/>
              <a:t>Documentation Java</a:t>
            </a:r>
          </a:p>
        </p:txBody>
      </p:sp>
      <p:graphicFrame>
        <p:nvGraphicFramePr>
          <p:cNvPr id="4" name="Espace réservé du contenu 3">
            <a:extLst>
              <a:ext uri="{FF2B5EF4-FFF2-40B4-BE49-F238E27FC236}">
                <a16:creationId xmlns:a16="http://schemas.microsoft.com/office/drawing/2014/main" id="{B522DB3B-B77B-D50E-5E99-934E7AA34BB6}"/>
              </a:ext>
            </a:extLst>
          </p:cNvPr>
          <p:cNvGraphicFramePr>
            <a:graphicFrameLocks noGrp="1"/>
          </p:cNvGraphicFramePr>
          <p:nvPr>
            <p:ph idx="1"/>
            <p:extLst>
              <p:ext uri="{D42A27DB-BD31-4B8C-83A1-F6EECF244321}">
                <p14:modId xmlns:p14="http://schemas.microsoft.com/office/powerpoint/2010/main" val="2666745567"/>
              </p:ext>
            </p:extLst>
          </p:nvPr>
        </p:nvGraphicFramePr>
        <p:xfrm>
          <a:off x="385011" y="1311442"/>
          <a:ext cx="10968789" cy="48655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 4">
            <a:extLst>
              <a:ext uri="{FF2B5EF4-FFF2-40B4-BE49-F238E27FC236}">
                <a16:creationId xmlns:a16="http://schemas.microsoft.com/office/drawing/2014/main" id="{19D07685-064E-8B0C-D446-6529F2A53906}"/>
              </a:ext>
            </a:extLst>
          </p:cNvPr>
          <p:cNvPicPr>
            <a:picLocks noChangeAspect="1"/>
          </p:cNvPicPr>
          <p:nvPr/>
        </p:nvPicPr>
        <p:blipFill>
          <a:blip r:embed="rId7"/>
          <a:stretch>
            <a:fillRect/>
          </a:stretch>
        </p:blipFill>
        <p:spPr>
          <a:xfrm>
            <a:off x="10004683" y="834699"/>
            <a:ext cx="1802306" cy="1802306"/>
          </a:xfrm>
          <a:prstGeom prst="rect">
            <a:avLst/>
          </a:prstGeom>
        </p:spPr>
      </p:pic>
    </p:spTree>
    <p:extLst>
      <p:ext uri="{BB962C8B-B14F-4D97-AF65-F5344CB8AC3E}">
        <p14:creationId xmlns:p14="http://schemas.microsoft.com/office/powerpoint/2010/main" val="3677376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D7A5991B-373D-5AEB-6AF2-3D1948EDE09E}"/>
              </a:ext>
            </a:extLst>
          </p:cNvPr>
          <p:cNvSpPr>
            <a:spLocks noGrp="1"/>
          </p:cNvSpPr>
          <p:nvPr>
            <p:ph type="title"/>
          </p:nvPr>
        </p:nvSpPr>
        <p:spPr>
          <a:xfrm>
            <a:off x="621792" y="1161288"/>
            <a:ext cx="3602736" cy="4526280"/>
          </a:xfrm>
        </p:spPr>
        <p:txBody>
          <a:bodyPr>
            <a:normAutofit/>
          </a:bodyPr>
          <a:lstStyle/>
          <a:p>
            <a:r>
              <a:rPr lang="fr-FR" sz="4000"/>
              <a:t>Les variables d’instance et de classe</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Espace réservé du contenu 2">
            <a:extLst>
              <a:ext uri="{FF2B5EF4-FFF2-40B4-BE49-F238E27FC236}">
                <a16:creationId xmlns:a16="http://schemas.microsoft.com/office/drawing/2014/main" id="{A7C5D417-10BD-88DE-726C-95DD73DF956F}"/>
              </a:ext>
            </a:extLst>
          </p:cNvPr>
          <p:cNvGraphicFramePr>
            <a:graphicFrameLocks noGrp="1"/>
          </p:cNvGraphicFramePr>
          <p:nvPr>
            <p:ph idx="1"/>
            <p:extLst>
              <p:ext uri="{D42A27DB-BD31-4B8C-83A1-F6EECF244321}">
                <p14:modId xmlns:p14="http://schemas.microsoft.com/office/powerpoint/2010/main" val="1200660900"/>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3754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07A4BA7-FF53-9DEE-9E6C-A7EB0CB3196D}"/>
              </a:ext>
            </a:extLst>
          </p:cNvPr>
          <p:cNvPicPr>
            <a:picLocks noChangeAspect="1"/>
          </p:cNvPicPr>
          <p:nvPr/>
        </p:nvPicPr>
        <p:blipFill>
          <a:blip r:embed="rId2">
            <a:alphaModFix amt="35000"/>
          </a:blip>
          <a:srcRect t="2150" b="4100"/>
          <a:stretch>
            <a:fillRect/>
          </a:stretch>
        </p:blipFill>
        <p:spPr>
          <a:xfrm>
            <a:off x="20" y="10"/>
            <a:ext cx="12191980" cy="6857990"/>
          </a:xfrm>
          <a:prstGeom prst="rect">
            <a:avLst/>
          </a:prstGeom>
        </p:spPr>
      </p:pic>
      <p:sp>
        <p:nvSpPr>
          <p:cNvPr id="2" name="Titre 1">
            <a:extLst>
              <a:ext uri="{FF2B5EF4-FFF2-40B4-BE49-F238E27FC236}">
                <a16:creationId xmlns:a16="http://schemas.microsoft.com/office/drawing/2014/main" id="{1E9FF5B0-63EB-ADFB-6B5C-1DBFC2A71BD1}"/>
              </a:ext>
            </a:extLst>
          </p:cNvPr>
          <p:cNvSpPr>
            <a:spLocks noGrp="1"/>
          </p:cNvSpPr>
          <p:nvPr>
            <p:ph type="title"/>
          </p:nvPr>
        </p:nvSpPr>
        <p:spPr>
          <a:xfrm>
            <a:off x="838200" y="365125"/>
            <a:ext cx="10515600" cy="1325563"/>
          </a:xfrm>
        </p:spPr>
        <p:txBody>
          <a:bodyPr>
            <a:normAutofit/>
          </a:bodyPr>
          <a:lstStyle/>
          <a:p>
            <a:r>
              <a:rPr lang="fr-FR">
                <a:solidFill>
                  <a:srgbClr val="FFFFFF"/>
                </a:solidFill>
              </a:rPr>
              <a:t>Catégorisation des fonctions </a:t>
            </a:r>
          </a:p>
        </p:txBody>
      </p:sp>
      <p:graphicFrame>
        <p:nvGraphicFramePr>
          <p:cNvPr id="4" name="Espace réservé du contenu 3">
            <a:extLst>
              <a:ext uri="{FF2B5EF4-FFF2-40B4-BE49-F238E27FC236}">
                <a16:creationId xmlns:a16="http://schemas.microsoft.com/office/drawing/2014/main" id="{CB23444B-082E-611B-59E4-B19AA2D3E2B8}"/>
              </a:ext>
            </a:extLst>
          </p:cNvPr>
          <p:cNvGraphicFramePr>
            <a:graphicFrameLocks noGrp="1"/>
          </p:cNvGraphicFramePr>
          <p:nvPr>
            <p:ph idx="1"/>
            <p:extLst>
              <p:ext uri="{D42A27DB-BD31-4B8C-83A1-F6EECF244321}">
                <p14:modId xmlns:p14="http://schemas.microsoft.com/office/powerpoint/2010/main" val="42316890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1731178"/>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Rectangle 2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3CD9DA7-52FA-29F4-7C29-9D3AF28C0566}"/>
              </a:ext>
            </a:extLst>
          </p:cNvPr>
          <p:cNvSpPr>
            <a:spLocks noGrp="1"/>
          </p:cNvSpPr>
          <p:nvPr>
            <p:ph type="title"/>
          </p:nvPr>
        </p:nvSpPr>
        <p:spPr>
          <a:xfrm>
            <a:off x="1115568" y="548640"/>
            <a:ext cx="10168128" cy="1179576"/>
          </a:xfrm>
        </p:spPr>
        <p:txBody>
          <a:bodyPr>
            <a:normAutofit/>
          </a:bodyPr>
          <a:lstStyle/>
          <a:p>
            <a:r>
              <a:rPr lang="fr-FR" sz="4000"/>
              <a:t>Structure de contrôle Switch-case</a:t>
            </a:r>
          </a:p>
        </p:txBody>
      </p:sp>
      <p:sp>
        <p:nvSpPr>
          <p:cNvPr id="28" name="Rectangle 2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79B25442-9CF2-83B7-9656-8FDDC853D520}"/>
              </a:ext>
            </a:extLst>
          </p:cNvPr>
          <p:cNvSpPr>
            <a:spLocks noGrp="1"/>
          </p:cNvSpPr>
          <p:nvPr>
            <p:ph idx="1"/>
          </p:nvPr>
        </p:nvSpPr>
        <p:spPr>
          <a:xfrm>
            <a:off x="1115568" y="2011680"/>
            <a:ext cx="10168128" cy="4628271"/>
          </a:xfrm>
        </p:spPr>
        <p:txBody>
          <a:bodyPr>
            <a:normAutofit/>
          </a:bodyPr>
          <a:lstStyle/>
          <a:p>
            <a:r>
              <a:rPr lang="fr-FR" sz="1800" dirty="0"/>
              <a:t>Instruction de choix multiple</a:t>
            </a:r>
            <a:r>
              <a:rPr lang="fr-FR" sz="1800" b="1" dirty="0"/>
              <a:t> Switch </a:t>
            </a:r>
            <a:r>
              <a:rPr lang="fr-FR" sz="1800" dirty="0"/>
              <a:t>:</a:t>
            </a:r>
          </a:p>
          <a:p>
            <a:pPr lvl="1"/>
            <a:r>
              <a:rPr lang="fr-FR" sz="1800" dirty="0"/>
              <a:t>Permet d’effectuer un aiguillage sur plusieurs instructions</a:t>
            </a:r>
          </a:p>
          <a:p>
            <a:pPr lvl="2"/>
            <a:r>
              <a:rPr lang="fr-FR" sz="1800" dirty="0"/>
              <a:t>Valeur retournée par une expression : char, byte, short, </a:t>
            </a:r>
            <a:r>
              <a:rPr lang="fr-FR" sz="1800" dirty="0" err="1"/>
              <a:t>int</a:t>
            </a:r>
            <a:r>
              <a:rPr lang="fr-FR" sz="1800" dirty="0"/>
              <a:t> </a:t>
            </a:r>
          </a:p>
          <a:p>
            <a:pPr lvl="2"/>
            <a:r>
              <a:rPr lang="fr-FR" sz="1800" dirty="0"/>
              <a:t>Classe enveloppes : </a:t>
            </a:r>
            <a:r>
              <a:rPr lang="fr-FR" sz="1800" dirty="0" err="1"/>
              <a:t>Character</a:t>
            </a:r>
            <a:r>
              <a:rPr lang="fr-FR" sz="1800" dirty="0"/>
              <a:t>, Byte, Short, Integer</a:t>
            </a:r>
          </a:p>
          <a:p>
            <a:pPr lvl="2"/>
            <a:r>
              <a:rPr lang="fr-FR" sz="1800" dirty="0"/>
              <a:t>Énumération : </a:t>
            </a:r>
            <a:r>
              <a:rPr lang="fr-FR" sz="1800" dirty="0" err="1"/>
              <a:t>enum</a:t>
            </a:r>
            <a:endParaRPr lang="fr-FR" sz="1800" dirty="0"/>
          </a:p>
          <a:p>
            <a:pPr lvl="2"/>
            <a:r>
              <a:rPr lang="fr-FR" sz="1800" dirty="0"/>
              <a:t>Chaîne de caractères : String </a:t>
            </a:r>
          </a:p>
          <a:p>
            <a:pPr lvl="1"/>
            <a:r>
              <a:rPr lang="fr-FR" sz="1800" dirty="0"/>
              <a:t>Lorsque la valeur de l’expression est connue, elle est comparée à chacune des valeurs indiquées par les clauses </a:t>
            </a:r>
            <a:r>
              <a:rPr lang="fr-FR" sz="1800" b="1" dirty="0"/>
              <a:t>case</a:t>
            </a:r>
            <a:r>
              <a:rPr lang="fr-FR" sz="1800" dirty="0"/>
              <a:t>, en séquence dans l’ordre d’apparition des clauses</a:t>
            </a:r>
          </a:p>
          <a:p>
            <a:pPr lvl="1"/>
            <a:r>
              <a:rPr lang="fr-FR" sz="1800" dirty="0"/>
              <a:t>Dès qu’une valeur indiquée par une clause est égale à la valeur calculée, le contrôle d’exécution est donné à la séquence d’instructions qui suit cette clause. Si aucune valeur, le contrôle est donné à la clause </a:t>
            </a:r>
            <a:r>
              <a:rPr lang="fr-FR" sz="1800" b="1" dirty="0"/>
              <a:t>default</a:t>
            </a:r>
            <a:r>
              <a:rPr lang="fr-FR" sz="1800" dirty="0"/>
              <a:t> </a:t>
            </a:r>
          </a:p>
          <a:p>
            <a:pPr lvl="1"/>
            <a:r>
              <a:rPr lang="fr-FR" sz="1800" dirty="0"/>
              <a:t>L’instruction </a:t>
            </a:r>
            <a:r>
              <a:rPr lang="fr-FR" sz="1800" b="1" dirty="0"/>
              <a:t>break</a:t>
            </a:r>
            <a:r>
              <a:rPr lang="fr-FR" sz="1800" dirty="0"/>
              <a:t> permet d’arrêter l’instruction de choix multiple. Utiliser à la fin d’une séquence d’instructions de chaque clause </a:t>
            </a:r>
          </a:p>
          <a:p>
            <a:pPr lvl="1"/>
            <a:r>
              <a:rPr lang="fr-FR" sz="1800" dirty="0"/>
              <a:t>Le mot-clé </a:t>
            </a:r>
            <a:r>
              <a:rPr lang="fr-FR" sz="1800" b="1" dirty="0" err="1"/>
              <a:t>yield</a:t>
            </a:r>
            <a:r>
              <a:rPr lang="fr-FR" sz="1800" dirty="0"/>
              <a:t> utilisé dans les expressions switch pour spécifier la valeur renvoyée par une branche d’un bloc switch lorsqu’une logique complexe nécessite plusieurs instructions </a:t>
            </a:r>
          </a:p>
          <a:p>
            <a:pPr marL="0" indent="0">
              <a:buNone/>
            </a:pPr>
            <a:endParaRPr lang="fr-FR" sz="1500" dirty="0"/>
          </a:p>
        </p:txBody>
      </p:sp>
    </p:spTree>
    <p:extLst>
      <p:ext uri="{BB962C8B-B14F-4D97-AF65-F5344CB8AC3E}">
        <p14:creationId xmlns:p14="http://schemas.microsoft.com/office/powerpoint/2010/main" val="3049187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5083F38-160E-E240-A843-8F073714D03F}"/>
              </a:ext>
            </a:extLst>
          </p:cNvPr>
          <p:cNvSpPr>
            <a:spLocks noGrp="1"/>
          </p:cNvSpPr>
          <p:nvPr>
            <p:ph type="title"/>
          </p:nvPr>
        </p:nvSpPr>
        <p:spPr>
          <a:xfrm>
            <a:off x="461273" y="1042779"/>
            <a:ext cx="3115265" cy="2396359"/>
          </a:xfrm>
        </p:spPr>
        <p:txBody>
          <a:bodyPr anchor="b">
            <a:normAutofit/>
          </a:bodyPr>
          <a:lstStyle/>
          <a:p>
            <a:pPr algn="r"/>
            <a:r>
              <a:rPr lang="fr-FR" sz="4000" dirty="0">
                <a:solidFill>
                  <a:srgbClr val="FFFFFF"/>
                </a:solidFill>
              </a:rPr>
              <a:t>Boucle </a:t>
            </a:r>
            <a:r>
              <a:rPr lang="fr-FR" sz="4000" dirty="0" err="1">
                <a:solidFill>
                  <a:srgbClr val="FFFFFF"/>
                </a:solidFill>
              </a:rPr>
              <a:t>while</a:t>
            </a:r>
            <a:r>
              <a:rPr lang="fr-FR" sz="4000" dirty="0">
                <a:solidFill>
                  <a:srgbClr val="FFFFFF"/>
                </a:solidFill>
              </a:rPr>
              <a:t> </a:t>
            </a:r>
          </a:p>
        </p:txBody>
      </p:sp>
      <p:graphicFrame>
        <p:nvGraphicFramePr>
          <p:cNvPr id="5" name="Espace réservé du contenu 2">
            <a:extLst>
              <a:ext uri="{FF2B5EF4-FFF2-40B4-BE49-F238E27FC236}">
                <a16:creationId xmlns:a16="http://schemas.microsoft.com/office/drawing/2014/main" id="{9220EBEE-A35D-15F8-6146-48B574D20BFD}"/>
              </a:ext>
            </a:extLst>
          </p:cNvPr>
          <p:cNvGraphicFramePr>
            <a:graphicFrameLocks noGrp="1"/>
          </p:cNvGraphicFramePr>
          <p:nvPr>
            <p:ph idx="1"/>
            <p:extLst>
              <p:ext uri="{D42A27DB-BD31-4B8C-83A1-F6EECF244321}">
                <p14:modId xmlns:p14="http://schemas.microsoft.com/office/powerpoint/2010/main" val="218457860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Arrows ">
            <a:extLst>
              <a:ext uri="{FF2B5EF4-FFF2-40B4-BE49-F238E27FC236}">
                <a16:creationId xmlns:a16="http://schemas.microsoft.com/office/drawing/2014/main" id="{49687C02-B86E-9FD4-F2D9-48DFCE28D9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8441" y="4356011"/>
            <a:ext cx="2312409" cy="2312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102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6109B3-D222-F43E-7A5A-E15716F183F8}"/>
              </a:ext>
            </a:extLst>
          </p:cNvPr>
          <p:cNvSpPr>
            <a:spLocks noGrp="1"/>
          </p:cNvSpPr>
          <p:nvPr>
            <p:ph type="title"/>
          </p:nvPr>
        </p:nvSpPr>
        <p:spPr>
          <a:xfrm>
            <a:off x="209216" y="405146"/>
            <a:ext cx="3188368" cy="6047707"/>
          </a:xfrm>
          <a:solidFill>
            <a:schemeClr val="accent1"/>
          </a:solidFill>
          <a:ln>
            <a:noFill/>
          </a:ln>
        </p:spPr>
        <p:style>
          <a:lnRef idx="0">
            <a:scrgbClr r="0" g="0" b="0"/>
          </a:lnRef>
          <a:fillRef idx="0">
            <a:scrgbClr r="0" g="0" b="0"/>
          </a:fillRef>
          <a:effectRef idx="0">
            <a:scrgbClr r="0" g="0" b="0"/>
          </a:effectRef>
          <a:fontRef idx="minor">
            <a:schemeClr val="lt1"/>
          </a:fontRef>
        </p:style>
        <p:txBody>
          <a:bodyPr>
            <a:scene3d>
              <a:camera prst="orthographicFront"/>
              <a:lightRig rig="soft" dir="t">
                <a:rot lat="0" lon="0" rev="15600000"/>
              </a:lightRig>
            </a:scene3d>
            <a:sp3d extrusionH="57150" prstMaterial="softEdge">
              <a:bevelT w="25400" h="38100"/>
            </a:sp3d>
          </a:bodyPr>
          <a:lstStyle/>
          <a:p>
            <a:r>
              <a:rPr lang="fr-FR"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Boucle for</a:t>
            </a:r>
            <a:endParaRPr lang="fr-FR" b="1" dirty="0">
              <a:ln/>
              <a:solidFill>
                <a:schemeClr val="accent4"/>
              </a:solidFill>
            </a:endParaRPr>
          </a:p>
        </p:txBody>
      </p:sp>
      <p:pic>
        <p:nvPicPr>
          <p:cNvPr id="1026" name="Picture 2" descr="Looping arrows ">
            <a:extLst>
              <a:ext uri="{FF2B5EF4-FFF2-40B4-BE49-F238E27FC236}">
                <a16:creationId xmlns:a16="http://schemas.microsoft.com/office/drawing/2014/main" id="{2A68145A-6069-27D7-40C7-AC830D2B9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334877"/>
            <a:ext cx="1930401" cy="19304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Espace réservé du contenu 3">
            <a:extLst>
              <a:ext uri="{FF2B5EF4-FFF2-40B4-BE49-F238E27FC236}">
                <a16:creationId xmlns:a16="http://schemas.microsoft.com/office/drawing/2014/main" id="{5825B039-A6F2-B4AE-57CE-0766BBDD8C03}"/>
              </a:ext>
            </a:extLst>
          </p:cNvPr>
          <p:cNvGraphicFramePr>
            <a:graphicFrameLocks noGrp="1"/>
          </p:cNvGraphicFramePr>
          <p:nvPr>
            <p:ph idx="1"/>
            <p:extLst>
              <p:ext uri="{D42A27DB-BD31-4B8C-83A1-F6EECF244321}">
                <p14:modId xmlns:p14="http://schemas.microsoft.com/office/powerpoint/2010/main" val="3327643870"/>
              </p:ext>
            </p:extLst>
          </p:nvPr>
        </p:nvGraphicFramePr>
        <p:xfrm>
          <a:off x="3585412" y="405146"/>
          <a:ext cx="7768388" cy="60477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6558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58AE76B-6D56-32E0-4CF1-B6298EFCC820}"/>
              </a:ext>
            </a:extLst>
          </p:cNvPr>
          <p:cNvSpPr>
            <a:spLocks noGrp="1"/>
          </p:cNvSpPr>
          <p:nvPr>
            <p:ph type="title"/>
          </p:nvPr>
        </p:nvSpPr>
        <p:spPr>
          <a:xfrm>
            <a:off x="4199546" y="0"/>
            <a:ext cx="7992454" cy="1675623"/>
          </a:xfrm>
        </p:spPr>
        <p:txBody>
          <a:bodyPr anchor="b">
            <a:normAutofit/>
          </a:bodyPr>
          <a:lstStyle/>
          <a:p>
            <a:r>
              <a:rPr lang="fr-FR" sz="4000" dirty="0"/>
              <a:t>Comment choisir le type d’une boucle	</a:t>
            </a:r>
          </a:p>
        </p:txBody>
      </p:sp>
      <p:pic>
        <p:nvPicPr>
          <p:cNvPr id="24" name="Picture 23">
            <a:extLst>
              <a:ext uri="{FF2B5EF4-FFF2-40B4-BE49-F238E27FC236}">
                <a16:creationId xmlns:a16="http://schemas.microsoft.com/office/drawing/2014/main" id="{FE67DD47-377C-BFBD-9110-6EC6E55AC863}"/>
              </a:ext>
            </a:extLst>
          </p:cNvPr>
          <p:cNvPicPr>
            <a:picLocks noChangeAspect="1"/>
          </p:cNvPicPr>
          <p:nvPr/>
        </p:nvPicPr>
        <p:blipFill>
          <a:blip r:embed="rId2"/>
          <a:srcRect l="4431" r="54723" b="-1"/>
          <a:stretch>
            <a:fillRect/>
          </a:stretch>
        </p:blipFill>
        <p:spPr>
          <a:xfrm>
            <a:off x="-3050" y="0"/>
            <a:ext cx="4196496" cy="6857990"/>
          </a:xfrm>
          <a:prstGeom prst="rect">
            <a:avLst/>
          </a:prstGeom>
          <a:effectLst/>
        </p:spPr>
      </p:pic>
      <p:graphicFrame>
        <p:nvGraphicFramePr>
          <p:cNvPr id="22" name="Espace réservé du contenu 2">
            <a:extLst>
              <a:ext uri="{FF2B5EF4-FFF2-40B4-BE49-F238E27FC236}">
                <a16:creationId xmlns:a16="http://schemas.microsoft.com/office/drawing/2014/main" id="{006B69B6-8480-AD0A-0FB5-CD63CE219EE5}"/>
              </a:ext>
            </a:extLst>
          </p:cNvPr>
          <p:cNvGraphicFramePr>
            <a:graphicFrameLocks noGrp="1"/>
          </p:cNvGraphicFramePr>
          <p:nvPr>
            <p:ph idx="1"/>
            <p:extLst>
              <p:ext uri="{D42A27DB-BD31-4B8C-83A1-F6EECF244321}">
                <p14:modId xmlns:p14="http://schemas.microsoft.com/office/powerpoint/2010/main" val="164761611"/>
              </p:ext>
            </p:extLst>
          </p:nvPr>
        </p:nvGraphicFramePr>
        <p:xfrm>
          <a:off x="4436217" y="1130968"/>
          <a:ext cx="7516061" cy="50412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8403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22DC644-EC9B-2039-4DCC-A0776FEC2EEC}"/>
              </a:ext>
            </a:extLst>
          </p:cNvPr>
          <p:cNvSpPr>
            <a:spLocks noGrp="1"/>
          </p:cNvSpPr>
          <p:nvPr>
            <p:ph type="title"/>
          </p:nvPr>
        </p:nvSpPr>
        <p:spPr>
          <a:xfrm>
            <a:off x="838201" y="365125"/>
            <a:ext cx="5251316" cy="1807305"/>
          </a:xfrm>
        </p:spPr>
        <p:txBody>
          <a:bodyPr>
            <a:normAutofit/>
          </a:bodyPr>
          <a:lstStyle/>
          <a:p>
            <a:r>
              <a:rPr lang="fr-FR" dirty="0"/>
              <a:t>String</a:t>
            </a:r>
          </a:p>
        </p:txBody>
      </p:sp>
      <p:sp>
        <p:nvSpPr>
          <p:cNvPr id="14" name="Espace réservé du contenu 2">
            <a:extLst>
              <a:ext uri="{FF2B5EF4-FFF2-40B4-BE49-F238E27FC236}">
                <a16:creationId xmlns:a16="http://schemas.microsoft.com/office/drawing/2014/main" id="{161D8EA7-4069-AFA7-3119-703F7246924D}"/>
              </a:ext>
            </a:extLst>
          </p:cNvPr>
          <p:cNvSpPr>
            <a:spLocks noGrp="1"/>
          </p:cNvSpPr>
          <p:nvPr>
            <p:ph idx="1"/>
          </p:nvPr>
        </p:nvSpPr>
        <p:spPr>
          <a:xfrm>
            <a:off x="234043" y="1966864"/>
            <a:ext cx="5992124" cy="4526011"/>
          </a:xfrm>
        </p:spPr>
        <p:txBody>
          <a:bodyPr>
            <a:normAutofit/>
          </a:bodyPr>
          <a:lstStyle/>
          <a:p>
            <a:r>
              <a:rPr lang="fr-FR" sz="2000" b="1" dirty="0"/>
              <a:t>String </a:t>
            </a:r>
            <a:r>
              <a:rPr lang="fr-FR" sz="2000" dirty="0"/>
              <a:t>représente une séquence de caractères</a:t>
            </a:r>
          </a:p>
          <a:p>
            <a:r>
              <a:rPr lang="fr-FR" sz="2000" dirty="0"/>
              <a:t>Il est utilisé pour manipuler du texte :</a:t>
            </a:r>
          </a:p>
          <a:p>
            <a:pPr lvl="1"/>
            <a:r>
              <a:rPr lang="fr-FR" sz="2000" dirty="0"/>
              <a:t>Noms </a:t>
            </a:r>
          </a:p>
          <a:p>
            <a:pPr lvl="1"/>
            <a:r>
              <a:rPr lang="fr-FR" sz="2000" dirty="0"/>
              <a:t>Message </a:t>
            </a:r>
          </a:p>
          <a:p>
            <a:pPr lvl="1"/>
            <a:r>
              <a:rPr lang="fr-FR" sz="2000" dirty="0"/>
              <a:t>Fichiers </a:t>
            </a:r>
          </a:p>
          <a:p>
            <a:r>
              <a:rPr lang="fr-FR" sz="2000" dirty="0"/>
              <a:t>Les objets de type </a:t>
            </a:r>
            <a:r>
              <a:rPr lang="fr-FR" sz="2000" b="1" dirty="0"/>
              <a:t>String</a:t>
            </a:r>
            <a:r>
              <a:rPr lang="fr-FR" sz="2000" dirty="0"/>
              <a:t> sont immuable</a:t>
            </a:r>
          </a:p>
          <a:p>
            <a:pPr lvl="1"/>
            <a:r>
              <a:rPr lang="fr-FR" sz="2000" dirty="0"/>
              <a:t>Une fois créés, ils ne peuvent pas être modifiés</a:t>
            </a:r>
          </a:p>
          <a:p>
            <a:pPr lvl="1"/>
            <a:r>
              <a:rPr lang="fr-FR" sz="2000" dirty="0"/>
              <a:t>Toute opération qui semble modifier une chaîne crée en réalité un nouvel objet String en mémoire sans garder l’original </a:t>
            </a:r>
          </a:p>
        </p:txBody>
      </p:sp>
      <p:pic>
        <p:nvPicPr>
          <p:cNvPr id="5" name="Picture 4" descr="Hand with red strings">
            <a:extLst>
              <a:ext uri="{FF2B5EF4-FFF2-40B4-BE49-F238E27FC236}">
                <a16:creationId xmlns:a16="http://schemas.microsoft.com/office/drawing/2014/main" id="{CA716052-A0EB-EDE9-B4BB-6D78876F0105}"/>
              </a:ext>
            </a:extLst>
          </p:cNvPr>
          <p:cNvPicPr>
            <a:picLocks noChangeAspect="1"/>
          </p:cNvPicPr>
          <p:nvPr/>
        </p:nvPicPr>
        <p:blipFill>
          <a:blip r:embed="rId2"/>
          <a:srcRect l="22818" r="19144"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422314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83" name="Rectangle 3282">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5" name="Right Triangle 3284">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87" name="Rectangle 328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18E6704-4A87-6E42-4517-C51823625CE8}"/>
              </a:ext>
            </a:extLst>
          </p:cNvPr>
          <p:cNvSpPr>
            <a:spLocks noGrp="1"/>
          </p:cNvSpPr>
          <p:nvPr>
            <p:ph type="title"/>
          </p:nvPr>
        </p:nvSpPr>
        <p:spPr>
          <a:xfrm>
            <a:off x="1127760" y="4212709"/>
            <a:ext cx="8232296" cy="1337699"/>
          </a:xfrm>
        </p:spPr>
        <p:txBody>
          <a:bodyPr anchor="b">
            <a:normAutofit/>
          </a:bodyPr>
          <a:lstStyle/>
          <a:p>
            <a:r>
              <a:rPr lang="fr-FR" sz="6000" b="1"/>
              <a:t>StringBuilder</a:t>
            </a:r>
          </a:p>
        </p:txBody>
      </p:sp>
      <p:pic>
        <p:nvPicPr>
          <p:cNvPr id="3074" name="Picture 2" descr="Website builder ">
            <a:extLst>
              <a:ext uri="{FF2B5EF4-FFF2-40B4-BE49-F238E27FC236}">
                <a16:creationId xmlns:a16="http://schemas.microsoft.com/office/drawing/2014/main" id="{773E7A6D-4887-2705-FBF5-DE2AD3E582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4632"/>
          <a:stretch>
            <a:fillRect/>
          </a:stretch>
        </p:blipFill>
        <p:spPr bwMode="auto">
          <a:xfrm>
            <a:off x="1123359" y="1107907"/>
            <a:ext cx="2935720" cy="2799692"/>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contenu 2">
            <a:extLst>
              <a:ext uri="{FF2B5EF4-FFF2-40B4-BE49-F238E27FC236}">
                <a16:creationId xmlns:a16="http://schemas.microsoft.com/office/drawing/2014/main" id="{C96E6C9C-7863-0B6D-482C-E4FD7E50FED3}"/>
              </a:ext>
            </a:extLst>
          </p:cNvPr>
          <p:cNvSpPr>
            <a:spLocks noGrp="1"/>
          </p:cNvSpPr>
          <p:nvPr>
            <p:ph idx="1"/>
          </p:nvPr>
        </p:nvSpPr>
        <p:spPr>
          <a:xfrm>
            <a:off x="4835902" y="1107907"/>
            <a:ext cx="6409946" cy="4901008"/>
          </a:xfrm>
        </p:spPr>
        <p:txBody>
          <a:bodyPr anchor="ctr">
            <a:normAutofit/>
          </a:bodyPr>
          <a:lstStyle/>
          <a:p>
            <a:r>
              <a:rPr lang="fr-FR" sz="1800" b="1" dirty="0" err="1"/>
              <a:t>StringBuilder</a:t>
            </a:r>
            <a:r>
              <a:rPr lang="fr-FR" sz="1800" b="1" dirty="0"/>
              <a:t> </a:t>
            </a:r>
            <a:r>
              <a:rPr lang="fr-FR" sz="1800" dirty="0"/>
              <a:t>en Java permet de construire et de modifier efficacement des chaînes de caractères</a:t>
            </a:r>
          </a:p>
          <a:p>
            <a:r>
              <a:rPr lang="fr-FR" sz="1800" b="1" dirty="0" err="1"/>
              <a:t>StringBuilder</a:t>
            </a:r>
            <a:r>
              <a:rPr lang="fr-FR" sz="1800" b="1" dirty="0"/>
              <a:t> </a:t>
            </a:r>
            <a:r>
              <a:rPr lang="fr-FR" sz="1800" dirty="0"/>
              <a:t>permet d’ajouter, de modifier ou de supprimer des caractères sans créer de nouveaux objets à chaque opération </a:t>
            </a:r>
          </a:p>
          <a:p>
            <a:r>
              <a:rPr lang="fr-FR" sz="1800" dirty="0"/>
              <a:t>Particulièrement utile quand on doit faire de nombreuses modifications ou concaténations par chaînes</a:t>
            </a:r>
          </a:p>
          <a:p>
            <a:r>
              <a:rPr lang="fr-FR" sz="1800" dirty="0"/>
              <a:t>Améliore considérablement les performances, surtout dans des boucles </a:t>
            </a:r>
          </a:p>
          <a:p>
            <a:pPr lvl="1"/>
            <a:r>
              <a:rPr lang="fr-FR" sz="1800" dirty="0"/>
              <a:t>Concaténer avec des chaînes avec + dans une boucle crée à chaque fois une nouvelle chaîne </a:t>
            </a:r>
          </a:p>
          <a:p>
            <a:pPr marL="457200" lvl="1" indent="0">
              <a:buNone/>
            </a:pPr>
            <a:endParaRPr lang="fr-FR" sz="1400" dirty="0"/>
          </a:p>
        </p:txBody>
      </p:sp>
    </p:spTree>
    <p:extLst>
      <p:ext uri="{BB962C8B-B14F-4D97-AF65-F5344CB8AC3E}">
        <p14:creationId xmlns:p14="http://schemas.microsoft.com/office/powerpoint/2010/main" val="163444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B73B451-D671-A538-3EE9-8EEDD1F90578}"/>
              </a:ext>
            </a:extLst>
          </p:cNvPr>
          <p:cNvSpPr>
            <a:spLocks noGrp="1"/>
          </p:cNvSpPr>
          <p:nvPr>
            <p:ph idx="1"/>
          </p:nvPr>
        </p:nvSpPr>
        <p:spPr>
          <a:xfrm>
            <a:off x="697832" y="1699544"/>
            <a:ext cx="10655968" cy="4793331"/>
          </a:xfrm>
          <a:solidFill>
            <a:schemeClr val="accent2">
              <a:lumMod val="60000"/>
              <a:lumOff val="40000"/>
            </a:schemeClr>
          </a:solidFill>
        </p:spPr>
        <p:txBody>
          <a:bodyPr>
            <a:normAutofit fontScale="47500" lnSpcReduction="20000"/>
          </a:bodyPr>
          <a:lstStyle/>
          <a:p>
            <a:pPr marL="0" indent="0">
              <a:buNone/>
            </a:pPr>
            <a:r>
              <a:rPr lang="fr-FR" sz="3600" b="1" dirty="0" err="1"/>
              <a:t>CharSequence</a:t>
            </a:r>
            <a:endParaRPr lang="fr-FR" sz="3600" b="1" dirty="0"/>
          </a:p>
          <a:p>
            <a:r>
              <a:rPr lang="fr-FR" sz="3600" dirty="0"/>
              <a:t>L’interface </a:t>
            </a:r>
            <a:r>
              <a:rPr lang="fr-FR" sz="3600" dirty="0" err="1"/>
              <a:t>CharSequence</a:t>
            </a:r>
            <a:r>
              <a:rPr lang="fr-FR" sz="3600" dirty="0"/>
              <a:t> représente une séquence de caractère lisible</a:t>
            </a:r>
          </a:p>
          <a:p>
            <a:r>
              <a:rPr lang="fr-FR" sz="3600" dirty="0"/>
              <a:t>Implémentée dans plusieurs classe Java</a:t>
            </a:r>
          </a:p>
          <a:p>
            <a:pPr lvl="1"/>
            <a:r>
              <a:rPr lang="fr-FR" sz="2900" dirty="0"/>
              <a:t>String</a:t>
            </a:r>
          </a:p>
          <a:p>
            <a:pPr lvl="1"/>
            <a:r>
              <a:rPr lang="fr-FR" sz="2900" dirty="0" err="1"/>
              <a:t>StringBuilder</a:t>
            </a:r>
            <a:endParaRPr lang="fr-FR" sz="2900" dirty="0"/>
          </a:p>
          <a:p>
            <a:pPr lvl="1"/>
            <a:r>
              <a:rPr lang="fr-FR" sz="2900" dirty="0" err="1"/>
              <a:t>StringBuffer</a:t>
            </a:r>
            <a:endParaRPr lang="fr-FR" sz="2900" dirty="0"/>
          </a:p>
          <a:p>
            <a:r>
              <a:rPr lang="fr-FR" sz="3600" dirty="0"/>
              <a:t>Permet d’écrire des méthodes qui acceptent n’importe qu’elle type de séquence de caractères</a:t>
            </a:r>
          </a:p>
          <a:p>
            <a:r>
              <a:rPr lang="fr-FR" sz="3600" dirty="0"/>
              <a:t>Rend le code plus flexible</a:t>
            </a:r>
          </a:p>
          <a:p>
            <a:pPr lvl="1"/>
            <a:r>
              <a:rPr lang="fr-FR" sz="2900" dirty="0"/>
              <a:t>Il est possible de manipuler des chaînes, des buffers ou des </a:t>
            </a:r>
            <a:r>
              <a:rPr lang="fr-FR" sz="2900" dirty="0" err="1"/>
              <a:t>builders</a:t>
            </a:r>
            <a:r>
              <a:rPr lang="fr-FR" sz="2900" dirty="0"/>
              <a:t> </a:t>
            </a:r>
          </a:p>
          <a:p>
            <a:pPr marL="457200" lvl="1" indent="0">
              <a:buNone/>
            </a:pPr>
            <a:endParaRPr lang="fr-FR" sz="2900" dirty="0"/>
          </a:p>
          <a:p>
            <a:pPr marL="0" indent="0">
              <a:buNone/>
            </a:pPr>
            <a:r>
              <a:rPr lang="fr-FR" sz="3600" b="1" dirty="0" err="1"/>
              <a:t>Subsequence</a:t>
            </a:r>
            <a:endParaRPr lang="fr-FR" sz="3600" b="1" dirty="0"/>
          </a:p>
          <a:p>
            <a:r>
              <a:rPr lang="fr-FR" sz="3600" dirty="0"/>
              <a:t>La méthode </a:t>
            </a:r>
            <a:r>
              <a:rPr lang="fr-FR" sz="3600" dirty="0" err="1"/>
              <a:t>subSequence</a:t>
            </a:r>
            <a:r>
              <a:rPr lang="fr-FR" sz="3600" dirty="0"/>
              <a:t> permet d’obtenir une portion de la séquence de caractère allant de l’indice start à end </a:t>
            </a:r>
          </a:p>
          <a:p>
            <a:r>
              <a:rPr lang="fr-FR" sz="3600" dirty="0"/>
              <a:t>Utile pour extraire une partie d’un texte sans créer une nouvelle chaîne si ce n’est pas nécessaire </a:t>
            </a:r>
          </a:p>
          <a:p>
            <a:r>
              <a:rPr lang="fr-FR" sz="3600" dirty="0"/>
              <a:t>Rend le code plus flexible</a:t>
            </a:r>
          </a:p>
          <a:p>
            <a:r>
              <a:rPr lang="fr-FR" sz="3600" dirty="0"/>
              <a:t>Évite la copie inutile </a:t>
            </a:r>
          </a:p>
          <a:p>
            <a:endParaRPr lang="fr-FR" dirty="0"/>
          </a:p>
          <a:p>
            <a:endParaRPr lang="fr-FR" dirty="0"/>
          </a:p>
        </p:txBody>
      </p:sp>
      <p:sp>
        <p:nvSpPr>
          <p:cNvPr id="2" name="Titre 1">
            <a:extLst>
              <a:ext uri="{FF2B5EF4-FFF2-40B4-BE49-F238E27FC236}">
                <a16:creationId xmlns:a16="http://schemas.microsoft.com/office/drawing/2014/main" id="{BF608BF7-0848-16D9-0382-928E216A6FD7}"/>
              </a:ext>
            </a:extLst>
          </p:cNvPr>
          <p:cNvSpPr>
            <a:spLocks noGrp="1"/>
          </p:cNvSpPr>
          <p:nvPr>
            <p:ph type="title"/>
          </p:nvPr>
        </p:nvSpPr>
        <p:spPr/>
        <p:txBody>
          <a:bodyPr/>
          <a:lstStyle/>
          <a:p>
            <a:r>
              <a:rPr lang="fr-FR" dirty="0" err="1"/>
              <a:t>CharSequence</a:t>
            </a:r>
            <a:r>
              <a:rPr lang="fr-FR" dirty="0"/>
              <a:t> &amp; </a:t>
            </a:r>
            <a:r>
              <a:rPr lang="fr-FR" dirty="0" err="1"/>
              <a:t>subSequence</a:t>
            </a:r>
            <a:r>
              <a:rPr lang="fr-FR" dirty="0"/>
              <a:t> ()</a:t>
            </a:r>
          </a:p>
        </p:txBody>
      </p:sp>
      <p:pic>
        <p:nvPicPr>
          <p:cNvPr id="4098" name="Picture 2" descr="Process ">
            <a:extLst>
              <a:ext uri="{FF2B5EF4-FFF2-40B4-BE49-F238E27FC236}">
                <a16:creationId xmlns:a16="http://schemas.microsoft.com/office/drawing/2014/main" id="{0A4ECE4A-1312-BE04-3CA8-0138ECBD4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7584" y="896436"/>
            <a:ext cx="1606216" cy="1606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562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95E8-D7B0-E63A-E979-CD6B2E8E2DEC}"/>
              </a:ext>
            </a:extLst>
          </p:cNvPr>
          <p:cNvSpPr>
            <a:spLocks noGrp="1"/>
          </p:cNvSpPr>
          <p:nvPr>
            <p:ph type="title"/>
          </p:nvPr>
        </p:nvSpPr>
        <p:spPr>
          <a:xfrm>
            <a:off x="838200" y="365126"/>
            <a:ext cx="10515600" cy="803656"/>
          </a:xfrm>
        </p:spPr>
        <p:txBody>
          <a:bodyPr/>
          <a:lstStyle/>
          <a:p>
            <a:r>
              <a:rPr lang="fr-FR" b="1" u="sng" dirty="0">
                <a:ln w="22225">
                  <a:solidFill>
                    <a:schemeClr val="accent2"/>
                  </a:solidFill>
                  <a:prstDash val="solid"/>
                </a:ln>
                <a:solidFill>
                  <a:schemeClr val="accent2">
                    <a:lumMod val="40000"/>
                    <a:lumOff val="60000"/>
                  </a:schemeClr>
                </a:solidFill>
              </a:rPr>
              <a:t>Types primitifs</a:t>
            </a:r>
          </a:p>
        </p:txBody>
      </p:sp>
      <p:sp>
        <p:nvSpPr>
          <p:cNvPr id="3" name="Espace réservé du contenu 2">
            <a:extLst>
              <a:ext uri="{FF2B5EF4-FFF2-40B4-BE49-F238E27FC236}">
                <a16:creationId xmlns:a16="http://schemas.microsoft.com/office/drawing/2014/main" id="{FCB8B906-4B2A-6150-6AEB-99F3BEFAF424}"/>
              </a:ext>
            </a:extLst>
          </p:cNvPr>
          <p:cNvSpPr>
            <a:spLocks noGrp="1"/>
          </p:cNvSpPr>
          <p:nvPr>
            <p:ph idx="1"/>
          </p:nvPr>
        </p:nvSpPr>
        <p:spPr>
          <a:xfrm>
            <a:off x="599770" y="1404519"/>
            <a:ext cx="10515600" cy="4351338"/>
          </a:xfrm>
        </p:spPr>
        <p:txBody>
          <a:bodyPr/>
          <a:lstStyle/>
          <a:p>
            <a:r>
              <a:rPr lang="fr-FR" dirty="0"/>
              <a:t>Les types primitifs, tel que </a:t>
            </a:r>
            <a:r>
              <a:rPr lang="fr-FR" dirty="0" err="1"/>
              <a:t>int</a:t>
            </a:r>
            <a:r>
              <a:rPr lang="fr-FR" dirty="0"/>
              <a:t>, double, </a:t>
            </a:r>
            <a:r>
              <a:rPr lang="fr-FR" dirty="0" err="1"/>
              <a:t>float</a:t>
            </a:r>
            <a:r>
              <a:rPr lang="fr-FR" dirty="0"/>
              <a:t> , long, short, byte, char et </a:t>
            </a:r>
            <a:r>
              <a:rPr lang="fr-FR" dirty="0" err="1"/>
              <a:t>boolean</a:t>
            </a:r>
            <a:r>
              <a:rPr lang="fr-FR" dirty="0"/>
              <a:t>, sont des types de base qui stockent directement des valeurs simples et ne sont pas des objets </a:t>
            </a:r>
          </a:p>
          <a:p>
            <a:r>
              <a:rPr lang="fr-FR" dirty="0"/>
              <a:t>Chaque type primitif possède une classe enveloppe correspondante dans la catégorie des classes enveloppes</a:t>
            </a:r>
          </a:p>
          <a:p>
            <a:pPr lvl="1"/>
            <a:r>
              <a:rPr lang="fr-FR" dirty="0"/>
              <a:t>Integer -&gt; </a:t>
            </a:r>
            <a:r>
              <a:rPr lang="fr-FR" dirty="0" err="1"/>
              <a:t>int</a:t>
            </a:r>
            <a:endParaRPr lang="fr-FR" dirty="0"/>
          </a:p>
          <a:p>
            <a:pPr lvl="1"/>
            <a:r>
              <a:rPr lang="fr-FR" dirty="0"/>
              <a:t>Double -&gt; double </a:t>
            </a:r>
          </a:p>
          <a:p>
            <a:r>
              <a:rPr lang="fr-FR" dirty="0"/>
              <a:t>Ces classes permettent de représenter les primitifs sous forme d’objets, offrant des fonctionnalités supplémentaire comme l’utilisation des collections ou la conversion entre types </a:t>
            </a:r>
          </a:p>
        </p:txBody>
      </p:sp>
      <p:pic>
        <p:nvPicPr>
          <p:cNvPr id="5122" name="Picture 2" descr="Gorilla ">
            <a:extLst>
              <a:ext uri="{FF2B5EF4-FFF2-40B4-BE49-F238E27FC236}">
                <a16:creationId xmlns:a16="http://schemas.microsoft.com/office/drawing/2014/main" id="{D6F252B0-023C-11A2-85E9-E77F5D960E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0455" y="2139042"/>
            <a:ext cx="2153260" cy="215326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Guerilla ">
            <a:extLst>
              <a:ext uri="{FF2B5EF4-FFF2-40B4-BE49-F238E27FC236}">
                <a16:creationId xmlns:a16="http://schemas.microsoft.com/office/drawing/2014/main" id="{A4F633F3-13E5-72DD-CD3A-91AE8DB2BE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8770" y="3429000"/>
            <a:ext cx="1152071" cy="1152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522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76C4F9A-CC84-B83A-900B-2FF546953A72}"/>
              </a:ext>
            </a:extLst>
          </p:cNvPr>
          <p:cNvSpPr>
            <a:spLocks noGrp="1"/>
          </p:cNvSpPr>
          <p:nvPr>
            <p:ph type="title"/>
          </p:nvPr>
        </p:nvSpPr>
        <p:spPr>
          <a:xfrm>
            <a:off x="838201" y="365125"/>
            <a:ext cx="5251316" cy="1807305"/>
          </a:xfrm>
        </p:spPr>
        <p:txBody>
          <a:bodyPr>
            <a:normAutofit/>
          </a:bodyPr>
          <a:lstStyle/>
          <a:p>
            <a:r>
              <a:rPr lang="fr-FR"/>
              <a:t>Type référence</a:t>
            </a:r>
          </a:p>
        </p:txBody>
      </p:sp>
      <p:sp>
        <p:nvSpPr>
          <p:cNvPr id="3" name="Espace réservé du contenu 2">
            <a:extLst>
              <a:ext uri="{FF2B5EF4-FFF2-40B4-BE49-F238E27FC236}">
                <a16:creationId xmlns:a16="http://schemas.microsoft.com/office/drawing/2014/main" id="{C608EBF4-D2A8-75F6-517E-D26C0703DABB}"/>
              </a:ext>
            </a:extLst>
          </p:cNvPr>
          <p:cNvSpPr>
            <a:spLocks noGrp="1"/>
          </p:cNvSpPr>
          <p:nvPr>
            <p:ph idx="1"/>
          </p:nvPr>
        </p:nvSpPr>
        <p:spPr>
          <a:xfrm>
            <a:off x="206506" y="1779814"/>
            <a:ext cx="5251316" cy="4397149"/>
          </a:xfrm>
        </p:spPr>
        <p:txBody>
          <a:bodyPr>
            <a:normAutofit/>
          </a:bodyPr>
          <a:lstStyle/>
          <a:p>
            <a:r>
              <a:rPr lang="fr-FR" sz="1400" dirty="0"/>
              <a:t>Les types référence incluent les objets tels que String, </a:t>
            </a:r>
            <a:r>
              <a:rPr lang="fr-FR" sz="1400" dirty="0" err="1"/>
              <a:t>StringBuilder</a:t>
            </a:r>
            <a:r>
              <a:rPr lang="fr-FR" sz="1400" dirty="0"/>
              <a:t>, </a:t>
            </a:r>
            <a:r>
              <a:rPr lang="fr-FR" sz="1400" dirty="0" err="1"/>
              <a:t>ArrayListm</a:t>
            </a:r>
            <a:r>
              <a:rPr lang="fr-FR" sz="1400" dirty="0"/>
              <a:t> </a:t>
            </a:r>
            <a:r>
              <a:rPr lang="fr-FR" sz="1400" dirty="0" err="1"/>
              <a:t>HasMap</a:t>
            </a:r>
            <a:r>
              <a:rPr lang="fr-FR" sz="1400" dirty="0"/>
              <a:t>, </a:t>
            </a:r>
            <a:r>
              <a:rPr lang="fr-FR" sz="1400" dirty="0" err="1"/>
              <a:t>HashSet</a:t>
            </a:r>
            <a:r>
              <a:rPr lang="fr-FR" sz="1400" dirty="0"/>
              <a:t>, </a:t>
            </a:r>
            <a:r>
              <a:rPr lang="fr-FR" sz="1400" dirty="0" err="1"/>
              <a:t>PriorityQueue</a:t>
            </a:r>
            <a:r>
              <a:rPr lang="fr-FR" sz="1400" dirty="0"/>
              <a:t> et Stack</a:t>
            </a:r>
          </a:p>
          <a:p>
            <a:r>
              <a:rPr lang="fr-FR" sz="1400" dirty="0"/>
              <a:t>Ces types qui font parties des classes Java, sont utilisés pour manipuler des données complexes</a:t>
            </a:r>
          </a:p>
          <a:p>
            <a:r>
              <a:rPr lang="fr-FR" sz="1400" dirty="0"/>
              <a:t>Les classes enveloppes appartiennent également aux types références car elles sont des objets. </a:t>
            </a:r>
          </a:p>
          <a:p>
            <a:r>
              <a:rPr lang="fr-FR" sz="1400" dirty="0" err="1"/>
              <a:t>ArrayList</a:t>
            </a:r>
            <a:r>
              <a:rPr lang="fr-FR" sz="1400" dirty="0"/>
              <a:t> et </a:t>
            </a:r>
            <a:r>
              <a:rPr lang="fr-FR" sz="1400" dirty="0" err="1"/>
              <a:t>HashMap</a:t>
            </a:r>
            <a:r>
              <a:rPr lang="fr-FR" sz="1400" dirty="0"/>
              <a:t> sont des collections génériques capables de stocker d’autres objets, y compris des instances de classes enveloppes ou d’autres types référence</a:t>
            </a:r>
          </a:p>
          <a:p>
            <a:r>
              <a:rPr lang="fr-FR" sz="1400" dirty="0"/>
              <a:t>Permet une gestion flexible des données avec des relations où les types primitifs sont enveloppés par leurs classes correspondantes, et les types référence servent de conteneurs ou de structures pour organiser et manipuler les données. </a:t>
            </a:r>
          </a:p>
        </p:txBody>
      </p:sp>
      <p:pic>
        <p:nvPicPr>
          <p:cNvPr id="5" name="Picture 4" descr="Piles of paperwork">
            <a:extLst>
              <a:ext uri="{FF2B5EF4-FFF2-40B4-BE49-F238E27FC236}">
                <a16:creationId xmlns:a16="http://schemas.microsoft.com/office/drawing/2014/main" id="{1D99AA31-D92B-AE85-A4E3-CA889415F0F6}"/>
              </a:ext>
            </a:extLst>
          </p:cNvPr>
          <p:cNvPicPr>
            <a:picLocks noChangeAspect="1"/>
          </p:cNvPicPr>
          <p:nvPr/>
        </p:nvPicPr>
        <p:blipFill>
          <a:blip r:embed="rId2"/>
          <a:srcRect l="19577" r="15213"/>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506505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1" name="Rectangle 6160">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2" name="Freeform: Shape 6152">
            <a:extLst>
              <a:ext uri="{FF2B5EF4-FFF2-40B4-BE49-F238E27FC236}">
                <a16:creationId xmlns:a16="http://schemas.microsoft.com/office/drawing/2014/main" id="{4B24796A-C1F6-4B21-B963-70E55A144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82342"/>
          </a:xfrm>
          <a:custGeom>
            <a:avLst/>
            <a:gdLst>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67374 w 12192000"/>
              <a:gd name="connsiteY53" fmla="*/ 195957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288078 w 12192000"/>
              <a:gd name="connsiteY59" fmla="*/ 19652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351578 w 12192000"/>
              <a:gd name="connsiteY59" fmla="*/ 19144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351578 w 12192000"/>
              <a:gd name="connsiteY58" fmla="*/ 1914422 h 3482342"/>
              <a:gd name="connsiteX59" fmla="*/ 8248914 w 12192000"/>
              <a:gd name="connsiteY59" fmla="*/ 195417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17124 w 12192000"/>
              <a:gd name="connsiteY69" fmla="*/ 1837109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700779 w 12192000"/>
              <a:gd name="connsiteY75" fmla="*/ 1907344 h 3482342"/>
              <a:gd name="connsiteX76" fmla="*/ 6672513 w 12192000"/>
              <a:gd name="connsiteY76" fmla="*/ 1926452 h 3482342"/>
              <a:gd name="connsiteX77" fmla="*/ 6633549 w 12192000"/>
              <a:gd name="connsiteY77" fmla="*/ 1936255 h 3482342"/>
              <a:gd name="connsiteX78" fmla="*/ 6444344 w 12192000"/>
              <a:gd name="connsiteY78" fmla="*/ 1969663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42310 w 12192000"/>
              <a:gd name="connsiteY82" fmla="*/ 2092510 h 3482342"/>
              <a:gd name="connsiteX83" fmla="*/ 6007916 w 12192000"/>
              <a:gd name="connsiteY83" fmla="*/ 2143752 h 3482342"/>
              <a:gd name="connsiteX84" fmla="*/ 5894610 w 12192000"/>
              <a:gd name="connsiteY84" fmla="*/ 2130684 h 3482342"/>
              <a:gd name="connsiteX85" fmla="*/ 5817682 w 12192000"/>
              <a:gd name="connsiteY85" fmla="*/ 2157358 h 3482342"/>
              <a:gd name="connsiteX86" fmla="*/ 5591469 w 12192000"/>
              <a:gd name="connsiteY86" fmla="*/ 2178389 h 3482342"/>
              <a:gd name="connsiteX87" fmla="*/ 5414282 w 12192000"/>
              <a:gd name="connsiteY87" fmla="*/ 2183070 h 3482342"/>
              <a:gd name="connsiteX88" fmla="*/ 5368369 w 12192000"/>
              <a:gd name="connsiteY88" fmla="*/ 2204272 h 3482342"/>
              <a:gd name="connsiteX89" fmla="*/ 5291263 w 12192000"/>
              <a:gd name="connsiteY89" fmla="*/ 2239182 h 3482342"/>
              <a:gd name="connsiteX90" fmla="*/ 5240857 w 12192000"/>
              <a:gd name="connsiteY90" fmla="*/ 2289444 h 3482342"/>
              <a:gd name="connsiteX91" fmla="*/ 5173523 w 12192000"/>
              <a:gd name="connsiteY91" fmla="*/ 2309057 h 3482342"/>
              <a:gd name="connsiteX92" fmla="*/ 5148543 w 12192000"/>
              <a:gd name="connsiteY92" fmla="*/ 2282356 h 3482342"/>
              <a:gd name="connsiteX93" fmla="*/ 5079548 w 12192000"/>
              <a:gd name="connsiteY93" fmla="*/ 2313485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48914 w 12192000"/>
              <a:gd name="connsiteY58" fmla="*/ 195417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45228 w 12192000"/>
              <a:gd name="connsiteY57" fmla="*/ 19398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30392 w 12192000"/>
              <a:gd name="connsiteY55" fmla="*/ 18985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0392 w 12192000"/>
              <a:gd name="connsiteY54" fmla="*/ 18985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0447 w 12192000"/>
              <a:gd name="connsiteY23" fmla="*/ 12870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294073 w 12192000"/>
              <a:gd name="connsiteY17" fmla="*/ 89726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01920 w 12192000"/>
              <a:gd name="connsiteY16" fmla="*/ 81310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98231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32727 w 12192000"/>
              <a:gd name="connsiteY21" fmla="*/ 1341335 h 3482342"/>
              <a:gd name="connsiteX22" fmla="*/ 10720408 w 12192000"/>
              <a:gd name="connsiteY22" fmla="*/ 1344999 h 3482342"/>
              <a:gd name="connsiteX23" fmla="*/ 10635456 w 12192000"/>
              <a:gd name="connsiteY23" fmla="*/ 1337688 h 3482342"/>
              <a:gd name="connsiteX24" fmla="*/ 10629954 w 12192000"/>
              <a:gd name="connsiteY24" fmla="*/ 1330628 h 3482342"/>
              <a:gd name="connsiteX25" fmla="*/ 10623883 w 12192000"/>
              <a:gd name="connsiteY25" fmla="*/ 1332776 h 3482342"/>
              <a:gd name="connsiteX26" fmla="*/ 10622090 w 12192000"/>
              <a:gd name="connsiteY26" fmla="*/ 1341385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524524 w 12192000"/>
              <a:gd name="connsiteY50" fmla="*/ 1902425 h 3482342"/>
              <a:gd name="connsiteX51" fmla="*/ 8436742 w 12192000"/>
              <a:gd name="connsiteY51" fmla="*/ 1923967 h 3482342"/>
              <a:gd name="connsiteX52" fmla="*/ 8345228 w 12192000"/>
              <a:gd name="connsiteY52" fmla="*/ 1939822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17124 w 12192000"/>
              <a:gd name="connsiteY63" fmla="*/ 1837109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700779 w 12192000"/>
              <a:gd name="connsiteY69" fmla="*/ 1907344 h 3482342"/>
              <a:gd name="connsiteX70" fmla="*/ 6672513 w 12192000"/>
              <a:gd name="connsiteY70" fmla="*/ 1926452 h 3482342"/>
              <a:gd name="connsiteX71" fmla="*/ 6633549 w 12192000"/>
              <a:gd name="connsiteY71" fmla="*/ 1936255 h 3482342"/>
              <a:gd name="connsiteX72" fmla="*/ 6444344 w 12192000"/>
              <a:gd name="connsiteY72" fmla="*/ 1969663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42310 w 12192000"/>
              <a:gd name="connsiteY76" fmla="*/ 2092510 h 3482342"/>
              <a:gd name="connsiteX77" fmla="*/ 6007916 w 12192000"/>
              <a:gd name="connsiteY77" fmla="*/ 2143752 h 3482342"/>
              <a:gd name="connsiteX78" fmla="*/ 5894610 w 12192000"/>
              <a:gd name="connsiteY78" fmla="*/ 2130684 h 3482342"/>
              <a:gd name="connsiteX79" fmla="*/ 5817682 w 12192000"/>
              <a:gd name="connsiteY79" fmla="*/ 2157358 h 3482342"/>
              <a:gd name="connsiteX80" fmla="*/ 5591469 w 12192000"/>
              <a:gd name="connsiteY80" fmla="*/ 2178389 h 3482342"/>
              <a:gd name="connsiteX81" fmla="*/ 5414282 w 12192000"/>
              <a:gd name="connsiteY81" fmla="*/ 2183070 h 3482342"/>
              <a:gd name="connsiteX82" fmla="*/ 5368369 w 12192000"/>
              <a:gd name="connsiteY82" fmla="*/ 2204272 h 3482342"/>
              <a:gd name="connsiteX83" fmla="*/ 5291263 w 12192000"/>
              <a:gd name="connsiteY83" fmla="*/ 2239182 h 3482342"/>
              <a:gd name="connsiteX84" fmla="*/ 5240857 w 12192000"/>
              <a:gd name="connsiteY84" fmla="*/ 2289444 h 3482342"/>
              <a:gd name="connsiteX85" fmla="*/ 5173523 w 12192000"/>
              <a:gd name="connsiteY85" fmla="*/ 2309057 h 3482342"/>
              <a:gd name="connsiteX86" fmla="*/ 5148543 w 12192000"/>
              <a:gd name="connsiteY86" fmla="*/ 2282356 h 3482342"/>
              <a:gd name="connsiteX87" fmla="*/ 5079548 w 12192000"/>
              <a:gd name="connsiteY87" fmla="*/ 2313485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720408 w 12192000"/>
              <a:gd name="connsiteY21" fmla="*/ 134499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524524 w 12192000"/>
              <a:gd name="connsiteY48" fmla="*/ 1902425 h 3482342"/>
              <a:gd name="connsiteX49" fmla="*/ 8436742 w 12192000"/>
              <a:gd name="connsiteY49" fmla="*/ 1923967 h 3482342"/>
              <a:gd name="connsiteX50" fmla="*/ 8345228 w 12192000"/>
              <a:gd name="connsiteY50" fmla="*/ 1939822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17124 w 12192000"/>
              <a:gd name="connsiteY61" fmla="*/ 1837109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700779 w 12192000"/>
              <a:gd name="connsiteY67" fmla="*/ 1907344 h 3482342"/>
              <a:gd name="connsiteX68" fmla="*/ 6672513 w 12192000"/>
              <a:gd name="connsiteY68" fmla="*/ 1926452 h 3482342"/>
              <a:gd name="connsiteX69" fmla="*/ 6633549 w 12192000"/>
              <a:gd name="connsiteY69" fmla="*/ 1936255 h 3482342"/>
              <a:gd name="connsiteX70" fmla="*/ 6444344 w 12192000"/>
              <a:gd name="connsiteY70" fmla="*/ 1969663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42310 w 12192000"/>
              <a:gd name="connsiteY74" fmla="*/ 2092510 h 3482342"/>
              <a:gd name="connsiteX75" fmla="*/ 6007916 w 12192000"/>
              <a:gd name="connsiteY75" fmla="*/ 2143752 h 3482342"/>
              <a:gd name="connsiteX76" fmla="*/ 5894610 w 12192000"/>
              <a:gd name="connsiteY76" fmla="*/ 2130684 h 3482342"/>
              <a:gd name="connsiteX77" fmla="*/ 5817682 w 12192000"/>
              <a:gd name="connsiteY77" fmla="*/ 2157358 h 3482342"/>
              <a:gd name="connsiteX78" fmla="*/ 5591469 w 12192000"/>
              <a:gd name="connsiteY78" fmla="*/ 2178389 h 3482342"/>
              <a:gd name="connsiteX79" fmla="*/ 5414282 w 12192000"/>
              <a:gd name="connsiteY79" fmla="*/ 2183070 h 3482342"/>
              <a:gd name="connsiteX80" fmla="*/ 5368369 w 12192000"/>
              <a:gd name="connsiteY80" fmla="*/ 2204272 h 3482342"/>
              <a:gd name="connsiteX81" fmla="*/ 5291263 w 12192000"/>
              <a:gd name="connsiteY81" fmla="*/ 2239182 h 3482342"/>
              <a:gd name="connsiteX82" fmla="*/ 5240857 w 12192000"/>
              <a:gd name="connsiteY82" fmla="*/ 2289444 h 3482342"/>
              <a:gd name="connsiteX83" fmla="*/ 5173523 w 12192000"/>
              <a:gd name="connsiteY83" fmla="*/ 2309057 h 3482342"/>
              <a:gd name="connsiteX84" fmla="*/ 5148543 w 12192000"/>
              <a:gd name="connsiteY84" fmla="*/ 2282356 h 3482342"/>
              <a:gd name="connsiteX85" fmla="*/ 5079548 w 12192000"/>
              <a:gd name="connsiteY85" fmla="*/ 2313485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17124 w 12192000"/>
              <a:gd name="connsiteY59" fmla="*/ 1837109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700779 w 12192000"/>
              <a:gd name="connsiteY65" fmla="*/ 1907344 h 3482342"/>
              <a:gd name="connsiteX66" fmla="*/ 6672513 w 12192000"/>
              <a:gd name="connsiteY66" fmla="*/ 1926452 h 3482342"/>
              <a:gd name="connsiteX67" fmla="*/ 6633549 w 12192000"/>
              <a:gd name="connsiteY67" fmla="*/ 1936255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07916 w 12192000"/>
              <a:gd name="connsiteY73" fmla="*/ 2143752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14282 w 12192000"/>
              <a:gd name="connsiteY77" fmla="*/ 2183070 h 3482342"/>
              <a:gd name="connsiteX78" fmla="*/ 5368369 w 12192000"/>
              <a:gd name="connsiteY78" fmla="*/ 2204272 h 3482342"/>
              <a:gd name="connsiteX79" fmla="*/ 5291263 w 12192000"/>
              <a:gd name="connsiteY79" fmla="*/ 2239182 h 3482342"/>
              <a:gd name="connsiteX80" fmla="*/ 5240857 w 12192000"/>
              <a:gd name="connsiteY80" fmla="*/ 2289444 h 3482342"/>
              <a:gd name="connsiteX81" fmla="*/ 5173523 w 12192000"/>
              <a:gd name="connsiteY81" fmla="*/ 2309057 h 3482342"/>
              <a:gd name="connsiteX82" fmla="*/ 5148543 w 12192000"/>
              <a:gd name="connsiteY82" fmla="*/ 2282356 h 3482342"/>
              <a:gd name="connsiteX83" fmla="*/ 5079548 w 12192000"/>
              <a:gd name="connsiteY83" fmla="*/ 2313485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33796 w 12192000"/>
              <a:gd name="connsiteY80" fmla="*/ 2268260 h 3482342"/>
              <a:gd name="connsiteX81" fmla="*/ 5173523 w 12192000"/>
              <a:gd name="connsiteY81" fmla="*/ 2309057 h 3482342"/>
              <a:gd name="connsiteX82" fmla="*/ 5123830 w 12192000"/>
              <a:gd name="connsiteY82" fmla="*/ 2307070 h 3482342"/>
              <a:gd name="connsiteX83" fmla="*/ 5065426 w 12192000"/>
              <a:gd name="connsiteY83" fmla="*/ 2324076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173523 w 12192000"/>
              <a:gd name="connsiteY82" fmla="*/ 2309057 h 3482342"/>
              <a:gd name="connsiteX83" fmla="*/ 5123830 w 12192000"/>
              <a:gd name="connsiteY83" fmla="*/ 2307070 h 3482342"/>
              <a:gd name="connsiteX84" fmla="*/ 5065426 w 12192000"/>
              <a:gd name="connsiteY84" fmla="*/ 2324076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212786 w 12192000"/>
              <a:gd name="connsiteY82" fmla="*/ 2296592 h 3482342"/>
              <a:gd name="connsiteX83" fmla="*/ 5173523 w 12192000"/>
              <a:gd name="connsiteY83" fmla="*/ 2309057 h 3482342"/>
              <a:gd name="connsiteX84" fmla="*/ 5123830 w 12192000"/>
              <a:gd name="connsiteY84" fmla="*/ 2307070 h 3482342"/>
              <a:gd name="connsiteX85" fmla="*/ 5065426 w 12192000"/>
              <a:gd name="connsiteY85" fmla="*/ 2324076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52860 w 12192000"/>
              <a:gd name="connsiteY76" fmla="*/ 2180085 h 3482342"/>
              <a:gd name="connsiteX77" fmla="*/ 5414282 w 12192000"/>
              <a:gd name="connsiteY77" fmla="*/ 2183070 h 3482342"/>
              <a:gd name="connsiteX78" fmla="*/ 5368369 w 12192000"/>
              <a:gd name="connsiteY78" fmla="*/ 2204272 h 3482342"/>
              <a:gd name="connsiteX79" fmla="*/ 5336354 w 12192000"/>
              <a:gd name="connsiteY79" fmla="*/ 2218920 h 3482342"/>
              <a:gd name="connsiteX80" fmla="*/ 5291263 w 12192000"/>
              <a:gd name="connsiteY80" fmla="*/ 2239182 h 3482342"/>
              <a:gd name="connsiteX81" fmla="*/ 5255152 w 12192000"/>
              <a:gd name="connsiteY81" fmla="*/ 2247164 h 3482342"/>
              <a:gd name="connsiteX82" fmla="*/ 5233796 w 12192000"/>
              <a:gd name="connsiteY82" fmla="*/ 2268260 h 3482342"/>
              <a:gd name="connsiteX83" fmla="*/ 5212786 w 12192000"/>
              <a:gd name="connsiteY83" fmla="*/ 2296592 h 3482342"/>
              <a:gd name="connsiteX84" fmla="*/ 5173523 w 12192000"/>
              <a:gd name="connsiteY84" fmla="*/ 2309057 h 3482342"/>
              <a:gd name="connsiteX85" fmla="*/ 5123830 w 12192000"/>
              <a:gd name="connsiteY85" fmla="*/ 2307070 h 3482342"/>
              <a:gd name="connsiteX86" fmla="*/ 5065426 w 12192000"/>
              <a:gd name="connsiteY86" fmla="*/ 2324076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947131 w 12192000"/>
              <a:gd name="connsiteY73" fmla="*/ 2148310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52860 w 12192000"/>
              <a:gd name="connsiteY77" fmla="*/ 2180085 h 3482342"/>
              <a:gd name="connsiteX78" fmla="*/ 5414282 w 12192000"/>
              <a:gd name="connsiteY78" fmla="*/ 2183070 h 3482342"/>
              <a:gd name="connsiteX79" fmla="*/ 5368369 w 12192000"/>
              <a:gd name="connsiteY79" fmla="*/ 2204272 h 3482342"/>
              <a:gd name="connsiteX80" fmla="*/ 5336354 w 12192000"/>
              <a:gd name="connsiteY80" fmla="*/ 2218920 h 3482342"/>
              <a:gd name="connsiteX81" fmla="*/ 5291263 w 12192000"/>
              <a:gd name="connsiteY81" fmla="*/ 2239182 h 3482342"/>
              <a:gd name="connsiteX82" fmla="*/ 5255152 w 12192000"/>
              <a:gd name="connsiteY82" fmla="*/ 2247164 h 3482342"/>
              <a:gd name="connsiteX83" fmla="*/ 5233796 w 12192000"/>
              <a:gd name="connsiteY83" fmla="*/ 2268260 h 3482342"/>
              <a:gd name="connsiteX84" fmla="*/ 5212786 w 12192000"/>
              <a:gd name="connsiteY84" fmla="*/ 2296592 h 3482342"/>
              <a:gd name="connsiteX85" fmla="*/ 5173523 w 12192000"/>
              <a:gd name="connsiteY85" fmla="*/ 2309057 h 3482342"/>
              <a:gd name="connsiteX86" fmla="*/ 5123830 w 12192000"/>
              <a:gd name="connsiteY86" fmla="*/ 2307070 h 3482342"/>
              <a:gd name="connsiteX87" fmla="*/ 5065426 w 12192000"/>
              <a:gd name="connsiteY87" fmla="*/ 2324076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52860 w 12192000"/>
              <a:gd name="connsiteY78" fmla="*/ 2180085 h 3482342"/>
              <a:gd name="connsiteX79" fmla="*/ 5414282 w 12192000"/>
              <a:gd name="connsiteY79" fmla="*/ 2183070 h 3482342"/>
              <a:gd name="connsiteX80" fmla="*/ 5368369 w 12192000"/>
              <a:gd name="connsiteY80" fmla="*/ 2204272 h 3482342"/>
              <a:gd name="connsiteX81" fmla="*/ 5336354 w 12192000"/>
              <a:gd name="connsiteY81" fmla="*/ 2218920 h 3482342"/>
              <a:gd name="connsiteX82" fmla="*/ 5291263 w 12192000"/>
              <a:gd name="connsiteY82" fmla="*/ 2239182 h 3482342"/>
              <a:gd name="connsiteX83" fmla="*/ 5255152 w 12192000"/>
              <a:gd name="connsiteY83" fmla="*/ 2247164 h 3482342"/>
              <a:gd name="connsiteX84" fmla="*/ 5233796 w 12192000"/>
              <a:gd name="connsiteY84" fmla="*/ 2268260 h 3482342"/>
              <a:gd name="connsiteX85" fmla="*/ 5212786 w 12192000"/>
              <a:gd name="connsiteY85" fmla="*/ 2296592 h 3482342"/>
              <a:gd name="connsiteX86" fmla="*/ 5173523 w 12192000"/>
              <a:gd name="connsiteY86" fmla="*/ 2309057 h 3482342"/>
              <a:gd name="connsiteX87" fmla="*/ 5123830 w 12192000"/>
              <a:gd name="connsiteY87" fmla="*/ 2307070 h 3482342"/>
              <a:gd name="connsiteX88" fmla="*/ 5065426 w 12192000"/>
              <a:gd name="connsiteY88" fmla="*/ 2324076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735300 w 12192000"/>
              <a:gd name="connsiteY78" fmla="*/ 2158902 h 3482342"/>
              <a:gd name="connsiteX79" fmla="*/ 5591469 w 12192000"/>
              <a:gd name="connsiteY79" fmla="*/ 2178389 h 3482342"/>
              <a:gd name="connsiteX80" fmla="*/ 5452860 w 12192000"/>
              <a:gd name="connsiteY80" fmla="*/ 2180085 h 3482342"/>
              <a:gd name="connsiteX81" fmla="*/ 5414282 w 12192000"/>
              <a:gd name="connsiteY81" fmla="*/ 2183070 h 3482342"/>
              <a:gd name="connsiteX82" fmla="*/ 5368369 w 12192000"/>
              <a:gd name="connsiteY82" fmla="*/ 2204272 h 3482342"/>
              <a:gd name="connsiteX83" fmla="*/ 5336354 w 12192000"/>
              <a:gd name="connsiteY83" fmla="*/ 2218920 h 3482342"/>
              <a:gd name="connsiteX84" fmla="*/ 5291263 w 12192000"/>
              <a:gd name="connsiteY84" fmla="*/ 2239182 h 3482342"/>
              <a:gd name="connsiteX85" fmla="*/ 5255152 w 12192000"/>
              <a:gd name="connsiteY85" fmla="*/ 2247164 h 3482342"/>
              <a:gd name="connsiteX86" fmla="*/ 5233796 w 12192000"/>
              <a:gd name="connsiteY86" fmla="*/ 2268260 h 3482342"/>
              <a:gd name="connsiteX87" fmla="*/ 5212786 w 12192000"/>
              <a:gd name="connsiteY87" fmla="*/ 2296592 h 3482342"/>
              <a:gd name="connsiteX88" fmla="*/ 5173523 w 12192000"/>
              <a:gd name="connsiteY88" fmla="*/ 2309057 h 3482342"/>
              <a:gd name="connsiteX89" fmla="*/ 5123830 w 12192000"/>
              <a:gd name="connsiteY89" fmla="*/ 2307070 h 3482342"/>
              <a:gd name="connsiteX90" fmla="*/ 5065426 w 12192000"/>
              <a:gd name="connsiteY90" fmla="*/ 2324076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56576 w 12192000"/>
              <a:gd name="connsiteY73" fmla="*/ 2134188 h 3482342"/>
              <a:gd name="connsiteX74" fmla="*/ 6007916 w 12192000"/>
              <a:gd name="connsiteY74" fmla="*/ 2143752 h 3482342"/>
              <a:gd name="connsiteX75" fmla="*/ 5947131 w 12192000"/>
              <a:gd name="connsiteY75" fmla="*/ 2148310 h 3482342"/>
              <a:gd name="connsiteX76" fmla="*/ 5898141 w 12192000"/>
              <a:gd name="connsiteY76" fmla="*/ 2144806 h 3482342"/>
              <a:gd name="connsiteX77" fmla="*/ 5855337 w 12192000"/>
              <a:gd name="connsiteY77" fmla="*/ 2137719 h 3482342"/>
              <a:gd name="connsiteX78" fmla="*/ 5817682 w 12192000"/>
              <a:gd name="connsiteY78" fmla="*/ 2157358 h 3482342"/>
              <a:gd name="connsiteX79" fmla="*/ 5735300 w 12192000"/>
              <a:gd name="connsiteY79" fmla="*/ 2158902 h 3482342"/>
              <a:gd name="connsiteX80" fmla="*/ 5591469 w 12192000"/>
              <a:gd name="connsiteY80" fmla="*/ 2178389 h 3482342"/>
              <a:gd name="connsiteX81" fmla="*/ 5452860 w 12192000"/>
              <a:gd name="connsiteY81" fmla="*/ 2180085 h 3482342"/>
              <a:gd name="connsiteX82" fmla="*/ 5414282 w 12192000"/>
              <a:gd name="connsiteY82" fmla="*/ 2183070 h 3482342"/>
              <a:gd name="connsiteX83" fmla="*/ 5368369 w 12192000"/>
              <a:gd name="connsiteY83" fmla="*/ 2204272 h 3482342"/>
              <a:gd name="connsiteX84" fmla="*/ 5336354 w 12192000"/>
              <a:gd name="connsiteY84" fmla="*/ 2218920 h 3482342"/>
              <a:gd name="connsiteX85" fmla="*/ 5291263 w 12192000"/>
              <a:gd name="connsiteY85" fmla="*/ 2239182 h 3482342"/>
              <a:gd name="connsiteX86" fmla="*/ 5255152 w 12192000"/>
              <a:gd name="connsiteY86" fmla="*/ 2247164 h 3482342"/>
              <a:gd name="connsiteX87" fmla="*/ 5233796 w 12192000"/>
              <a:gd name="connsiteY87" fmla="*/ 2268260 h 3482342"/>
              <a:gd name="connsiteX88" fmla="*/ 5212786 w 12192000"/>
              <a:gd name="connsiteY88" fmla="*/ 2296592 h 3482342"/>
              <a:gd name="connsiteX89" fmla="*/ 5173523 w 12192000"/>
              <a:gd name="connsiteY89" fmla="*/ 2309057 h 3482342"/>
              <a:gd name="connsiteX90" fmla="*/ 5123830 w 12192000"/>
              <a:gd name="connsiteY90" fmla="*/ 2307070 h 3482342"/>
              <a:gd name="connsiteX91" fmla="*/ 5065426 w 12192000"/>
              <a:gd name="connsiteY91" fmla="*/ 2324076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38780 w 12192000"/>
              <a:gd name="connsiteY73" fmla="*/ 2081918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056576 w 12192000"/>
              <a:gd name="connsiteY75" fmla="*/ 2134188 h 3482342"/>
              <a:gd name="connsiteX76" fmla="*/ 6007916 w 12192000"/>
              <a:gd name="connsiteY76" fmla="*/ 2143752 h 3482342"/>
              <a:gd name="connsiteX77" fmla="*/ 5947131 w 12192000"/>
              <a:gd name="connsiteY77" fmla="*/ 2148310 h 3482342"/>
              <a:gd name="connsiteX78" fmla="*/ 5898141 w 12192000"/>
              <a:gd name="connsiteY78" fmla="*/ 2144806 h 3482342"/>
              <a:gd name="connsiteX79" fmla="*/ 5855337 w 12192000"/>
              <a:gd name="connsiteY79" fmla="*/ 2137719 h 3482342"/>
              <a:gd name="connsiteX80" fmla="*/ 5817682 w 12192000"/>
              <a:gd name="connsiteY80" fmla="*/ 2157358 h 3482342"/>
              <a:gd name="connsiteX81" fmla="*/ 5735300 w 12192000"/>
              <a:gd name="connsiteY81" fmla="*/ 2158902 h 3482342"/>
              <a:gd name="connsiteX82" fmla="*/ 5591469 w 12192000"/>
              <a:gd name="connsiteY82" fmla="*/ 2178389 h 3482342"/>
              <a:gd name="connsiteX83" fmla="*/ 5452860 w 12192000"/>
              <a:gd name="connsiteY83" fmla="*/ 2180085 h 3482342"/>
              <a:gd name="connsiteX84" fmla="*/ 5414282 w 12192000"/>
              <a:gd name="connsiteY84" fmla="*/ 2183070 h 3482342"/>
              <a:gd name="connsiteX85" fmla="*/ 5368369 w 12192000"/>
              <a:gd name="connsiteY85" fmla="*/ 2204272 h 3482342"/>
              <a:gd name="connsiteX86" fmla="*/ 5336354 w 12192000"/>
              <a:gd name="connsiteY86" fmla="*/ 2218920 h 3482342"/>
              <a:gd name="connsiteX87" fmla="*/ 5291263 w 12192000"/>
              <a:gd name="connsiteY87" fmla="*/ 2239182 h 3482342"/>
              <a:gd name="connsiteX88" fmla="*/ 5255152 w 12192000"/>
              <a:gd name="connsiteY88" fmla="*/ 2247164 h 3482342"/>
              <a:gd name="connsiteX89" fmla="*/ 5233796 w 12192000"/>
              <a:gd name="connsiteY89" fmla="*/ 2268260 h 3482342"/>
              <a:gd name="connsiteX90" fmla="*/ 5212786 w 12192000"/>
              <a:gd name="connsiteY90" fmla="*/ 2296592 h 3482342"/>
              <a:gd name="connsiteX91" fmla="*/ 5173523 w 12192000"/>
              <a:gd name="connsiteY91" fmla="*/ 2309057 h 3482342"/>
              <a:gd name="connsiteX92" fmla="*/ 5123830 w 12192000"/>
              <a:gd name="connsiteY92" fmla="*/ 2307070 h 3482342"/>
              <a:gd name="connsiteX93" fmla="*/ 5065426 w 12192000"/>
              <a:gd name="connsiteY93" fmla="*/ 2324076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34188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50998 w 12192000"/>
              <a:gd name="connsiteY21" fmla="*/ 1269215 h 3482342"/>
              <a:gd name="connsiteX22" fmla="*/ 10815658 w 12192000"/>
              <a:gd name="connsiteY22" fmla="*/ 1287849 h 3482342"/>
              <a:gd name="connsiteX23" fmla="*/ 10679906 w 12192000"/>
              <a:gd name="connsiteY23" fmla="*/ 1324988 h 3482342"/>
              <a:gd name="connsiteX24" fmla="*/ 10636304 w 12192000"/>
              <a:gd name="connsiteY24" fmla="*/ 1317928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495949 w 12192000"/>
              <a:gd name="connsiteY48" fmla="*/ 1902425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41837 w 12192000"/>
              <a:gd name="connsiteY59" fmla="*/ 1840640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686657 w 12192000"/>
              <a:gd name="connsiteY65" fmla="*/ 1907344 h 3482342"/>
              <a:gd name="connsiteX66" fmla="*/ 6651330 w 12192000"/>
              <a:gd name="connsiteY66" fmla="*/ 1922921 h 3482342"/>
              <a:gd name="connsiteX67" fmla="*/ 6622958 w 12192000"/>
              <a:gd name="connsiteY67" fmla="*/ 1936255 h 3482342"/>
              <a:gd name="connsiteX68" fmla="*/ 6522602 w 12192000"/>
              <a:gd name="connsiteY68" fmla="*/ 1954133 h 3482342"/>
              <a:gd name="connsiteX69" fmla="*/ 6444344 w 12192000"/>
              <a:gd name="connsiteY69" fmla="*/ 1969663 h 3482342"/>
              <a:gd name="connsiteX70" fmla="*/ 6409626 w 12192000"/>
              <a:gd name="connsiteY70" fmla="*/ 1978846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87205 w 12192000"/>
              <a:gd name="connsiteY74" fmla="*/ 2060048 h 3482342"/>
              <a:gd name="connsiteX75" fmla="*/ 6138780 w 12192000"/>
              <a:gd name="connsiteY75" fmla="*/ 2081918 h 3482342"/>
              <a:gd name="connsiteX76" fmla="*/ 6120125 w 12192000"/>
              <a:gd name="connsiteY76" fmla="*/ 2109475 h 3482342"/>
              <a:gd name="connsiteX77" fmla="*/ 6056576 w 12192000"/>
              <a:gd name="connsiteY77" fmla="*/ 2120066 h 3482342"/>
              <a:gd name="connsiteX78" fmla="*/ 5993794 w 12192000"/>
              <a:gd name="connsiteY78" fmla="*/ 2122569 h 3482342"/>
              <a:gd name="connsiteX79" fmla="*/ 5943601 w 12192000"/>
              <a:gd name="connsiteY79" fmla="*/ 2137719 h 3482342"/>
              <a:gd name="connsiteX80" fmla="*/ 5898141 w 12192000"/>
              <a:gd name="connsiteY80" fmla="*/ 2144806 h 3482342"/>
              <a:gd name="connsiteX81" fmla="*/ 5855337 w 12192000"/>
              <a:gd name="connsiteY81" fmla="*/ 2137719 h 3482342"/>
              <a:gd name="connsiteX82" fmla="*/ 5817682 w 12192000"/>
              <a:gd name="connsiteY82" fmla="*/ 2157358 h 3482342"/>
              <a:gd name="connsiteX83" fmla="*/ 5735300 w 12192000"/>
              <a:gd name="connsiteY83" fmla="*/ 2158902 h 3482342"/>
              <a:gd name="connsiteX84" fmla="*/ 5591469 w 12192000"/>
              <a:gd name="connsiteY84" fmla="*/ 2178389 h 3482342"/>
              <a:gd name="connsiteX85" fmla="*/ 5505818 w 12192000"/>
              <a:gd name="connsiteY85" fmla="*/ 2194207 h 3482342"/>
              <a:gd name="connsiteX86" fmla="*/ 5452860 w 12192000"/>
              <a:gd name="connsiteY86" fmla="*/ 2180085 h 3482342"/>
              <a:gd name="connsiteX87" fmla="*/ 5414282 w 12192000"/>
              <a:gd name="connsiteY87" fmla="*/ 2183070 h 3482342"/>
              <a:gd name="connsiteX88" fmla="*/ 5368369 w 12192000"/>
              <a:gd name="connsiteY88" fmla="*/ 2204272 h 3482342"/>
              <a:gd name="connsiteX89" fmla="*/ 5336354 w 12192000"/>
              <a:gd name="connsiteY89" fmla="*/ 2218920 h 3482342"/>
              <a:gd name="connsiteX90" fmla="*/ 5291263 w 12192000"/>
              <a:gd name="connsiteY90" fmla="*/ 2239182 h 3482342"/>
              <a:gd name="connsiteX91" fmla="*/ 5255152 w 12192000"/>
              <a:gd name="connsiteY91" fmla="*/ 2247164 h 3482342"/>
              <a:gd name="connsiteX92" fmla="*/ 5233796 w 12192000"/>
              <a:gd name="connsiteY92" fmla="*/ 2268260 h 3482342"/>
              <a:gd name="connsiteX93" fmla="*/ 5212786 w 12192000"/>
              <a:gd name="connsiteY93" fmla="*/ 2296592 h 3482342"/>
              <a:gd name="connsiteX94" fmla="*/ 5173523 w 12192000"/>
              <a:gd name="connsiteY94" fmla="*/ 2309057 h 3482342"/>
              <a:gd name="connsiteX95" fmla="*/ 5123830 w 12192000"/>
              <a:gd name="connsiteY95" fmla="*/ 2307070 h 3482342"/>
              <a:gd name="connsiteX96" fmla="*/ 5065426 w 12192000"/>
              <a:gd name="connsiteY96" fmla="*/ 2324076 h 3482342"/>
              <a:gd name="connsiteX97" fmla="*/ 4975908 w 12192000"/>
              <a:gd name="connsiteY97" fmla="*/ 2364128 h 3482342"/>
              <a:gd name="connsiteX98" fmla="*/ 4913723 w 12192000"/>
              <a:gd name="connsiteY98" fmla="*/ 2385265 h 3482342"/>
              <a:gd name="connsiteX99" fmla="*/ 4746485 w 12192000"/>
              <a:gd name="connsiteY99" fmla="*/ 2451769 h 3482342"/>
              <a:gd name="connsiteX100" fmla="*/ 4681588 w 12192000"/>
              <a:gd name="connsiteY100" fmla="*/ 2467494 h 3482342"/>
              <a:gd name="connsiteX101" fmla="*/ 1783655 w 12192000"/>
              <a:gd name="connsiteY101" fmla="*/ 3163860 h 3482342"/>
              <a:gd name="connsiteX102" fmla="*/ 1325955 w 12192000"/>
              <a:gd name="connsiteY102" fmla="*/ 3176692 h 3482342"/>
              <a:gd name="connsiteX103" fmla="*/ 1190384 w 12192000"/>
              <a:gd name="connsiteY103" fmla="*/ 3203504 h 3482342"/>
              <a:gd name="connsiteX104" fmla="*/ 1094537 w 12192000"/>
              <a:gd name="connsiteY104" fmla="*/ 3229469 h 3482342"/>
              <a:gd name="connsiteX105" fmla="*/ 779276 w 12192000"/>
              <a:gd name="connsiteY105" fmla="*/ 3327290 h 3482342"/>
              <a:gd name="connsiteX106" fmla="*/ 600378 w 12192000"/>
              <a:gd name="connsiteY106" fmla="*/ 3335250 h 3482342"/>
              <a:gd name="connsiteX107" fmla="*/ 493457 w 12192000"/>
              <a:gd name="connsiteY107" fmla="*/ 3365044 h 3482342"/>
              <a:gd name="connsiteX108" fmla="*/ 349402 w 12192000"/>
              <a:gd name="connsiteY108" fmla="*/ 3380897 h 3482342"/>
              <a:gd name="connsiteX109" fmla="*/ 192183 w 12192000"/>
              <a:gd name="connsiteY109" fmla="*/ 3460075 h 3482342"/>
              <a:gd name="connsiteX110" fmla="*/ 46713 w 12192000"/>
              <a:gd name="connsiteY110" fmla="*/ 3462986 h 3482342"/>
              <a:gd name="connsiteX111" fmla="*/ 2765 w 12192000"/>
              <a:gd name="connsiteY111" fmla="*/ 3480770 h 3482342"/>
              <a:gd name="connsiteX112" fmla="*/ 0 w 12192000"/>
              <a:gd name="connsiteY112" fmla="*/ 3482342 h 3482342"/>
              <a:gd name="connsiteX113" fmla="*/ 0 w 12192000"/>
              <a:gd name="connsiteY11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495949 w 12192000"/>
              <a:gd name="connsiteY50" fmla="*/ 1902425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41837 w 12192000"/>
              <a:gd name="connsiteY61" fmla="*/ 1840640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686657 w 12192000"/>
              <a:gd name="connsiteY67" fmla="*/ 1907344 h 3482342"/>
              <a:gd name="connsiteX68" fmla="*/ 6651330 w 12192000"/>
              <a:gd name="connsiteY68" fmla="*/ 1922921 h 3482342"/>
              <a:gd name="connsiteX69" fmla="*/ 6622958 w 12192000"/>
              <a:gd name="connsiteY69" fmla="*/ 1936255 h 3482342"/>
              <a:gd name="connsiteX70" fmla="*/ 6522602 w 12192000"/>
              <a:gd name="connsiteY70" fmla="*/ 1954133 h 3482342"/>
              <a:gd name="connsiteX71" fmla="*/ 6444344 w 12192000"/>
              <a:gd name="connsiteY71" fmla="*/ 1969663 h 3482342"/>
              <a:gd name="connsiteX72" fmla="*/ 6409626 w 12192000"/>
              <a:gd name="connsiteY72" fmla="*/ 1978846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87205 w 12192000"/>
              <a:gd name="connsiteY76" fmla="*/ 2060048 h 3482342"/>
              <a:gd name="connsiteX77" fmla="*/ 6138780 w 12192000"/>
              <a:gd name="connsiteY77" fmla="*/ 2081918 h 3482342"/>
              <a:gd name="connsiteX78" fmla="*/ 6120125 w 12192000"/>
              <a:gd name="connsiteY78" fmla="*/ 2109475 h 3482342"/>
              <a:gd name="connsiteX79" fmla="*/ 6056576 w 12192000"/>
              <a:gd name="connsiteY79" fmla="*/ 2120066 h 3482342"/>
              <a:gd name="connsiteX80" fmla="*/ 5993794 w 12192000"/>
              <a:gd name="connsiteY80" fmla="*/ 2122569 h 3482342"/>
              <a:gd name="connsiteX81" fmla="*/ 5943601 w 12192000"/>
              <a:gd name="connsiteY81" fmla="*/ 2137719 h 3482342"/>
              <a:gd name="connsiteX82" fmla="*/ 5898141 w 12192000"/>
              <a:gd name="connsiteY82" fmla="*/ 2144806 h 3482342"/>
              <a:gd name="connsiteX83" fmla="*/ 5855337 w 12192000"/>
              <a:gd name="connsiteY83" fmla="*/ 2137719 h 3482342"/>
              <a:gd name="connsiteX84" fmla="*/ 5817682 w 12192000"/>
              <a:gd name="connsiteY84" fmla="*/ 2157358 h 3482342"/>
              <a:gd name="connsiteX85" fmla="*/ 5735300 w 12192000"/>
              <a:gd name="connsiteY85" fmla="*/ 2158902 h 3482342"/>
              <a:gd name="connsiteX86" fmla="*/ 5591469 w 12192000"/>
              <a:gd name="connsiteY86" fmla="*/ 2178389 h 3482342"/>
              <a:gd name="connsiteX87" fmla="*/ 5505818 w 12192000"/>
              <a:gd name="connsiteY87" fmla="*/ 2194207 h 3482342"/>
              <a:gd name="connsiteX88" fmla="*/ 5452860 w 12192000"/>
              <a:gd name="connsiteY88" fmla="*/ 2180085 h 3482342"/>
              <a:gd name="connsiteX89" fmla="*/ 5414282 w 12192000"/>
              <a:gd name="connsiteY89" fmla="*/ 2183070 h 3482342"/>
              <a:gd name="connsiteX90" fmla="*/ 5368369 w 12192000"/>
              <a:gd name="connsiteY90" fmla="*/ 2204272 h 3482342"/>
              <a:gd name="connsiteX91" fmla="*/ 5336354 w 12192000"/>
              <a:gd name="connsiteY91" fmla="*/ 2218920 h 3482342"/>
              <a:gd name="connsiteX92" fmla="*/ 5291263 w 12192000"/>
              <a:gd name="connsiteY92" fmla="*/ 2239182 h 3482342"/>
              <a:gd name="connsiteX93" fmla="*/ 5255152 w 12192000"/>
              <a:gd name="connsiteY93" fmla="*/ 2247164 h 3482342"/>
              <a:gd name="connsiteX94" fmla="*/ 5233796 w 12192000"/>
              <a:gd name="connsiteY94" fmla="*/ 2268260 h 3482342"/>
              <a:gd name="connsiteX95" fmla="*/ 5212786 w 12192000"/>
              <a:gd name="connsiteY95" fmla="*/ 2296592 h 3482342"/>
              <a:gd name="connsiteX96" fmla="*/ 5173523 w 12192000"/>
              <a:gd name="connsiteY96" fmla="*/ 2309057 h 3482342"/>
              <a:gd name="connsiteX97" fmla="*/ 5123830 w 12192000"/>
              <a:gd name="connsiteY97" fmla="*/ 2307070 h 3482342"/>
              <a:gd name="connsiteX98" fmla="*/ 5065426 w 12192000"/>
              <a:gd name="connsiteY98" fmla="*/ 2324076 h 3482342"/>
              <a:gd name="connsiteX99" fmla="*/ 4975908 w 12192000"/>
              <a:gd name="connsiteY99" fmla="*/ 2364128 h 3482342"/>
              <a:gd name="connsiteX100" fmla="*/ 4913723 w 12192000"/>
              <a:gd name="connsiteY100" fmla="*/ 2385265 h 3482342"/>
              <a:gd name="connsiteX101" fmla="*/ 4746485 w 12192000"/>
              <a:gd name="connsiteY101" fmla="*/ 2451769 h 3482342"/>
              <a:gd name="connsiteX102" fmla="*/ 4681588 w 12192000"/>
              <a:gd name="connsiteY102" fmla="*/ 2467494 h 3482342"/>
              <a:gd name="connsiteX103" fmla="*/ 1783655 w 12192000"/>
              <a:gd name="connsiteY103" fmla="*/ 3163860 h 3482342"/>
              <a:gd name="connsiteX104" fmla="*/ 1325955 w 12192000"/>
              <a:gd name="connsiteY104" fmla="*/ 3176692 h 3482342"/>
              <a:gd name="connsiteX105" fmla="*/ 1190384 w 12192000"/>
              <a:gd name="connsiteY105" fmla="*/ 3203504 h 3482342"/>
              <a:gd name="connsiteX106" fmla="*/ 1094537 w 12192000"/>
              <a:gd name="connsiteY106" fmla="*/ 3229469 h 3482342"/>
              <a:gd name="connsiteX107" fmla="*/ 779276 w 12192000"/>
              <a:gd name="connsiteY107" fmla="*/ 3327290 h 3482342"/>
              <a:gd name="connsiteX108" fmla="*/ 600378 w 12192000"/>
              <a:gd name="connsiteY108" fmla="*/ 3335250 h 3482342"/>
              <a:gd name="connsiteX109" fmla="*/ 493457 w 12192000"/>
              <a:gd name="connsiteY109" fmla="*/ 3365044 h 3482342"/>
              <a:gd name="connsiteX110" fmla="*/ 349402 w 12192000"/>
              <a:gd name="connsiteY110" fmla="*/ 3380897 h 3482342"/>
              <a:gd name="connsiteX111" fmla="*/ 192183 w 12192000"/>
              <a:gd name="connsiteY111" fmla="*/ 3460075 h 3482342"/>
              <a:gd name="connsiteX112" fmla="*/ 46713 w 12192000"/>
              <a:gd name="connsiteY112" fmla="*/ 3462986 h 3482342"/>
              <a:gd name="connsiteX113" fmla="*/ 2765 w 12192000"/>
              <a:gd name="connsiteY113" fmla="*/ 3480770 h 3482342"/>
              <a:gd name="connsiteX114" fmla="*/ 0 w 12192000"/>
              <a:gd name="connsiteY114" fmla="*/ 3482342 h 3482342"/>
              <a:gd name="connsiteX115" fmla="*/ 0 w 12192000"/>
              <a:gd name="connsiteY11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495949 w 12192000"/>
              <a:gd name="connsiteY51" fmla="*/ 1902425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41837 w 12192000"/>
              <a:gd name="connsiteY62" fmla="*/ 1840640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686657 w 12192000"/>
              <a:gd name="connsiteY68" fmla="*/ 1907344 h 3482342"/>
              <a:gd name="connsiteX69" fmla="*/ 6651330 w 12192000"/>
              <a:gd name="connsiteY69" fmla="*/ 1922921 h 3482342"/>
              <a:gd name="connsiteX70" fmla="*/ 6622958 w 12192000"/>
              <a:gd name="connsiteY70" fmla="*/ 1936255 h 3482342"/>
              <a:gd name="connsiteX71" fmla="*/ 6522602 w 12192000"/>
              <a:gd name="connsiteY71" fmla="*/ 1954133 h 3482342"/>
              <a:gd name="connsiteX72" fmla="*/ 6444344 w 12192000"/>
              <a:gd name="connsiteY72" fmla="*/ 1969663 h 3482342"/>
              <a:gd name="connsiteX73" fmla="*/ 6409626 w 12192000"/>
              <a:gd name="connsiteY73" fmla="*/ 1978846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87205 w 12192000"/>
              <a:gd name="connsiteY77" fmla="*/ 2060048 h 3482342"/>
              <a:gd name="connsiteX78" fmla="*/ 6138780 w 12192000"/>
              <a:gd name="connsiteY78" fmla="*/ 2081918 h 3482342"/>
              <a:gd name="connsiteX79" fmla="*/ 6120125 w 12192000"/>
              <a:gd name="connsiteY79" fmla="*/ 2109475 h 3482342"/>
              <a:gd name="connsiteX80" fmla="*/ 6056576 w 12192000"/>
              <a:gd name="connsiteY80" fmla="*/ 2120066 h 3482342"/>
              <a:gd name="connsiteX81" fmla="*/ 5993794 w 12192000"/>
              <a:gd name="connsiteY81" fmla="*/ 2122569 h 3482342"/>
              <a:gd name="connsiteX82" fmla="*/ 5943601 w 12192000"/>
              <a:gd name="connsiteY82" fmla="*/ 2137719 h 3482342"/>
              <a:gd name="connsiteX83" fmla="*/ 5898141 w 12192000"/>
              <a:gd name="connsiteY83" fmla="*/ 2144806 h 3482342"/>
              <a:gd name="connsiteX84" fmla="*/ 5855337 w 12192000"/>
              <a:gd name="connsiteY84" fmla="*/ 2137719 h 3482342"/>
              <a:gd name="connsiteX85" fmla="*/ 5817682 w 12192000"/>
              <a:gd name="connsiteY85" fmla="*/ 2157358 h 3482342"/>
              <a:gd name="connsiteX86" fmla="*/ 5735300 w 12192000"/>
              <a:gd name="connsiteY86" fmla="*/ 2158902 h 3482342"/>
              <a:gd name="connsiteX87" fmla="*/ 5591469 w 12192000"/>
              <a:gd name="connsiteY87" fmla="*/ 2178389 h 3482342"/>
              <a:gd name="connsiteX88" fmla="*/ 5505818 w 12192000"/>
              <a:gd name="connsiteY88" fmla="*/ 2194207 h 3482342"/>
              <a:gd name="connsiteX89" fmla="*/ 5452860 w 12192000"/>
              <a:gd name="connsiteY89" fmla="*/ 2180085 h 3482342"/>
              <a:gd name="connsiteX90" fmla="*/ 5414282 w 12192000"/>
              <a:gd name="connsiteY90" fmla="*/ 2183070 h 3482342"/>
              <a:gd name="connsiteX91" fmla="*/ 5368369 w 12192000"/>
              <a:gd name="connsiteY91" fmla="*/ 2204272 h 3482342"/>
              <a:gd name="connsiteX92" fmla="*/ 5336354 w 12192000"/>
              <a:gd name="connsiteY92" fmla="*/ 2218920 h 3482342"/>
              <a:gd name="connsiteX93" fmla="*/ 5291263 w 12192000"/>
              <a:gd name="connsiteY93" fmla="*/ 2239182 h 3482342"/>
              <a:gd name="connsiteX94" fmla="*/ 5255152 w 12192000"/>
              <a:gd name="connsiteY94" fmla="*/ 2247164 h 3482342"/>
              <a:gd name="connsiteX95" fmla="*/ 5233796 w 12192000"/>
              <a:gd name="connsiteY95" fmla="*/ 2268260 h 3482342"/>
              <a:gd name="connsiteX96" fmla="*/ 5212786 w 12192000"/>
              <a:gd name="connsiteY96" fmla="*/ 2296592 h 3482342"/>
              <a:gd name="connsiteX97" fmla="*/ 5173523 w 12192000"/>
              <a:gd name="connsiteY97" fmla="*/ 2309057 h 3482342"/>
              <a:gd name="connsiteX98" fmla="*/ 5123830 w 12192000"/>
              <a:gd name="connsiteY98" fmla="*/ 2307070 h 3482342"/>
              <a:gd name="connsiteX99" fmla="*/ 5065426 w 12192000"/>
              <a:gd name="connsiteY99" fmla="*/ 2324076 h 3482342"/>
              <a:gd name="connsiteX100" fmla="*/ 4975908 w 12192000"/>
              <a:gd name="connsiteY100" fmla="*/ 2364128 h 3482342"/>
              <a:gd name="connsiteX101" fmla="*/ 4913723 w 12192000"/>
              <a:gd name="connsiteY101" fmla="*/ 2385265 h 3482342"/>
              <a:gd name="connsiteX102" fmla="*/ 4746485 w 12192000"/>
              <a:gd name="connsiteY102" fmla="*/ 2451769 h 3482342"/>
              <a:gd name="connsiteX103" fmla="*/ 4681588 w 12192000"/>
              <a:gd name="connsiteY103" fmla="*/ 2467494 h 3482342"/>
              <a:gd name="connsiteX104" fmla="*/ 1783655 w 12192000"/>
              <a:gd name="connsiteY104" fmla="*/ 3163860 h 3482342"/>
              <a:gd name="connsiteX105" fmla="*/ 1325955 w 12192000"/>
              <a:gd name="connsiteY105" fmla="*/ 3176692 h 3482342"/>
              <a:gd name="connsiteX106" fmla="*/ 1190384 w 12192000"/>
              <a:gd name="connsiteY106" fmla="*/ 3203504 h 3482342"/>
              <a:gd name="connsiteX107" fmla="*/ 1094537 w 12192000"/>
              <a:gd name="connsiteY107" fmla="*/ 3229469 h 3482342"/>
              <a:gd name="connsiteX108" fmla="*/ 779276 w 12192000"/>
              <a:gd name="connsiteY108" fmla="*/ 3327290 h 3482342"/>
              <a:gd name="connsiteX109" fmla="*/ 600378 w 12192000"/>
              <a:gd name="connsiteY109" fmla="*/ 3335250 h 3482342"/>
              <a:gd name="connsiteX110" fmla="*/ 493457 w 12192000"/>
              <a:gd name="connsiteY110" fmla="*/ 3365044 h 3482342"/>
              <a:gd name="connsiteX111" fmla="*/ 349402 w 12192000"/>
              <a:gd name="connsiteY111" fmla="*/ 3380897 h 3482342"/>
              <a:gd name="connsiteX112" fmla="*/ 192183 w 12192000"/>
              <a:gd name="connsiteY112" fmla="*/ 3460075 h 3482342"/>
              <a:gd name="connsiteX113" fmla="*/ 46713 w 12192000"/>
              <a:gd name="connsiteY113" fmla="*/ 3462986 h 3482342"/>
              <a:gd name="connsiteX114" fmla="*/ 2765 w 12192000"/>
              <a:gd name="connsiteY114" fmla="*/ 3480770 h 3482342"/>
              <a:gd name="connsiteX115" fmla="*/ 0 w 12192000"/>
              <a:gd name="connsiteY115" fmla="*/ 3482342 h 3482342"/>
              <a:gd name="connsiteX116" fmla="*/ 0 w 12192000"/>
              <a:gd name="connsiteY11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01385 w 12192000"/>
              <a:gd name="connsiteY34" fmla="*/ 1477515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75804 w 12192000"/>
              <a:gd name="connsiteY19" fmla="*/ 1067977 h 3482342"/>
              <a:gd name="connsiteX20" fmla="*/ 11120819 w 12192000"/>
              <a:gd name="connsiteY20" fmla="*/ 1126133 h 3482342"/>
              <a:gd name="connsiteX21" fmla="*/ 11028687 w 12192000"/>
              <a:gd name="connsiteY21" fmla="*/ 1199018 h 3482342"/>
              <a:gd name="connsiteX22" fmla="*/ 10960443 w 12192000"/>
              <a:gd name="connsiteY22" fmla="*/ 1244502 h 3482342"/>
              <a:gd name="connsiteX23" fmla="*/ 10850998 w 12192000"/>
              <a:gd name="connsiteY23" fmla="*/ 1269215 h 3482342"/>
              <a:gd name="connsiteX24" fmla="*/ 10815658 w 12192000"/>
              <a:gd name="connsiteY24" fmla="*/ 1287849 h 3482342"/>
              <a:gd name="connsiteX25" fmla="*/ 10679906 w 12192000"/>
              <a:gd name="connsiteY25" fmla="*/ 1324988 h 3482342"/>
              <a:gd name="connsiteX26" fmla="*/ 10636304 w 12192000"/>
              <a:gd name="connsiteY26" fmla="*/ 1317928 h 3482342"/>
              <a:gd name="connsiteX27" fmla="*/ 10603863 w 12192000"/>
              <a:gd name="connsiteY27" fmla="*/ 1346886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314361 w 12192000"/>
              <a:gd name="connsiteY33" fmla="*/ 1466924 h 3482342"/>
              <a:gd name="connsiteX34" fmla="*/ 10264922 w 12192000"/>
              <a:gd name="connsiteY34" fmla="*/ 1472107 h 3482342"/>
              <a:gd name="connsiteX35" fmla="*/ 10201385 w 12192000"/>
              <a:gd name="connsiteY35" fmla="*/ 1477515 h 3482342"/>
              <a:gd name="connsiteX36" fmla="*/ 10120184 w 12192000"/>
              <a:gd name="connsiteY36" fmla="*/ 1466924 h 3482342"/>
              <a:gd name="connsiteX37" fmla="*/ 10058690 w 12192000"/>
              <a:gd name="connsiteY37" fmla="*/ 1474888 h 3482342"/>
              <a:gd name="connsiteX38" fmla="*/ 10004424 w 12192000"/>
              <a:gd name="connsiteY38" fmla="*/ 1489801 h 3482342"/>
              <a:gd name="connsiteX39" fmla="*/ 9999951 w 12192000"/>
              <a:gd name="connsiteY39" fmla="*/ 1499127 h 3482342"/>
              <a:gd name="connsiteX40" fmla="*/ 9845462 w 12192000"/>
              <a:gd name="connsiteY40" fmla="*/ 1548192 h 3482342"/>
              <a:gd name="connsiteX41" fmla="*/ 9736156 w 12192000"/>
              <a:gd name="connsiteY41" fmla="*/ 1581928 h 3482342"/>
              <a:gd name="connsiteX42" fmla="*/ 9693355 w 12192000"/>
              <a:gd name="connsiteY42" fmla="*/ 1602632 h 3482342"/>
              <a:gd name="connsiteX43" fmla="*/ 9664242 w 12192000"/>
              <a:gd name="connsiteY43" fmla="*/ 1622075 h 3482342"/>
              <a:gd name="connsiteX44" fmla="*/ 9579195 w 12192000"/>
              <a:gd name="connsiteY44" fmla="*/ 1648017 h 3482342"/>
              <a:gd name="connsiteX45" fmla="*/ 9433652 w 12192000"/>
              <a:gd name="connsiteY45" fmla="*/ 1681174 h 3482342"/>
              <a:gd name="connsiteX46" fmla="*/ 9403775 w 12192000"/>
              <a:gd name="connsiteY46" fmla="*/ 1690403 h 3482342"/>
              <a:gd name="connsiteX47" fmla="*/ 9382503 w 12192000"/>
              <a:gd name="connsiteY47" fmla="*/ 1706957 h 3482342"/>
              <a:gd name="connsiteX48" fmla="*/ 9381410 w 12192000"/>
              <a:gd name="connsiteY48" fmla="*/ 1718312 h 3482342"/>
              <a:gd name="connsiteX49" fmla="*/ 9365685 w 12192000"/>
              <a:gd name="connsiteY49" fmla="*/ 1724772 h 3482342"/>
              <a:gd name="connsiteX50" fmla="*/ 9278020 w 12192000"/>
              <a:gd name="connsiteY50" fmla="*/ 1741161 h 3482342"/>
              <a:gd name="connsiteX51" fmla="*/ 9217145 w 12192000"/>
              <a:gd name="connsiteY51" fmla="*/ 1771195 h 3482342"/>
              <a:gd name="connsiteX52" fmla="*/ 8955875 w 12192000"/>
              <a:gd name="connsiteY52" fmla="*/ 1796806 h 3482342"/>
              <a:gd name="connsiteX53" fmla="*/ 8648415 w 12192000"/>
              <a:gd name="connsiteY53" fmla="*/ 1878623 h 3482342"/>
              <a:gd name="connsiteX54" fmla="*/ 8495949 w 12192000"/>
              <a:gd name="connsiteY54" fmla="*/ 1902425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41837 w 12192000"/>
              <a:gd name="connsiteY65" fmla="*/ 1840640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686657 w 12192000"/>
              <a:gd name="connsiteY71" fmla="*/ 1907344 h 3482342"/>
              <a:gd name="connsiteX72" fmla="*/ 6651330 w 12192000"/>
              <a:gd name="connsiteY72" fmla="*/ 1922921 h 3482342"/>
              <a:gd name="connsiteX73" fmla="*/ 6622958 w 12192000"/>
              <a:gd name="connsiteY73" fmla="*/ 1936255 h 3482342"/>
              <a:gd name="connsiteX74" fmla="*/ 6522602 w 12192000"/>
              <a:gd name="connsiteY74" fmla="*/ 1954133 h 3482342"/>
              <a:gd name="connsiteX75" fmla="*/ 6444344 w 12192000"/>
              <a:gd name="connsiteY75" fmla="*/ 1969663 h 3482342"/>
              <a:gd name="connsiteX76" fmla="*/ 6409626 w 12192000"/>
              <a:gd name="connsiteY76" fmla="*/ 1978846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87205 w 12192000"/>
              <a:gd name="connsiteY80" fmla="*/ 2060048 h 3482342"/>
              <a:gd name="connsiteX81" fmla="*/ 6138780 w 12192000"/>
              <a:gd name="connsiteY81" fmla="*/ 2081918 h 3482342"/>
              <a:gd name="connsiteX82" fmla="*/ 6120125 w 12192000"/>
              <a:gd name="connsiteY82" fmla="*/ 2109475 h 3482342"/>
              <a:gd name="connsiteX83" fmla="*/ 6056576 w 12192000"/>
              <a:gd name="connsiteY83" fmla="*/ 2120066 h 3482342"/>
              <a:gd name="connsiteX84" fmla="*/ 5993794 w 12192000"/>
              <a:gd name="connsiteY84" fmla="*/ 2122569 h 3482342"/>
              <a:gd name="connsiteX85" fmla="*/ 5943601 w 12192000"/>
              <a:gd name="connsiteY85" fmla="*/ 2137719 h 3482342"/>
              <a:gd name="connsiteX86" fmla="*/ 5898141 w 12192000"/>
              <a:gd name="connsiteY86" fmla="*/ 2144806 h 3482342"/>
              <a:gd name="connsiteX87" fmla="*/ 5855337 w 12192000"/>
              <a:gd name="connsiteY87" fmla="*/ 2137719 h 3482342"/>
              <a:gd name="connsiteX88" fmla="*/ 5817682 w 12192000"/>
              <a:gd name="connsiteY88" fmla="*/ 2157358 h 3482342"/>
              <a:gd name="connsiteX89" fmla="*/ 5735300 w 12192000"/>
              <a:gd name="connsiteY89" fmla="*/ 2158902 h 3482342"/>
              <a:gd name="connsiteX90" fmla="*/ 5591469 w 12192000"/>
              <a:gd name="connsiteY90" fmla="*/ 2178389 h 3482342"/>
              <a:gd name="connsiteX91" fmla="*/ 5505818 w 12192000"/>
              <a:gd name="connsiteY91" fmla="*/ 2194207 h 3482342"/>
              <a:gd name="connsiteX92" fmla="*/ 5452860 w 12192000"/>
              <a:gd name="connsiteY92" fmla="*/ 2180085 h 3482342"/>
              <a:gd name="connsiteX93" fmla="*/ 5414282 w 12192000"/>
              <a:gd name="connsiteY93" fmla="*/ 2183070 h 3482342"/>
              <a:gd name="connsiteX94" fmla="*/ 5368369 w 12192000"/>
              <a:gd name="connsiteY94" fmla="*/ 2204272 h 3482342"/>
              <a:gd name="connsiteX95" fmla="*/ 5336354 w 12192000"/>
              <a:gd name="connsiteY95" fmla="*/ 2218920 h 3482342"/>
              <a:gd name="connsiteX96" fmla="*/ 5291263 w 12192000"/>
              <a:gd name="connsiteY96" fmla="*/ 2239182 h 3482342"/>
              <a:gd name="connsiteX97" fmla="*/ 5255152 w 12192000"/>
              <a:gd name="connsiteY97" fmla="*/ 2247164 h 3482342"/>
              <a:gd name="connsiteX98" fmla="*/ 5233796 w 12192000"/>
              <a:gd name="connsiteY98" fmla="*/ 2268260 h 3482342"/>
              <a:gd name="connsiteX99" fmla="*/ 5212786 w 12192000"/>
              <a:gd name="connsiteY99" fmla="*/ 2296592 h 3482342"/>
              <a:gd name="connsiteX100" fmla="*/ 5173523 w 12192000"/>
              <a:gd name="connsiteY100" fmla="*/ 2309057 h 3482342"/>
              <a:gd name="connsiteX101" fmla="*/ 5123830 w 12192000"/>
              <a:gd name="connsiteY101" fmla="*/ 2307070 h 3482342"/>
              <a:gd name="connsiteX102" fmla="*/ 5065426 w 12192000"/>
              <a:gd name="connsiteY102" fmla="*/ 2324076 h 3482342"/>
              <a:gd name="connsiteX103" fmla="*/ 4975908 w 12192000"/>
              <a:gd name="connsiteY103" fmla="*/ 2364128 h 3482342"/>
              <a:gd name="connsiteX104" fmla="*/ 4913723 w 12192000"/>
              <a:gd name="connsiteY104" fmla="*/ 2385265 h 3482342"/>
              <a:gd name="connsiteX105" fmla="*/ 4746485 w 12192000"/>
              <a:gd name="connsiteY105" fmla="*/ 2451769 h 3482342"/>
              <a:gd name="connsiteX106" fmla="*/ 4681588 w 12192000"/>
              <a:gd name="connsiteY106" fmla="*/ 2467494 h 3482342"/>
              <a:gd name="connsiteX107" fmla="*/ 1783655 w 12192000"/>
              <a:gd name="connsiteY107" fmla="*/ 3163860 h 3482342"/>
              <a:gd name="connsiteX108" fmla="*/ 1325955 w 12192000"/>
              <a:gd name="connsiteY108" fmla="*/ 3176692 h 3482342"/>
              <a:gd name="connsiteX109" fmla="*/ 1190384 w 12192000"/>
              <a:gd name="connsiteY109" fmla="*/ 3203504 h 3482342"/>
              <a:gd name="connsiteX110" fmla="*/ 1094537 w 12192000"/>
              <a:gd name="connsiteY110" fmla="*/ 3229469 h 3482342"/>
              <a:gd name="connsiteX111" fmla="*/ 779276 w 12192000"/>
              <a:gd name="connsiteY111" fmla="*/ 3327290 h 3482342"/>
              <a:gd name="connsiteX112" fmla="*/ 600378 w 12192000"/>
              <a:gd name="connsiteY112" fmla="*/ 3335250 h 3482342"/>
              <a:gd name="connsiteX113" fmla="*/ 493457 w 12192000"/>
              <a:gd name="connsiteY113" fmla="*/ 3365044 h 3482342"/>
              <a:gd name="connsiteX114" fmla="*/ 349402 w 12192000"/>
              <a:gd name="connsiteY114" fmla="*/ 3380897 h 3482342"/>
              <a:gd name="connsiteX115" fmla="*/ 192183 w 12192000"/>
              <a:gd name="connsiteY115" fmla="*/ 3460075 h 3482342"/>
              <a:gd name="connsiteX116" fmla="*/ 46713 w 12192000"/>
              <a:gd name="connsiteY116" fmla="*/ 3462986 h 3482342"/>
              <a:gd name="connsiteX117" fmla="*/ 2765 w 12192000"/>
              <a:gd name="connsiteY117" fmla="*/ 3480770 h 3482342"/>
              <a:gd name="connsiteX118" fmla="*/ 0 w 12192000"/>
              <a:gd name="connsiteY118" fmla="*/ 3482342 h 3482342"/>
              <a:gd name="connsiteX119" fmla="*/ 0 w 12192000"/>
              <a:gd name="connsiteY11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6987 w 12192000"/>
              <a:gd name="connsiteY18" fmla="*/ 1000897 h 3482342"/>
              <a:gd name="connsiteX19" fmla="*/ 11193568 w 12192000"/>
              <a:gd name="connsiteY19" fmla="*/ 1039464 h 3482342"/>
              <a:gd name="connsiteX20" fmla="*/ 11175804 w 12192000"/>
              <a:gd name="connsiteY20" fmla="*/ 1067977 h 3482342"/>
              <a:gd name="connsiteX21" fmla="*/ 11120819 w 12192000"/>
              <a:gd name="connsiteY21" fmla="*/ 1126133 h 3482342"/>
              <a:gd name="connsiteX22" fmla="*/ 11028687 w 12192000"/>
              <a:gd name="connsiteY22" fmla="*/ 1199018 h 3482342"/>
              <a:gd name="connsiteX23" fmla="*/ 10960443 w 12192000"/>
              <a:gd name="connsiteY23" fmla="*/ 1244502 h 3482342"/>
              <a:gd name="connsiteX24" fmla="*/ 10850998 w 12192000"/>
              <a:gd name="connsiteY24" fmla="*/ 1269215 h 3482342"/>
              <a:gd name="connsiteX25" fmla="*/ 10815658 w 12192000"/>
              <a:gd name="connsiteY25" fmla="*/ 1287849 h 3482342"/>
              <a:gd name="connsiteX26" fmla="*/ 10679906 w 12192000"/>
              <a:gd name="connsiteY26" fmla="*/ 1324988 h 3482342"/>
              <a:gd name="connsiteX27" fmla="*/ 10636304 w 12192000"/>
              <a:gd name="connsiteY27" fmla="*/ 1317928 h 3482342"/>
              <a:gd name="connsiteX28" fmla="*/ 10603863 w 12192000"/>
              <a:gd name="connsiteY28" fmla="*/ 1346886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314361 w 12192000"/>
              <a:gd name="connsiteY34" fmla="*/ 1466924 h 3482342"/>
              <a:gd name="connsiteX35" fmla="*/ 10264922 w 12192000"/>
              <a:gd name="connsiteY35" fmla="*/ 1472107 h 3482342"/>
              <a:gd name="connsiteX36" fmla="*/ 10201385 w 12192000"/>
              <a:gd name="connsiteY36" fmla="*/ 1477515 h 3482342"/>
              <a:gd name="connsiteX37" fmla="*/ 10120184 w 12192000"/>
              <a:gd name="connsiteY37" fmla="*/ 1466924 h 3482342"/>
              <a:gd name="connsiteX38" fmla="*/ 10058690 w 12192000"/>
              <a:gd name="connsiteY38" fmla="*/ 1474888 h 3482342"/>
              <a:gd name="connsiteX39" fmla="*/ 10004424 w 12192000"/>
              <a:gd name="connsiteY39" fmla="*/ 1489801 h 3482342"/>
              <a:gd name="connsiteX40" fmla="*/ 9999951 w 12192000"/>
              <a:gd name="connsiteY40" fmla="*/ 1499127 h 3482342"/>
              <a:gd name="connsiteX41" fmla="*/ 9845462 w 12192000"/>
              <a:gd name="connsiteY41" fmla="*/ 1548192 h 3482342"/>
              <a:gd name="connsiteX42" fmla="*/ 9736156 w 12192000"/>
              <a:gd name="connsiteY42" fmla="*/ 1581928 h 3482342"/>
              <a:gd name="connsiteX43" fmla="*/ 9693355 w 12192000"/>
              <a:gd name="connsiteY43" fmla="*/ 1602632 h 3482342"/>
              <a:gd name="connsiteX44" fmla="*/ 9664242 w 12192000"/>
              <a:gd name="connsiteY44" fmla="*/ 1622075 h 3482342"/>
              <a:gd name="connsiteX45" fmla="*/ 9579195 w 12192000"/>
              <a:gd name="connsiteY45" fmla="*/ 1648017 h 3482342"/>
              <a:gd name="connsiteX46" fmla="*/ 9433652 w 12192000"/>
              <a:gd name="connsiteY46" fmla="*/ 1681174 h 3482342"/>
              <a:gd name="connsiteX47" fmla="*/ 9403775 w 12192000"/>
              <a:gd name="connsiteY47" fmla="*/ 1690403 h 3482342"/>
              <a:gd name="connsiteX48" fmla="*/ 9382503 w 12192000"/>
              <a:gd name="connsiteY48" fmla="*/ 1706957 h 3482342"/>
              <a:gd name="connsiteX49" fmla="*/ 9381410 w 12192000"/>
              <a:gd name="connsiteY49" fmla="*/ 1718312 h 3482342"/>
              <a:gd name="connsiteX50" fmla="*/ 9365685 w 12192000"/>
              <a:gd name="connsiteY50" fmla="*/ 1724772 h 3482342"/>
              <a:gd name="connsiteX51" fmla="*/ 9278020 w 12192000"/>
              <a:gd name="connsiteY51" fmla="*/ 1741161 h 3482342"/>
              <a:gd name="connsiteX52" fmla="*/ 9217145 w 12192000"/>
              <a:gd name="connsiteY52" fmla="*/ 1771195 h 3482342"/>
              <a:gd name="connsiteX53" fmla="*/ 8955875 w 12192000"/>
              <a:gd name="connsiteY53" fmla="*/ 1796806 h 3482342"/>
              <a:gd name="connsiteX54" fmla="*/ 8648415 w 12192000"/>
              <a:gd name="connsiteY54" fmla="*/ 1878623 h 3482342"/>
              <a:gd name="connsiteX55" fmla="*/ 8495949 w 12192000"/>
              <a:gd name="connsiteY55" fmla="*/ 1902425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41837 w 12192000"/>
              <a:gd name="connsiteY66" fmla="*/ 1840640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686657 w 12192000"/>
              <a:gd name="connsiteY72" fmla="*/ 1907344 h 3482342"/>
              <a:gd name="connsiteX73" fmla="*/ 6651330 w 12192000"/>
              <a:gd name="connsiteY73" fmla="*/ 1922921 h 3482342"/>
              <a:gd name="connsiteX74" fmla="*/ 6622958 w 12192000"/>
              <a:gd name="connsiteY74" fmla="*/ 1936255 h 3482342"/>
              <a:gd name="connsiteX75" fmla="*/ 6522602 w 12192000"/>
              <a:gd name="connsiteY75" fmla="*/ 1954133 h 3482342"/>
              <a:gd name="connsiteX76" fmla="*/ 6444344 w 12192000"/>
              <a:gd name="connsiteY76" fmla="*/ 1969663 h 3482342"/>
              <a:gd name="connsiteX77" fmla="*/ 6409626 w 12192000"/>
              <a:gd name="connsiteY77" fmla="*/ 1978846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87205 w 12192000"/>
              <a:gd name="connsiteY81" fmla="*/ 2060048 h 3482342"/>
              <a:gd name="connsiteX82" fmla="*/ 6138780 w 12192000"/>
              <a:gd name="connsiteY82" fmla="*/ 2081918 h 3482342"/>
              <a:gd name="connsiteX83" fmla="*/ 6120125 w 12192000"/>
              <a:gd name="connsiteY83" fmla="*/ 2109475 h 3482342"/>
              <a:gd name="connsiteX84" fmla="*/ 6056576 w 12192000"/>
              <a:gd name="connsiteY84" fmla="*/ 2120066 h 3482342"/>
              <a:gd name="connsiteX85" fmla="*/ 5993794 w 12192000"/>
              <a:gd name="connsiteY85" fmla="*/ 2122569 h 3482342"/>
              <a:gd name="connsiteX86" fmla="*/ 5943601 w 12192000"/>
              <a:gd name="connsiteY86" fmla="*/ 2137719 h 3482342"/>
              <a:gd name="connsiteX87" fmla="*/ 5898141 w 12192000"/>
              <a:gd name="connsiteY87" fmla="*/ 2144806 h 3482342"/>
              <a:gd name="connsiteX88" fmla="*/ 5855337 w 12192000"/>
              <a:gd name="connsiteY88" fmla="*/ 2137719 h 3482342"/>
              <a:gd name="connsiteX89" fmla="*/ 5817682 w 12192000"/>
              <a:gd name="connsiteY89" fmla="*/ 2157358 h 3482342"/>
              <a:gd name="connsiteX90" fmla="*/ 5735300 w 12192000"/>
              <a:gd name="connsiteY90" fmla="*/ 2158902 h 3482342"/>
              <a:gd name="connsiteX91" fmla="*/ 5591469 w 12192000"/>
              <a:gd name="connsiteY91" fmla="*/ 2178389 h 3482342"/>
              <a:gd name="connsiteX92" fmla="*/ 5505818 w 12192000"/>
              <a:gd name="connsiteY92" fmla="*/ 2194207 h 3482342"/>
              <a:gd name="connsiteX93" fmla="*/ 5452860 w 12192000"/>
              <a:gd name="connsiteY93" fmla="*/ 2180085 h 3482342"/>
              <a:gd name="connsiteX94" fmla="*/ 5414282 w 12192000"/>
              <a:gd name="connsiteY94" fmla="*/ 2183070 h 3482342"/>
              <a:gd name="connsiteX95" fmla="*/ 5368369 w 12192000"/>
              <a:gd name="connsiteY95" fmla="*/ 2204272 h 3482342"/>
              <a:gd name="connsiteX96" fmla="*/ 5336354 w 12192000"/>
              <a:gd name="connsiteY96" fmla="*/ 2218920 h 3482342"/>
              <a:gd name="connsiteX97" fmla="*/ 5291263 w 12192000"/>
              <a:gd name="connsiteY97" fmla="*/ 2239182 h 3482342"/>
              <a:gd name="connsiteX98" fmla="*/ 5255152 w 12192000"/>
              <a:gd name="connsiteY98" fmla="*/ 2247164 h 3482342"/>
              <a:gd name="connsiteX99" fmla="*/ 5233796 w 12192000"/>
              <a:gd name="connsiteY99" fmla="*/ 2268260 h 3482342"/>
              <a:gd name="connsiteX100" fmla="*/ 5212786 w 12192000"/>
              <a:gd name="connsiteY100" fmla="*/ 2296592 h 3482342"/>
              <a:gd name="connsiteX101" fmla="*/ 5173523 w 12192000"/>
              <a:gd name="connsiteY101" fmla="*/ 2309057 h 3482342"/>
              <a:gd name="connsiteX102" fmla="*/ 5123830 w 12192000"/>
              <a:gd name="connsiteY102" fmla="*/ 2307070 h 3482342"/>
              <a:gd name="connsiteX103" fmla="*/ 5065426 w 12192000"/>
              <a:gd name="connsiteY103" fmla="*/ 2324076 h 3482342"/>
              <a:gd name="connsiteX104" fmla="*/ 4975908 w 12192000"/>
              <a:gd name="connsiteY104" fmla="*/ 2364128 h 3482342"/>
              <a:gd name="connsiteX105" fmla="*/ 4913723 w 12192000"/>
              <a:gd name="connsiteY105" fmla="*/ 2385265 h 3482342"/>
              <a:gd name="connsiteX106" fmla="*/ 4746485 w 12192000"/>
              <a:gd name="connsiteY106" fmla="*/ 2451769 h 3482342"/>
              <a:gd name="connsiteX107" fmla="*/ 4681588 w 12192000"/>
              <a:gd name="connsiteY107" fmla="*/ 2467494 h 3482342"/>
              <a:gd name="connsiteX108" fmla="*/ 1783655 w 12192000"/>
              <a:gd name="connsiteY108" fmla="*/ 3163860 h 3482342"/>
              <a:gd name="connsiteX109" fmla="*/ 1325955 w 12192000"/>
              <a:gd name="connsiteY109" fmla="*/ 3176692 h 3482342"/>
              <a:gd name="connsiteX110" fmla="*/ 1190384 w 12192000"/>
              <a:gd name="connsiteY110" fmla="*/ 3203504 h 3482342"/>
              <a:gd name="connsiteX111" fmla="*/ 1094537 w 12192000"/>
              <a:gd name="connsiteY111" fmla="*/ 3229469 h 3482342"/>
              <a:gd name="connsiteX112" fmla="*/ 779276 w 12192000"/>
              <a:gd name="connsiteY112" fmla="*/ 3327290 h 3482342"/>
              <a:gd name="connsiteX113" fmla="*/ 600378 w 12192000"/>
              <a:gd name="connsiteY113" fmla="*/ 3335250 h 3482342"/>
              <a:gd name="connsiteX114" fmla="*/ 493457 w 12192000"/>
              <a:gd name="connsiteY114" fmla="*/ 3365044 h 3482342"/>
              <a:gd name="connsiteX115" fmla="*/ 349402 w 12192000"/>
              <a:gd name="connsiteY115" fmla="*/ 3380897 h 3482342"/>
              <a:gd name="connsiteX116" fmla="*/ 192183 w 12192000"/>
              <a:gd name="connsiteY116" fmla="*/ 3460075 h 3482342"/>
              <a:gd name="connsiteX117" fmla="*/ 46713 w 12192000"/>
              <a:gd name="connsiteY117" fmla="*/ 3462986 h 3482342"/>
              <a:gd name="connsiteX118" fmla="*/ 2765 w 12192000"/>
              <a:gd name="connsiteY118" fmla="*/ 3480770 h 3482342"/>
              <a:gd name="connsiteX119" fmla="*/ 0 w 12192000"/>
              <a:gd name="connsiteY119" fmla="*/ 3482342 h 3482342"/>
              <a:gd name="connsiteX120" fmla="*/ 0 w 12192000"/>
              <a:gd name="connsiteY12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24988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9834 w 12192000"/>
              <a:gd name="connsiteY30" fmla="*/ 1324989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723900 w 12192000"/>
              <a:gd name="connsiteY29" fmla="*/ 1318642 h 3482342"/>
              <a:gd name="connsiteX30" fmla="*/ 10679906 w 12192000"/>
              <a:gd name="connsiteY30" fmla="*/ 1332049 h 3482342"/>
              <a:gd name="connsiteX31" fmla="*/ 10639834 w 12192000"/>
              <a:gd name="connsiteY31" fmla="*/ 1324989 h 3482342"/>
              <a:gd name="connsiteX32" fmla="*/ 10603863 w 12192000"/>
              <a:gd name="connsiteY32" fmla="*/ 1346886 h 3482342"/>
              <a:gd name="connsiteX33" fmla="*/ 10573203 w 12192000"/>
              <a:gd name="connsiteY33" fmla="*/ 1351996 h 3482342"/>
              <a:gd name="connsiteX34" fmla="*/ 10513263 w 12192000"/>
              <a:gd name="connsiteY34" fmla="*/ 1350756 h 3482342"/>
              <a:gd name="connsiteX35" fmla="*/ 10464012 w 12192000"/>
              <a:gd name="connsiteY35" fmla="*/ 1391778 h 3482342"/>
              <a:gd name="connsiteX36" fmla="*/ 10405409 w 12192000"/>
              <a:gd name="connsiteY36" fmla="*/ 1422789 h 3482342"/>
              <a:gd name="connsiteX37" fmla="*/ 10370530 w 12192000"/>
              <a:gd name="connsiteY37" fmla="*/ 1441596 h 3482342"/>
              <a:gd name="connsiteX38" fmla="*/ 10314361 w 12192000"/>
              <a:gd name="connsiteY38" fmla="*/ 1466924 h 3482342"/>
              <a:gd name="connsiteX39" fmla="*/ 10264922 w 12192000"/>
              <a:gd name="connsiteY39" fmla="*/ 1472107 h 3482342"/>
              <a:gd name="connsiteX40" fmla="*/ 10201385 w 12192000"/>
              <a:gd name="connsiteY40" fmla="*/ 1477515 h 3482342"/>
              <a:gd name="connsiteX41" fmla="*/ 10120184 w 12192000"/>
              <a:gd name="connsiteY41" fmla="*/ 1466924 h 3482342"/>
              <a:gd name="connsiteX42" fmla="*/ 10058690 w 12192000"/>
              <a:gd name="connsiteY42" fmla="*/ 1474888 h 3482342"/>
              <a:gd name="connsiteX43" fmla="*/ 10004424 w 12192000"/>
              <a:gd name="connsiteY43" fmla="*/ 1489801 h 3482342"/>
              <a:gd name="connsiteX44" fmla="*/ 9999951 w 12192000"/>
              <a:gd name="connsiteY44" fmla="*/ 1499127 h 3482342"/>
              <a:gd name="connsiteX45" fmla="*/ 9845462 w 12192000"/>
              <a:gd name="connsiteY45" fmla="*/ 1548192 h 3482342"/>
              <a:gd name="connsiteX46" fmla="*/ 9736156 w 12192000"/>
              <a:gd name="connsiteY46" fmla="*/ 1581928 h 3482342"/>
              <a:gd name="connsiteX47" fmla="*/ 9693355 w 12192000"/>
              <a:gd name="connsiteY47" fmla="*/ 1602632 h 3482342"/>
              <a:gd name="connsiteX48" fmla="*/ 9664242 w 12192000"/>
              <a:gd name="connsiteY48" fmla="*/ 1622075 h 3482342"/>
              <a:gd name="connsiteX49" fmla="*/ 9579195 w 12192000"/>
              <a:gd name="connsiteY49" fmla="*/ 1648017 h 3482342"/>
              <a:gd name="connsiteX50" fmla="*/ 9433652 w 12192000"/>
              <a:gd name="connsiteY50" fmla="*/ 1681174 h 3482342"/>
              <a:gd name="connsiteX51" fmla="*/ 9403775 w 12192000"/>
              <a:gd name="connsiteY51" fmla="*/ 1690403 h 3482342"/>
              <a:gd name="connsiteX52" fmla="*/ 9382503 w 12192000"/>
              <a:gd name="connsiteY52" fmla="*/ 1706957 h 3482342"/>
              <a:gd name="connsiteX53" fmla="*/ 9381410 w 12192000"/>
              <a:gd name="connsiteY53" fmla="*/ 1718312 h 3482342"/>
              <a:gd name="connsiteX54" fmla="*/ 9365685 w 12192000"/>
              <a:gd name="connsiteY54" fmla="*/ 1724772 h 3482342"/>
              <a:gd name="connsiteX55" fmla="*/ 9278020 w 12192000"/>
              <a:gd name="connsiteY55" fmla="*/ 1741161 h 3482342"/>
              <a:gd name="connsiteX56" fmla="*/ 9217145 w 12192000"/>
              <a:gd name="connsiteY56" fmla="*/ 1771195 h 3482342"/>
              <a:gd name="connsiteX57" fmla="*/ 8955875 w 12192000"/>
              <a:gd name="connsiteY57" fmla="*/ 1796806 h 3482342"/>
              <a:gd name="connsiteX58" fmla="*/ 8648415 w 12192000"/>
              <a:gd name="connsiteY58" fmla="*/ 1878623 h 3482342"/>
              <a:gd name="connsiteX59" fmla="*/ 8495949 w 12192000"/>
              <a:gd name="connsiteY59" fmla="*/ 1902425 h 3482342"/>
              <a:gd name="connsiteX60" fmla="*/ 8236214 w 12192000"/>
              <a:gd name="connsiteY60" fmla="*/ 190972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41837 w 12192000"/>
              <a:gd name="connsiteY70" fmla="*/ 1840640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686657 w 12192000"/>
              <a:gd name="connsiteY76" fmla="*/ 1907344 h 3482342"/>
              <a:gd name="connsiteX77" fmla="*/ 6651330 w 12192000"/>
              <a:gd name="connsiteY77" fmla="*/ 1922921 h 3482342"/>
              <a:gd name="connsiteX78" fmla="*/ 6622958 w 12192000"/>
              <a:gd name="connsiteY78" fmla="*/ 1936255 h 3482342"/>
              <a:gd name="connsiteX79" fmla="*/ 6522602 w 12192000"/>
              <a:gd name="connsiteY79" fmla="*/ 1954133 h 3482342"/>
              <a:gd name="connsiteX80" fmla="*/ 6444344 w 12192000"/>
              <a:gd name="connsiteY80" fmla="*/ 1969663 h 3482342"/>
              <a:gd name="connsiteX81" fmla="*/ 6409626 w 12192000"/>
              <a:gd name="connsiteY81" fmla="*/ 1978846 h 3482342"/>
              <a:gd name="connsiteX82" fmla="*/ 6333446 w 12192000"/>
              <a:gd name="connsiteY82" fmla="*/ 1997163 h 3482342"/>
              <a:gd name="connsiteX83" fmla="*/ 6294933 w 12192000"/>
              <a:gd name="connsiteY83" fmla="*/ 2019412 h 3482342"/>
              <a:gd name="connsiteX84" fmla="*/ 6238719 w 12192000"/>
              <a:gd name="connsiteY84" fmla="*/ 2042547 h 3482342"/>
              <a:gd name="connsiteX85" fmla="*/ 6187205 w 12192000"/>
              <a:gd name="connsiteY85" fmla="*/ 2060048 h 3482342"/>
              <a:gd name="connsiteX86" fmla="*/ 6138780 w 12192000"/>
              <a:gd name="connsiteY86" fmla="*/ 2081918 h 3482342"/>
              <a:gd name="connsiteX87" fmla="*/ 6120125 w 12192000"/>
              <a:gd name="connsiteY87" fmla="*/ 2109475 h 3482342"/>
              <a:gd name="connsiteX88" fmla="*/ 6056576 w 12192000"/>
              <a:gd name="connsiteY88" fmla="*/ 2120066 h 3482342"/>
              <a:gd name="connsiteX89" fmla="*/ 5993794 w 12192000"/>
              <a:gd name="connsiteY89" fmla="*/ 2122569 h 3482342"/>
              <a:gd name="connsiteX90" fmla="*/ 5943601 w 12192000"/>
              <a:gd name="connsiteY90" fmla="*/ 2137719 h 3482342"/>
              <a:gd name="connsiteX91" fmla="*/ 5898141 w 12192000"/>
              <a:gd name="connsiteY91" fmla="*/ 2144806 h 3482342"/>
              <a:gd name="connsiteX92" fmla="*/ 5855337 w 12192000"/>
              <a:gd name="connsiteY92" fmla="*/ 2137719 h 3482342"/>
              <a:gd name="connsiteX93" fmla="*/ 5817682 w 12192000"/>
              <a:gd name="connsiteY93" fmla="*/ 2157358 h 3482342"/>
              <a:gd name="connsiteX94" fmla="*/ 5735300 w 12192000"/>
              <a:gd name="connsiteY94" fmla="*/ 2158902 h 3482342"/>
              <a:gd name="connsiteX95" fmla="*/ 5591469 w 12192000"/>
              <a:gd name="connsiteY95" fmla="*/ 2178389 h 3482342"/>
              <a:gd name="connsiteX96" fmla="*/ 5505818 w 12192000"/>
              <a:gd name="connsiteY96" fmla="*/ 2194207 h 3482342"/>
              <a:gd name="connsiteX97" fmla="*/ 5452860 w 12192000"/>
              <a:gd name="connsiteY97" fmla="*/ 2180085 h 3482342"/>
              <a:gd name="connsiteX98" fmla="*/ 5414282 w 12192000"/>
              <a:gd name="connsiteY98" fmla="*/ 2183070 h 3482342"/>
              <a:gd name="connsiteX99" fmla="*/ 5368369 w 12192000"/>
              <a:gd name="connsiteY99" fmla="*/ 2204272 h 3482342"/>
              <a:gd name="connsiteX100" fmla="*/ 5336354 w 12192000"/>
              <a:gd name="connsiteY100" fmla="*/ 2218920 h 3482342"/>
              <a:gd name="connsiteX101" fmla="*/ 5291263 w 12192000"/>
              <a:gd name="connsiteY101" fmla="*/ 2239182 h 3482342"/>
              <a:gd name="connsiteX102" fmla="*/ 5255152 w 12192000"/>
              <a:gd name="connsiteY102" fmla="*/ 2247164 h 3482342"/>
              <a:gd name="connsiteX103" fmla="*/ 5233796 w 12192000"/>
              <a:gd name="connsiteY103" fmla="*/ 2268260 h 3482342"/>
              <a:gd name="connsiteX104" fmla="*/ 5212786 w 12192000"/>
              <a:gd name="connsiteY104" fmla="*/ 2296592 h 3482342"/>
              <a:gd name="connsiteX105" fmla="*/ 5173523 w 12192000"/>
              <a:gd name="connsiteY105" fmla="*/ 2309057 h 3482342"/>
              <a:gd name="connsiteX106" fmla="*/ 5123830 w 12192000"/>
              <a:gd name="connsiteY106" fmla="*/ 2307070 h 3482342"/>
              <a:gd name="connsiteX107" fmla="*/ 5065426 w 12192000"/>
              <a:gd name="connsiteY107" fmla="*/ 2324076 h 3482342"/>
              <a:gd name="connsiteX108" fmla="*/ 4975908 w 12192000"/>
              <a:gd name="connsiteY108" fmla="*/ 2364128 h 3482342"/>
              <a:gd name="connsiteX109" fmla="*/ 4913723 w 12192000"/>
              <a:gd name="connsiteY109" fmla="*/ 2385265 h 3482342"/>
              <a:gd name="connsiteX110" fmla="*/ 4746485 w 12192000"/>
              <a:gd name="connsiteY110" fmla="*/ 2451769 h 3482342"/>
              <a:gd name="connsiteX111" fmla="*/ 4681588 w 12192000"/>
              <a:gd name="connsiteY111" fmla="*/ 2467494 h 3482342"/>
              <a:gd name="connsiteX112" fmla="*/ 1783655 w 12192000"/>
              <a:gd name="connsiteY112" fmla="*/ 3163860 h 3482342"/>
              <a:gd name="connsiteX113" fmla="*/ 1325955 w 12192000"/>
              <a:gd name="connsiteY113" fmla="*/ 3176692 h 3482342"/>
              <a:gd name="connsiteX114" fmla="*/ 1190384 w 12192000"/>
              <a:gd name="connsiteY114" fmla="*/ 3203504 h 3482342"/>
              <a:gd name="connsiteX115" fmla="*/ 1094537 w 12192000"/>
              <a:gd name="connsiteY115" fmla="*/ 3229469 h 3482342"/>
              <a:gd name="connsiteX116" fmla="*/ 779276 w 12192000"/>
              <a:gd name="connsiteY116" fmla="*/ 3327290 h 3482342"/>
              <a:gd name="connsiteX117" fmla="*/ 600378 w 12192000"/>
              <a:gd name="connsiteY117" fmla="*/ 3335250 h 3482342"/>
              <a:gd name="connsiteX118" fmla="*/ 493457 w 12192000"/>
              <a:gd name="connsiteY118" fmla="*/ 3365044 h 3482342"/>
              <a:gd name="connsiteX119" fmla="*/ 349402 w 12192000"/>
              <a:gd name="connsiteY119" fmla="*/ 3380897 h 3482342"/>
              <a:gd name="connsiteX120" fmla="*/ 192183 w 12192000"/>
              <a:gd name="connsiteY120" fmla="*/ 3460075 h 3482342"/>
              <a:gd name="connsiteX121" fmla="*/ 46713 w 12192000"/>
              <a:gd name="connsiteY121" fmla="*/ 3462986 h 3482342"/>
              <a:gd name="connsiteX122" fmla="*/ 2765 w 12192000"/>
              <a:gd name="connsiteY122" fmla="*/ 3480770 h 3482342"/>
              <a:gd name="connsiteX123" fmla="*/ 0 w 12192000"/>
              <a:gd name="connsiteY123" fmla="*/ 3482342 h 3482342"/>
              <a:gd name="connsiteX124" fmla="*/ 0 w 12192000"/>
              <a:gd name="connsiteY12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79242 w 12192000"/>
              <a:gd name="connsiteY27" fmla="*/ 1269215 h 3482342"/>
              <a:gd name="connsiteX28" fmla="*/ 10850998 w 12192000"/>
              <a:gd name="connsiteY28" fmla="*/ 1269215 h 3482342"/>
              <a:gd name="connsiteX29" fmla="*/ 10815658 w 12192000"/>
              <a:gd name="connsiteY29" fmla="*/ 1287849 h 3482342"/>
              <a:gd name="connsiteX30" fmla="*/ 10723900 w 12192000"/>
              <a:gd name="connsiteY30" fmla="*/ 1318642 h 3482342"/>
              <a:gd name="connsiteX31" fmla="*/ 10679906 w 12192000"/>
              <a:gd name="connsiteY31" fmla="*/ 1332049 h 3482342"/>
              <a:gd name="connsiteX32" fmla="*/ 10639834 w 12192000"/>
              <a:gd name="connsiteY32" fmla="*/ 1324989 h 3482342"/>
              <a:gd name="connsiteX33" fmla="*/ 10603863 w 12192000"/>
              <a:gd name="connsiteY33" fmla="*/ 1346886 h 3482342"/>
              <a:gd name="connsiteX34" fmla="*/ 10573203 w 12192000"/>
              <a:gd name="connsiteY34" fmla="*/ 1351996 h 3482342"/>
              <a:gd name="connsiteX35" fmla="*/ 10513263 w 12192000"/>
              <a:gd name="connsiteY35" fmla="*/ 1350756 h 3482342"/>
              <a:gd name="connsiteX36" fmla="*/ 10464012 w 12192000"/>
              <a:gd name="connsiteY36" fmla="*/ 1391778 h 3482342"/>
              <a:gd name="connsiteX37" fmla="*/ 10405409 w 12192000"/>
              <a:gd name="connsiteY37" fmla="*/ 1422789 h 3482342"/>
              <a:gd name="connsiteX38" fmla="*/ 10370530 w 12192000"/>
              <a:gd name="connsiteY38" fmla="*/ 1441596 h 3482342"/>
              <a:gd name="connsiteX39" fmla="*/ 10314361 w 12192000"/>
              <a:gd name="connsiteY39" fmla="*/ 1466924 h 3482342"/>
              <a:gd name="connsiteX40" fmla="*/ 10264922 w 12192000"/>
              <a:gd name="connsiteY40" fmla="*/ 1472107 h 3482342"/>
              <a:gd name="connsiteX41" fmla="*/ 10201385 w 12192000"/>
              <a:gd name="connsiteY41" fmla="*/ 1477515 h 3482342"/>
              <a:gd name="connsiteX42" fmla="*/ 10120184 w 12192000"/>
              <a:gd name="connsiteY42" fmla="*/ 1466924 h 3482342"/>
              <a:gd name="connsiteX43" fmla="*/ 10058690 w 12192000"/>
              <a:gd name="connsiteY43" fmla="*/ 1474888 h 3482342"/>
              <a:gd name="connsiteX44" fmla="*/ 10004424 w 12192000"/>
              <a:gd name="connsiteY44" fmla="*/ 1489801 h 3482342"/>
              <a:gd name="connsiteX45" fmla="*/ 9999951 w 12192000"/>
              <a:gd name="connsiteY45" fmla="*/ 1499127 h 3482342"/>
              <a:gd name="connsiteX46" fmla="*/ 9845462 w 12192000"/>
              <a:gd name="connsiteY46" fmla="*/ 1548192 h 3482342"/>
              <a:gd name="connsiteX47" fmla="*/ 9736156 w 12192000"/>
              <a:gd name="connsiteY47" fmla="*/ 1581928 h 3482342"/>
              <a:gd name="connsiteX48" fmla="*/ 9693355 w 12192000"/>
              <a:gd name="connsiteY48" fmla="*/ 1602632 h 3482342"/>
              <a:gd name="connsiteX49" fmla="*/ 9664242 w 12192000"/>
              <a:gd name="connsiteY49" fmla="*/ 1622075 h 3482342"/>
              <a:gd name="connsiteX50" fmla="*/ 9579195 w 12192000"/>
              <a:gd name="connsiteY50" fmla="*/ 1648017 h 3482342"/>
              <a:gd name="connsiteX51" fmla="*/ 9433652 w 12192000"/>
              <a:gd name="connsiteY51" fmla="*/ 1681174 h 3482342"/>
              <a:gd name="connsiteX52" fmla="*/ 9403775 w 12192000"/>
              <a:gd name="connsiteY52" fmla="*/ 1690403 h 3482342"/>
              <a:gd name="connsiteX53" fmla="*/ 9382503 w 12192000"/>
              <a:gd name="connsiteY53" fmla="*/ 1706957 h 3482342"/>
              <a:gd name="connsiteX54" fmla="*/ 9381410 w 12192000"/>
              <a:gd name="connsiteY54" fmla="*/ 1718312 h 3482342"/>
              <a:gd name="connsiteX55" fmla="*/ 9365685 w 12192000"/>
              <a:gd name="connsiteY55" fmla="*/ 1724772 h 3482342"/>
              <a:gd name="connsiteX56" fmla="*/ 9278020 w 12192000"/>
              <a:gd name="connsiteY56" fmla="*/ 1741161 h 3482342"/>
              <a:gd name="connsiteX57" fmla="*/ 9217145 w 12192000"/>
              <a:gd name="connsiteY57" fmla="*/ 1771195 h 3482342"/>
              <a:gd name="connsiteX58" fmla="*/ 8955875 w 12192000"/>
              <a:gd name="connsiteY58" fmla="*/ 1796806 h 3482342"/>
              <a:gd name="connsiteX59" fmla="*/ 8648415 w 12192000"/>
              <a:gd name="connsiteY59" fmla="*/ 1878623 h 3482342"/>
              <a:gd name="connsiteX60" fmla="*/ 8495949 w 12192000"/>
              <a:gd name="connsiteY60" fmla="*/ 1902425 h 3482342"/>
              <a:gd name="connsiteX61" fmla="*/ 8236214 w 12192000"/>
              <a:gd name="connsiteY61" fmla="*/ 190972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41837 w 12192000"/>
              <a:gd name="connsiteY71" fmla="*/ 1840640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686657 w 12192000"/>
              <a:gd name="connsiteY77" fmla="*/ 1907344 h 3482342"/>
              <a:gd name="connsiteX78" fmla="*/ 6651330 w 12192000"/>
              <a:gd name="connsiteY78" fmla="*/ 1922921 h 3482342"/>
              <a:gd name="connsiteX79" fmla="*/ 6622958 w 12192000"/>
              <a:gd name="connsiteY79" fmla="*/ 1936255 h 3482342"/>
              <a:gd name="connsiteX80" fmla="*/ 6522602 w 12192000"/>
              <a:gd name="connsiteY80" fmla="*/ 1954133 h 3482342"/>
              <a:gd name="connsiteX81" fmla="*/ 6444344 w 12192000"/>
              <a:gd name="connsiteY81" fmla="*/ 1969663 h 3482342"/>
              <a:gd name="connsiteX82" fmla="*/ 6409626 w 12192000"/>
              <a:gd name="connsiteY82" fmla="*/ 1978846 h 3482342"/>
              <a:gd name="connsiteX83" fmla="*/ 6333446 w 12192000"/>
              <a:gd name="connsiteY83" fmla="*/ 1997163 h 3482342"/>
              <a:gd name="connsiteX84" fmla="*/ 6294933 w 12192000"/>
              <a:gd name="connsiteY84" fmla="*/ 2019412 h 3482342"/>
              <a:gd name="connsiteX85" fmla="*/ 6238719 w 12192000"/>
              <a:gd name="connsiteY85" fmla="*/ 2042547 h 3482342"/>
              <a:gd name="connsiteX86" fmla="*/ 6187205 w 12192000"/>
              <a:gd name="connsiteY86" fmla="*/ 2060048 h 3482342"/>
              <a:gd name="connsiteX87" fmla="*/ 6138780 w 12192000"/>
              <a:gd name="connsiteY87" fmla="*/ 2081918 h 3482342"/>
              <a:gd name="connsiteX88" fmla="*/ 6120125 w 12192000"/>
              <a:gd name="connsiteY88" fmla="*/ 2109475 h 3482342"/>
              <a:gd name="connsiteX89" fmla="*/ 6056576 w 12192000"/>
              <a:gd name="connsiteY89" fmla="*/ 2120066 h 3482342"/>
              <a:gd name="connsiteX90" fmla="*/ 5993794 w 12192000"/>
              <a:gd name="connsiteY90" fmla="*/ 2122569 h 3482342"/>
              <a:gd name="connsiteX91" fmla="*/ 5943601 w 12192000"/>
              <a:gd name="connsiteY91" fmla="*/ 2137719 h 3482342"/>
              <a:gd name="connsiteX92" fmla="*/ 5898141 w 12192000"/>
              <a:gd name="connsiteY92" fmla="*/ 2144806 h 3482342"/>
              <a:gd name="connsiteX93" fmla="*/ 5855337 w 12192000"/>
              <a:gd name="connsiteY93" fmla="*/ 2137719 h 3482342"/>
              <a:gd name="connsiteX94" fmla="*/ 5817682 w 12192000"/>
              <a:gd name="connsiteY94" fmla="*/ 2157358 h 3482342"/>
              <a:gd name="connsiteX95" fmla="*/ 5735300 w 12192000"/>
              <a:gd name="connsiteY95" fmla="*/ 2158902 h 3482342"/>
              <a:gd name="connsiteX96" fmla="*/ 5591469 w 12192000"/>
              <a:gd name="connsiteY96" fmla="*/ 2178389 h 3482342"/>
              <a:gd name="connsiteX97" fmla="*/ 5505818 w 12192000"/>
              <a:gd name="connsiteY97" fmla="*/ 2194207 h 3482342"/>
              <a:gd name="connsiteX98" fmla="*/ 5452860 w 12192000"/>
              <a:gd name="connsiteY98" fmla="*/ 2180085 h 3482342"/>
              <a:gd name="connsiteX99" fmla="*/ 5414282 w 12192000"/>
              <a:gd name="connsiteY99" fmla="*/ 2183070 h 3482342"/>
              <a:gd name="connsiteX100" fmla="*/ 5368369 w 12192000"/>
              <a:gd name="connsiteY100" fmla="*/ 2204272 h 3482342"/>
              <a:gd name="connsiteX101" fmla="*/ 5336354 w 12192000"/>
              <a:gd name="connsiteY101" fmla="*/ 2218920 h 3482342"/>
              <a:gd name="connsiteX102" fmla="*/ 5291263 w 12192000"/>
              <a:gd name="connsiteY102" fmla="*/ 2239182 h 3482342"/>
              <a:gd name="connsiteX103" fmla="*/ 5255152 w 12192000"/>
              <a:gd name="connsiteY103" fmla="*/ 2247164 h 3482342"/>
              <a:gd name="connsiteX104" fmla="*/ 5233796 w 12192000"/>
              <a:gd name="connsiteY104" fmla="*/ 2268260 h 3482342"/>
              <a:gd name="connsiteX105" fmla="*/ 5212786 w 12192000"/>
              <a:gd name="connsiteY105" fmla="*/ 2296592 h 3482342"/>
              <a:gd name="connsiteX106" fmla="*/ 5173523 w 12192000"/>
              <a:gd name="connsiteY106" fmla="*/ 2309057 h 3482342"/>
              <a:gd name="connsiteX107" fmla="*/ 5123830 w 12192000"/>
              <a:gd name="connsiteY107" fmla="*/ 2307070 h 3482342"/>
              <a:gd name="connsiteX108" fmla="*/ 5065426 w 12192000"/>
              <a:gd name="connsiteY108" fmla="*/ 2324076 h 3482342"/>
              <a:gd name="connsiteX109" fmla="*/ 4975908 w 12192000"/>
              <a:gd name="connsiteY109" fmla="*/ 2364128 h 3482342"/>
              <a:gd name="connsiteX110" fmla="*/ 4913723 w 12192000"/>
              <a:gd name="connsiteY110" fmla="*/ 2385265 h 3482342"/>
              <a:gd name="connsiteX111" fmla="*/ 4746485 w 12192000"/>
              <a:gd name="connsiteY111" fmla="*/ 2451769 h 3482342"/>
              <a:gd name="connsiteX112" fmla="*/ 4681588 w 12192000"/>
              <a:gd name="connsiteY112" fmla="*/ 2467494 h 3482342"/>
              <a:gd name="connsiteX113" fmla="*/ 1783655 w 12192000"/>
              <a:gd name="connsiteY113" fmla="*/ 3163860 h 3482342"/>
              <a:gd name="connsiteX114" fmla="*/ 1325955 w 12192000"/>
              <a:gd name="connsiteY114" fmla="*/ 3176692 h 3482342"/>
              <a:gd name="connsiteX115" fmla="*/ 1190384 w 12192000"/>
              <a:gd name="connsiteY115" fmla="*/ 3203504 h 3482342"/>
              <a:gd name="connsiteX116" fmla="*/ 1094537 w 12192000"/>
              <a:gd name="connsiteY116" fmla="*/ 3229469 h 3482342"/>
              <a:gd name="connsiteX117" fmla="*/ 779276 w 12192000"/>
              <a:gd name="connsiteY117" fmla="*/ 3327290 h 3482342"/>
              <a:gd name="connsiteX118" fmla="*/ 600378 w 12192000"/>
              <a:gd name="connsiteY118" fmla="*/ 3335250 h 3482342"/>
              <a:gd name="connsiteX119" fmla="*/ 493457 w 12192000"/>
              <a:gd name="connsiteY119" fmla="*/ 3365044 h 3482342"/>
              <a:gd name="connsiteX120" fmla="*/ 349402 w 12192000"/>
              <a:gd name="connsiteY120" fmla="*/ 3380897 h 3482342"/>
              <a:gd name="connsiteX121" fmla="*/ 192183 w 12192000"/>
              <a:gd name="connsiteY121" fmla="*/ 3460075 h 3482342"/>
              <a:gd name="connsiteX122" fmla="*/ 46713 w 12192000"/>
              <a:gd name="connsiteY122" fmla="*/ 3462986 h 3482342"/>
              <a:gd name="connsiteX123" fmla="*/ 2765 w 12192000"/>
              <a:gd name="connsiteY123" fmla="*/ 3480770 h 3482342"/>
              <a:gd name="connsiteX124" fmla="*/ 0 w 12192000"/>
              <a:gd name="connsiteY124" fmla="*/ 3482342 h 3482342"/>
              <a:gd name="connsiteX125" fmla="*/ 0 w 12192000"/>
              <a:gd name="connsiteY12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14361 w 12192000"/>
              <a:gd name="connsiteY40" fmla="*/ 1466924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51958 w 12192000"/>
              <a:gd name="connsiteY43" fmla="*/ 1477515 h 3482342"/>
              <a:gd name="connsiteX44" fmla="*/ 10120184 w 12192000"/>
              <a:gd name="connsiteY44" fmla="*/ 1466924 h 3482342"/>
              <a:gd name="connsiteX45" fmla="*/ 10058690 w 12192000"/>
              <a:gd name="connsiteY45" fmla="*/ 1474888 h 3482342"/>
              <a:gd name="connsiteX46" fmla="*/ 10004424 w 12192000"/>
              <a:gd name="connsiteY46" fmla="*/ 1489801 h 3482342"/>
              <a:gd name="connsiteX47" fmla="*/ 9999951 w 12192000"/>
              <a:gd name="connsiteY47" fmla="*/ 1499127 h 3482342"/>
              <a:gd name="connsiteX48" fmla="*/ 9845462 w 12192000"/>
              <a:gd name="connsiteY48" fmla="*/ 1548192 h 3482342"/>
              <a:gd name="connsiteX49" fmla="*/ 9736156 w 12192000"/>
              <a:gd name="connsiteY49" fmla="*/ 1581928 h 3482342"/>
              <a:gd name="connsiteX50" fmla="*/ 9693355 w 12192000"/>
              <a:gd name="connsiteY50" fmla="*/ 1602632 h 3482342"/>
              <a:gd name="connsiteX51" fmla="*/ 9664242 w 12192000"/>
              <a:gd name="connsiteY51" fmla="*/ 1622075 h 3482342"/>
              <a:gd name="connsiteX52" fmla="*/ 9579195 w 12192000"/>
              <a:gd name="connsiteY52" fmla="*/ 1648017 h 3482342"/>
              <a:gd name="connsiteX53" fmla="*/ 9433652 w 12192000"/>
              <a:gd name="connsiteY53" fmla="*/ 1681174 h 3482342"/>
              <a:gd name="connsiteX54" fmla="*/ 9403775 w 12192000"/>
              <a:gd name="connsiteY54" fmla="*/ 1690403 h 3482342"/>
              <a:gd name="connsiteX55" fmla="*/ 9382503 w 12192000"/>
              <a:gd name="connsiteY55" fmla="*/ 1706957 h 3482342"/>
              <a:gd name="connsiteX56" fmla="*/ 9381410 w 12192000"/>
              <a:gd name="connsiteY56" fmla="*/ 1718312 h 3482342"/>
              <a:gd name="connsiteX57" fmla="*/ 9365685 w 12192000"/>
              <a:gd name="connsiteY57" fmla="*/ 1724772 h 3482342"/>
              <a:gd name="connsiteX58" fmla="*/ 9278020 w 12192000"/>
              <a:gd name="connsiteY58" fmla="*/ 1741161 h 3482342"/>
              <a:gd name="connsiteX59" fmla="*/ 9217145 w 12192000"/>
              <a:gd name="connsiteY59" fmla="*/ 1771195 h 3482342"/>
              <a:gd name="connsiteX60" fmla="*/ 8955875 w 12192000"/>
              <a:gd name="connsiteY60" fmla="*/ 1796806 h 3482342"/>
              <a:gd name="connsiteX61" fmla="*/ 8648415 w 12192000"/>
              <a:gd name="connsiteY61" fmla="*/ 1878623 h 3482342"/>
              <a:gd name="connsiteX62" fmla="*/ 8495949 w 12192000"/>
              <a:gd name="connsiteY62" fmla="*/ 1902425 h 3482342"/>
              <a:gd name="connsiteX63" fmla="*/ 8236214 w 12192000"/>
              <a:gd name="connsiteY63" fmla="*/ 1909725 h 3482342"/>
              <a:gd name="connsiteX64" fmla="*/ 8132104 w 12192000"/>
              <a:gd name="connsiteY64" fmla="*/ 1895727 h 3482342"/>
              <a:gd name="connsiteX65" fmla="*/ 7918078 w 12192000"/>
              <a:gd name="connsiteY65" fmla="*/ 1862668 h 3482342"/>
              <a:gd name="connsiteX66" fmla="*/ 7817899 w 12192000"/>
              <a:gd name="connsiteY66" fmla="*/ 1862176 h 3482342"/>
              <a:gd name="connsiteX67" fmla="*/ 7768994 w 12192000"/>
              <a:gd name="connsiteY67" fmla="*/ 1855721 h 3482342"/>
              <a:gd name="connsiteX68" fmla="*/ 7618027 w 12192000"/>
              <a:gd name="connsiteY68" fmla="*/ 1830959 h 3482342"/>
              <a:gd name="connsiteX69" fmla="*/ 7449425 w 12192000"/>
              <a:gd name="connsiteY69" fmla="*/ 1810910 h 3482342"/>
              <a:gd name="connsiteX70" fmla="*/ 7342915 w 12192000"/>
              <a:gd name="connsiteY70" fmla="*/ 1819827 h 3482342"/>
              <a:gd name="connsiteX71" fmla="*/ 7255191 w 12192000"/>
              <a:gd name="connsiteY71" fmla="*/ 1834354 h 3482342"/>
              <a:gd name="connsiteX72" fmla="*/ 7131205 w 12192000"/>
              <a:gd name="connsiteY72" fmla="*/ 1845557 h 3482342"/>
              <a:gd name="connsiteX73" fmla="*/ 6941837 w 12192000"/>
              <a:gd name="connsiteY73" fmla="*/ 1840640 h 3482342"/>
              <a:gd name="connsiteX74" fmla="*/ 6837145 w 12192000"/>
              <a:gd name="connsiteY74" fmla="*/ 1870724 h 3482342"/>
              <a:gd name="connsiteX75" fmla="*/ 6753991 w 12192000"/>
              <a:gd name="connsiteY75" fmla="*/ 1860969 h 3482342"/>
              <a:gd name="connsiteX76" fmla="*/ 6727754 w 12192000"/>
              <a:gd name="connsiteY76" fmla="*/ 1882372 h 3482342"/>
              <a:gd name="connsiteX77" fmla="*/ 6723371 w 12192000"/>
              <a:gd name="connsiteY77" fmla="*/ 1886494 h 3482342"/>
              <a:gd name="connsiteX78" fmla="*/ 6702779 w 12192000"/>
              <a:gd name="connsiteY78" fmla="*/ 1893601 h 3482342"/>
              <a:gd name="connsiteX79" fmla="*/ 6686657 w 12192000"/>
              <a:gd name="connsiteY79" fmla="*/ 1907344 h 3482342"/>
              <a:gd name="connsiteX80" fmla="*/ 6651330 w 12192000"/>
              <a:gd name="connsiteY80" fmla="*/ 1922921 h 3482342"/>
              <a:gd name="connsiteX81" fmla="*/ 6622958 w 12192000"/>
              <a:gd name="connsiteY81" fmla="*/ 1936255 h 3482342"/>
              <a:gd name="connsiteX82" fmla="*/ 6522602 w 12192000"/>
              <a:gd name="connsiteY82" fmla="*/ 1954133 h 3482342"/>
              <a:gd name="connsiteX83" fmla="*/ 6444344 w 12192000"/>
              <a:gd name="connsiteY83" fmla="*/ 1969663 h 3482342"/>
              <a:gd name="connsiteX84" fmla="*/ 6409626 w 12192000"/>
              <a:gd name="connsiteY84" fmla="*/ 1978846 h 3482342"/>
              <a:gd name="connsiteX85" fmla="*/ 6333446 w 12192000"/>
              <a:gd name="connsiteY85" fmla="*/ 1997163 h 3482342"/>
              <a:gd name="connsiteX86" fmla="*/ 6294933 w 12192000"/>
              <a:gd name="connsiteY86" fmla="*/ 2019412 h 3482342"/>
              <a:gd name="connsiteX87" fmla="*/ 6238719 w 12192000"/>
              <a:gd name="connsiteY87" fmla="*/ 2042547 h 3482342"/>
              <a:gd name="connsiteX88" fmla="*/ 6187205 w 12192000"/>
              <a:gd name="connsiteY88" fmla="*/ 2060048 h 3482342"/>
              <a:gd name="connsiteX89" fmla="*/ 6138780 w 12192000"/>
              <a:gd name="connsiteY89" fmla="*/ 2081918 h 3482342"/>
              <a:gd name="connsiteX90" fmla="*/ 6120125 w 12192000"/>
              <a:gd name="connsiteY90" fmla="*/ 2109475 h 3482342"/>
              <a:gd name="connsiteX91" fmla="*/ 6056576 w 12192000"/>
              <a:gd name="connsiteY91" fmla="*/ 2120066 h 3482342"/>
              <a:gd name="connsiteX92" fmla="*/ 5993794 w 12192000"/>
              <a:gd name="connsiteY92" fmla="*/ 2122569 h 3482342"/>
              <a:gd name="connsiteX93" fmla="*/ 5943601 w 12192000"/>
              <a:gd name="connsiteY93" fmla="*/ 2137719 h 3482342"/>
              <a:gd name="connsiteX94" fmla="*/ 5898141 w 12192000"/>
              <a:gd name="connsiteY94" fmla="*/ 2144806 h 3482342"/>
              <a:gd name="connsiteX95" fmla="*/ 5855337 w 12192000"/>
              <a:gd name="connsiteY95" fmla="*/ 2137719 h 3482342"/>
              <a:gd name="connsiteX96" fmla="*/ 5817682 w 12192000"/>
              <a:gd name="connsiteY96" fmla="*/ 2157358 h 3482342"/>
              <a:gd name="connsiteX97" fmla="*/ 5735300 w 12192000"/>
              <a:gd name="connsiteY97" fmla="*/ 2158902 h 3482342"/>
              <a:gd name="connsiteX98" fmla="*/ 5591469 w 12192000"/>
              <a:gd name="connsiteY98" fmla="*/ 2178389 h 3482342"/>
              <a:gd name="connsiteX99" fmla="*/ 5505818 w 12192000"/>
              <a:gd name="connsiteY99" fmla="*/ 2194207 h 3482342"/>
              <a:gd name="connsiteX100" fmla="*/ 5452860 w 12192000"/>
              <a:gd name="connsiteY100" fmla="*/ 2180085 h 3482342"/>
              <a:gd name="connsiteX101" fmla="*/ 5414282 w 12192000"/>
              <a:gd name="connsiteY101" fmla="*/ 2183070 h 3482342"/>
              <a:gd name="connsiteX102" fmla="*/ 5368369 w 12192000"/>
              <a:gd name="connsiteY102" fmla="*/ 2204272 h 3482342"/>
              <a:gd name="connsiteX103" fmla="*/ 5336354 w 12192000"/>
              <a:gd name="connsiteY103" fmla="*/ 2218920 h 3482342"/>
              <a:gd name="connsiteX104" fmla="*/ 5291263 w 12192000"/>
              <a:gd name="connsiteY104" fmla="*/ 2239182 h 3482342"/>
              <a:gd name="connsiteX105" fmla="*/ 5255152 w 12192000"/>
              <a:gd name="connsiteY105" fmla="*/ 2247164 h 3482342"/>
              <a:gd name="connsiteX106" fmla="*/ 5233796 w 12192000"/>
              <a:gd name="connsiteY106" fmla="*/ 2268260 h 3482342"/>
              <a:gd name="connsiteX107" fmla="*/ 5212786 w 12192000"/>
              <a:gd name="connsiteY107" fmla="*/ 2296592 h 3482342"/>
              <a:gd name="connsiteX108" fmla="*/ 5173523 w 12192000"/>
              <a:gd name="connsiteY108" fmla="*/ 2309057 h 3482342"/>
              <a:gd name="connsiteX109" fmla="*/ 5123830 w 12192000"/>
              <a:gd name="connsiteY109" fmla="*/ 2307070 h 3482342"/>
              <a:gd name="connsiteX110" fmla="*/ 5065426 w 12192000"/>
              <a:gd name="connsiteY110" fmla="*/ 2324076 h 3482342"/>
              <a:gd name="connsiteX111" fmla="*/ 4975908 w 12192000"/>
              <a:gd name="connsiteY111" fmla="*/ 2364128 h 3482342"/>
              <a:gd name="connsiteX112" fmla="*/ 4913723 w 12192000"/>
              <a:gd name="connsiteY112" fmla="*/ 2385265 h 3482342"/>
              <a:gd name="connsiteX113" fmla="*/ 4746485 w 12192000"/>
              <a:gd name="connsiteY113" fmla="*/ 2451769 h 3482342"/>
              <a:gd name="connsiteX114" fmla="*/ 4681588 w 12192000"/>
              <a:gd name="connsiteY114" fmla="*/ 2467494 h 3482342"/>
              <a:gd name="connsiteX115" fmla="*/ 1783655 w 12192000"/>
              <a:gd name="connsiteY115" fmla="*/ 3163860 h 3482342"/>
              <a:gd name="connsiteX116" fmla="*/ 1325955 w 12192000"/>
              <a:gd name="connsiteY116" fmla="*/ 3176692 h 3482342"/>
              <a:gd name="connsiteX117" fmla="*/ 1190384 w 12192000"/>
              <a:gd name="connsiteY117" fmla="*/ 3203504 h 3482342"/>
              <a:gd name="connsiteX118" fmla="*/ 1094537 w 12192000"/>
              <a:gd name="connsiteY118" fmla="*/ 3229469 h 3482342"/>
              <a:gd name="connsiteX119" fmla="*/ 779276 w 12192000"/>
              <a:gd name="connsiteY119" fmla="*/ 3327290 h 3482342"/>
              <a:gd name="connsiteX120" fmla="*/ 600378 w 12192000"/>
              <a:gd name="connsiteY120" fmla="*/ 3335250 h 3482342"/>
              <a:gd name="connsiteX121" fmla="*/ 493457 w 12192000"/>
              <a:gd name="connsiteY121" fmla="*/ 3365044 h 3482342"/>
              <a:gd name="connsiteX122" fmla="*/ 349402 w 12192000"/>
              <a:gd name="connsiteY122" fmla="*/ 3380897 h 3482342"/>
              <a:gd name="connsiteX123" fmla="*/ 192183 w 12192000"/>
              <a:gd name="connsiteY123" fmla="*/ 3460075 h 3482342"/>
              <a:gd name="connsiteX124" fmla="*/ 46713 w 12192000"/>
              <a:gd name="connsiteY124" fmla="*/ 3462986 h 3482342"/>
              <a:gd name="connsiteX125" fmla="*/ 2765 w 12192000"/>
              <a:gd name="connsiteY125" fmla="*/ 3480770 h 3482342"/>
              <a:gd name="connsiteX126" fmla="*/ 0 w 12192000"/>
              <a:gd name="connsiteY126" fmla="*/ 3482342 h 3482342"/>
              <a:gd name="connsiteX127" fmla="*/ 0 w 12192000"/>
              <a:gd name="connsiteY12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29629 w 12192000"/>
              <a:gd name="connsiteY42" fmla="*/ 1470454 h 3482342"/>
              <a:gd name="connsiteX43" fmla="*/ 10201385 w 12192000"/>
              <a:gd name="connsiteY43" fmla="*/ 1477515 h 3482342"/>
              <a:gd name="connsiteX44" fmla="*/ 10151958 w 12192000"/>
              <a:gd name="connsiteY44" fmla="*/ 1477515 h 3482342"/>
              <a:gd name="connsiteX45" fmla="*/ 10120184 w 12192000"/>
              <a:gd name="connsiteY45" fmla="*/ 1466924 h 3482342"/>
              <a:gd name="connsiteX46" fmla="*/ 10058690 w 12192000"/>
              <a:gd name="connsiteY46" fmla="*/ 1474888 h 3482342"/>
              <a:gd name="connsiteX47" fmla="*/ 10004424 w 12192000"/>
              <a:gd name="connsiteY47" fmla="*/ 1489801 h 3482342"/>
              <a:gd name="connsiteX48" fmla="*/ 9999951 w 12192000"/>
              <a:gd name="connsiteY48" fmla="*/ 1499127 h 3482342"/>
              <a:gd name="connsiteX49" fmla="*/ 9845462 w 12192000"/>
              <a:gd name="connsiteY49" fmla="*/ 1548192 h 3482342"/>
              <a:gd name="connsiteX50" fmla="*/ 9736156 w 12192000"/>
              <a:gd name="connsiteY50" fmla="*/ 1581928 h 3482342"/>
              <a:gd name="connsiteX51" fmla="*/ 9693355 w 12192000"/>
              <a:gd name="connsiteY51" fmla="*/ 1602632 h 3482342"/>
              <a:gd name="connsiteX52" fmla="*/ 9664242 w 12192000"/>
              <a:gd name="connsiteY52" fmla="*/ 1622075 h 3482342"/>
              <a:gd name="connsiteX53" fmla="*/ 9579195 w 12192000"/>
              <a:gd name="connsiteY53" fmla="*/ 1648017 h 3482342"/>
              <a:gd name="connsiteX54" fmla="*/ 9433652 w 12192000"/>
              <a:gd name="connsiteY54" fmla="*/ 1681174 h 3482342"/>
              <a:gd name="connsiteX55" fmla="*/ 9403775 w 12192000"/>
              <a:gd name="connsiteY55" fmla="*/ 1690403 h 3482342"/>
              <a:gd name="connsiteX56" fmla="*/ 9382503 w 12192000"/>
              <a:gd name="connsiteY56" fmla="*/ 1706957 h 3482342"/>
              <a:gd name="connsiteX57" fmla="*/ 9381410 w 12192000"/>
              <a:gd name="connsiteY57" fmla="*/ 1718312 h 3482342"/>
              <a:gd name="connsiteX58" fmla="*/ 9365685 w 12192000"/>
              <a:gd name="connsiteY58" fmla="*/ 1724772 h 3482342"/>
              <a:gd name="connsiteX59" fmla="*/ 9278020 w 12192000"/>
              <a:gd name="connsiteY59" fmla="*/ 1741161 h 3482342"/>
              <a:gd name="connsiteX60" fmla="*/ 9217145 w 12192000"/>
              <a:gd name="connsiteY60" fmla="*/ 1771195 h 3482342"/>
              <a:gd name="connsiteX61" fmla="*/ 8955875 w 12192000"/>
              <a:gd name="connsiteY61" fmla="*/ 1796806 h 3482342"/>
              <a:gd name="connsiteX62" fmla="*/ 8648415 w 12192000"/>
              <a:gd name="connsiteY62" fmla="*/ 1878623 h 3482342"/>
              <a:gd name="connsiteX63" fmla="*/ 8495949 w 12192000"/>
              <a:gd name="connsiteY63" fmla="*/ 1902425 h 3482342"/>
              <a:gd name="connsiteX64" fmla="*/ 8236214 w 12192000"/>
              <a:gd name="connsiteY64" fmla="*/ 1909725 h 3482342"/>
              <a:gd name="connsiteX65" fmla="*/ 8132104 w 12192000"/>
              <a:gd name="connsiteY65" fmla="*/ 1895727 h 3482342"/>
              <a:gd name="connsiteX66" fmla="*/ 7918078 w 12192000"/>
              <a:gd name="connsiteY66" fmla="*/ 1862668 h 3482342"/>
              <a:gd name="connsiteX67" fmla="*/ 7817899 w 12192000"/>
              <a:gd name="connsiteY67" fmla="*/ 1862176 h 3482342"/>
              <a:gd name="connsiteX68" fmla="*/ 7768994 w 12192000"/>
              <a:gd name="connsiteY68" fmla="*/ 1855721 h 3482342"/>
              <a:gd name="connsiteX69" fmla="*/ 7618027 w 12192000"/>
              <a:gd name="connsiteY69" fmla="*/ 1830959 h 3482342"/>
              <a:gd name="connsiteX70" fmla="*/ 7449425 w 12192000"/>
              <a:gd name="connsiteY70" fmla="*/ 1810910 h 3482342"/>
              <a:gd name="connsiteX71" fmla="*/ 7342915 w 12192000"/>
              <a:gd name="connsiteY71" fmla="*/ 1819827 h 3482342"/>
              <a:gd name="connsiteX72" fmla="*/ 7255191 w 12192000"/>
              <a:gd name="connsiteY72" fmla="*/ 1834354 h 3482342"/>
              <a:gd name="connsiteX73" fmla="*/ 7131205 w 12192000"/>
              <a:gd name="connsiteY73" fmla="*/ 1845557 h 3482342"/>
              <a:gd name="connsiteX74" fmla="*/ 6941837 w 12192000"/>
              <a:gd name="connsiteY74" fmla="*/ 1840640 h 3482342"/>
              <a:gd name="connsiteX75" fmla="*/ 6837145 w 12192000"/>
              <a:gd name="connsiteY75" fmla="*/ 1870724 h 3482342"/>
              <a:gd name="connsiteX76" fmla="*/ 6753991 w 12192000"/>
              <a:gd name="connsiteY76" fmla="*/ 1860969 h 3482342"/>
              <a:gd name="connsiteX77" fmla="*/ 6727754 w 12192000"/>
              <a:gd name="connsiteY77" fmla="*/ 1882372 h 3482342"/>
              <a:gd name="connsiteX78" fmla="*/ 6723371 w 12192000"/>
              <a:gd name="connsiteY78" fmla="*/ 1886494 h 3482342"/>
              <a:gd name="connsiteX79" fmla="*/ 6702779 w 12192000"/>
              <a:gd name="connsiteY79" fmla="*/ 1893601 h 3482342"/>
              <a:gd name="connsiteX80" fmla="*/ 6686657 w 12192000"/>
              <a:gd name="connsiteY80" fmla="*/ 1907344 h 3482342"/>
              <a:gd name="connsiteX81" fmla="*/ 6651330 w 12192000"/>
              <a:gd name="connsiteY81" fmla="*/ 1922921 h 3482342"/>
              <a:gd name="connsiteX82" fmla="*/ 6622958 w 12192000"/>
              <a:gd name="connsiteY82" fmla="*/ 1936255 h 3482342"/>
              <a:gd name="connsiteX83" fmla="*/ 6522602 w 12192000"/>
              <a:gd name="connsiteY83" fmla="*/ 1954133 h 3482342"/>
              <a:gd name="connsiteX84" fmla="*/ 6444344 w 12192000"/>
              <a:gd name="connsiteY84" fmla="*/ 1969663 h 3482342"/>
              <a:gd name="connsiteX85" fmla="*/ 6409626 w 12192000"/>
              <a:gd name="connsiteY85" fmla="*/ 1978846 h 3482342"/>
              <a:gd name="connsiteX86" fmla="*/ 6333446 w 12192000"/>
              <a:gd name="connsiteY86" fmla="*/ 1997163 h 3482342"/>
              <a:gd name="connsiteX87" fmla="*/ 6294933 w 12192000"/>
              <a:gd name="connsiteY87" fmla="*/ 2019412 h 3482342"/>
              <a:gd name="connsiteX88" fmla="*/ 6238719 w 12192000"/>
              <a:gd name="connsiteY88" fmla="*/ 2042547 h 3482342"/>
              <a:gd name="connsiteX89" fmla="*/ 6187205 w 12192000"/>
              <a:gd name="connsiteY89" fmla="*/ 2060048 h 3482342"/>
              <a:gd name="connsiteX90" fmla="*/ 6138780 w 12192000"/>
              <a:gd name="connsiteY90" fmla="*/ 2081918 h 3482342"/>
              <a:gd name="connsiteX91" fmla="*/ 6120125 w 12192000"/>
              <a:gd name="connsiteY91" fmla="*/ 2109475 h 3482342"/>
              <a:gd name="connsiteX92" fmla="*/ 6056576 w 12192000"/>
              <a:gd name="connsiteY92" fmla="*/ 2120066 h 3482342"/>
              <a:gd name="connsiteX93" fmla="*/ 5993794 w 12192000"/>
              <a:gd name="connsiteY93" fmla="*/ 2122569 h 3482342"/>
              <a:gd name="connsiteX94" fmla="*/ 5943601 w 12192000"/>
              <a:gd name="connsiteY94" fmla="*/ 2137719 h 3482342"/>
              <a:gd name="connsiteX95" fmla="*/ 5898141 w 12192000"/>
              <a:gd name="connsiteY95" fmla="*/ 2144806 h 3482342"/>
              <a:gd name="connsiteX96" fmla="*/ 5855337 w 12192000"/>
              <a:gd name="connsiteY96" fmla="*/ 2137719 h 3482342"/>
              <a:gd name="connsiteX97" fmla="*/ 5817682 w 12192000"/>
              <a:gd name="connsiteY97" fmla="*/ 2157358 h 3482342"/>
              <a:gd name="connsiteX98" fmla="*/ 5735300 w 12192000"/>
              <a:gd name="connsiteY98" fmla="*/ 2158902 h 3482342"/>
              <a:gd name="connsiteX99" fmla="*/ 5591469 w 12192000"/>
              <a:gd name="connsiteY99" fmla="*/ 2178389 h 3482342"/>
              <a:gd name="connsiteX100" fmla="*/ 5505818 w 12192000"/>
              <a:gd name="connsiteY100" fmla="*/ 2194207 h 3482342"/>
              <a:gd name="connsiteX101" fmla="*/ 5452860 w 12192000"/>
              <a:gd name="connsiteY101" fmla="*/ 2180085 h 3482342"/>
              <a:gd name="connsiteX102" fmla="*/ 5414282 w 12192000"/>
              <a:gd name="connsiteY102" fmla="*/ 2183070 h 3482342"/>
              <a:gd name="connsiteX103" fmla="*/ 5368369 w 12192000"/>
              <a:gd name="connsiteY103" fmla="*/ 2204272 h 3482342"/>
              <a:gd name="connsiteX104" fmla="*/ 5336354 w 12192000"/>
              <a:gd name="connsiteY104" fmla="*/ 2218920 h 3482342"/>
              <a:gd name="connsiteX105" fmla="*/ 5291263 w 12192000"/>
              <a:gd name="connsiteY105" fmla="*/ 2239182 h 3482342"/>
              <a:gd name="connsiteX106" fmla="*/ 5255152 w 12192000"/>
              <a:gd name="connsiteY106" fmla="*/ 2247164 h 3482342"/>
              <a:gd name="connsiteX107" fmla="*/ 5233796 w 12192000"/>
              <a:gd name="connsiteY107" fmla="*/ 2268260 h 3482342"/>
              <a:gd name="connsiteX108" fmla="*/ 5212786 w 12192000"/>
              <a:gd name="connsiteY108" fmla="*/ 2296592 h 3482342"/>
              <a:gd name="connsiteX109" fmla="*/ 5173523 w 12192000"/>
              <a:gd name="connsiteY109" fmla="*/ 2309057 h 3482342"/>
              <a:gd name="connsiteX110" fmla="*/ 5123830 w 12192000"/>
              <a:gd name="connsiteY110" fmla="*/ 2307070 h 3482342"/>
              <a:gd name="connsiteX111" fmla="*/ 5065426 w 12192000"/>
              <a:gd name="connsiteY111" fmla="*/ 2324076 h 3482342"/>
              <a:gd name="connsiteX112" fmla="*/ 4975908 w 12192000"/>
              <a:gd name="connsiteY112" fmla="*/ 2364128 h 3482342"/>
              <a:gd name="connsiteX113" fmla="*/ 4913723 w 12192000"/>
              <a:gd name="connsiteY113" fmla="*/ 2385265 h 3482342"/>
              <a:gd name="connsiteX114" fmla="*/ 4746485 w 12192000"/>
              <a:gd name="connsiteY114" fmla="*/ 2451769 h 3482342"/>
              <a:gd name="connsiteX115" fmla="*/ 4681588 w 12192000"/>
              <a:gd name="connsiteY115" fmla="*/ 2467494 h 3482342"/>
              <a:gd name="connsiteX116" fmla="*/ 1783655 w 12192000"/>
              <a:gd name="connsiteY116" fmla="*/ 3163860 h 3482342"/>
              <a:gd name="connsiteX117" fmla="*/ 1325955 w 12192000"/>
              <a:gd name="connsiteY117" fmla="*/ 3176692 h 3482342"/>
              <a:gd name="connsiteX118" fmla="*/ 1190384 w 12192000"/>
              <a:gd name="connsiteY118" fmla="*/ 3203504 h 3482342"/>
              <a:gd name="connsiteX119" fmla="*/ 1094537 w 12192000"/>
              <a:gd name="connsiteY119" fmla="*/ 3229469 h 3482342"/>
              <a:gd name="connsiteX120" fmla="*/ 779276 w 12192000"/>
              <a:gd name="connsiteY120" fmla="*/ 3327290 h 3482342"/>
              <a:gd name="connsiteX121" fmla="*/ 600378 w 12192000"/>
              <a:gd name="connsiteY121" fmla="*/ 3335250 h 3482342"/>
              <a:gd name="connsiteX122" fmla="*/ 493457 w 12192000"/>
              <a:gd name="connsiteY122" fmla="*/ 3365044 h 3482342"/>
              <a:gd name="connsiteX123" fmla="*/ 349402 w 12192000"/>
              <a:gd name="connsiteY123" fmla="*/ 3380897 h 3482342"/>
              <a:gd name="connsiteX124" fmla="*/ 192183 w 12192000"/>
              <a:gd name="connsiteY124" fmla="*/ 3460075 h 3482342"/>
              <a:gd name="connsiteX125" fmla="*/ 46713 w 12192000"/>
              <a:gd name="connsiteY125" fmla="*/ 3462986 h 3482342"/>
              <a:gd name="connsiteX126" fmla="*/ 2765 w 12192000"/>
              <a:gd name="connsiteY126" fmla="*/ 3480770 h 3482342"/>
              <a:gd name="connsiteX127" fmla="*/ 0 w 12192000"/>
              <a:gd name="connsiteY127" fmla="*/ 3482342 h 3482342"/>
              <a:gd name="connsiteX128" fmla="*/ 0 w 12192000"/>
              <a:gd name="connsiteY12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87356 w 12192000"/>
              <a:gd name="connsiteY37" fmla="*/ 1385722 h 3482342"/>
              <a:gd name="connsiteX38" fmla="*/ 10464012 w 12192000"/>
              <a:gd name="connsiteY38" fmla="*/ 1391778 h 3482342"/>
              <a:gd name="connsiteX39" fmla="*/ 10405409 w 12192000"/>
              <a:gd name="connsiteY39" fmla="*/ 1422789 h 3482342"/>
              <a:gd name="connsiteX40" fmla="*/ 10370530 w 12192000"/>
              <a:gd name="connsiteY40" fmla="*/ 1441596 h 3482342"/>
              <a:gd name="connsiteX41" fmla="*/ 10300239 w 12192000"/>
              <a:gd name="connsiteY41" fmla="*/ 1456332 h 3482342"/>
              <a:gd name="connsiteX42" fmla="*/ 10264922 w 12192000"/>
              <a:gd name="connsiteY42" fmla="*/ 1472107 h 3482342"/>
              <a:gd name="connsiteX43" fmla="*/ 10229629 w 12192000"/>
              <a:gd name="connsiteY43" fmla="*/ 1470454 h 3482342"/>
              <a:gd name="connsiteX44" fmla="*/ 10201385 w 12192000"/>
              <a:gd name="connsiteY44" fmla="*/ 1477515 h 3482342"/>
              <a:gd name="connsiteX45" fmla="*/ 10151958 w 12192000"/>
              <a:gd name="connsiteY45" fmla="*/ 1477515 h 3482342"/>
              <a:gd name="connsiteX46" fmla="*/ 10120184 w 12192000"/>
              <a:gd name="connsiteY46" fmla="*/ 1466924 h 3482342"/>
              <a:gd name="connsiteX47" fmla="*/ 10058690 w 12192000"/>
              <a:gd name="connsiteY47" fmla="*/ 1474888 h 3482342"/>
              <a:gd name="connsiteX48" fmla="*/ 10004424 w 12192000"/>
              <a:gd name="connsiteY48" fmla="*/ 1489801 h 3482342"/>
              <a:gd name="connsiteX49" fmla="*/ 9999951 w 12192000"/>
              <a:gd name="connsiteY49" fmla="*/ 1499127 h 3482342"/>
              <a:gd name="connsiteX50" fmla="*/ 9845462 w 12192000"/>
              <a:gd name="connsiteY50" fmla="*/ 1548192 h 3482342"/>
              <a:gd name="connsiteX51" fmla="*/ 9736156 w 12192000"/>
              <a:gd name="connsiteY51" fmla="*/ 1581928 h 3482342"/>
              <a:gd name="connsiteX52" fmla="*/ 9693355 w 12192000"/>
              <a:gd name="connsiteY52" fmla="*/ 1602632 h 3482342"/>
              <a:gd name="connsiteX53" fmla="*/ 9664242 w 12192000"/>
              <a:gd name="connsiteY53" fmla="*/ 1622075 h 3482342"/>
              <a:gd name="connsiteX54" fmla="*/ 9579195 w 12192000"/>
              <a:gd name="connsiteY54" fmla="*/ 1648017 h 3482342"/>
              <a:gd name="connsiteX55" fmla="*/ 9433652 w 12192000"/>
              <a:gd name="connsiteY55" fmla="*/ 1681174 h 3482342"/>
              <a:gd name="connsiteX56" fmla="*/ 9403775 w 12192000"/>
              <a:gd name="connsiteY56" fmla="*/ 1690403 h 3482342"/>
              <a:gd name="connsiteX57" fmla="*/ 9382503 w 12192000"/>
              <a:gd name="connsiteY57" fmla="*/ 1706957 h 3482342"/>
              <a:gd name="connsiteX58" fmla="*/ 9381410 w 12192000"/>
              <a:gd name="connsiteY58" fmla="*/ 1718312 h 3482342"/>
              <a:gd name="connsiteX59" fmla="*/ 9365685 w 12192000"/>
              <a:gd name="connsiteY59" fmla="*/ 1724772 h 3482342"/>
              <a:gd name="connsiteX60" fmla="*/ 9278020 w 12192000"/>
              <a:gd name="connsiteY60" fmla="*/ 1741161 h 3482342"/>
              <a:gd name="connsiteX61" fmla="*/ 9217145 w 12192000"/>
              <a:gd name="connsiteY61" fmla="*/ 1771195 h 3482342"/>
              <a:gd name="connsiteX62" fmla="*/ 8955875 w 12192000"/>
              <a:gd name="connsiteY62" fmla="*/ 1796806 h 3482342"/>
              <a:gd name="connsiteX63" fmla="*/ 8648415 w 12192000"/>
              <a:gd name="connsiteY63" fmla="*/ 1878623 h 3482342"/>
              <a:gd name="connsiteX64" fmla="*/ 8495949 w 12192000"/>
              <a:gd name="connsiteY64" fmla="*/ 1902425 h 3482342"/>
              <a:gd name="connsiteX65" fmla="*/ 8236214 w 12192000"/>
              <a:gd name="connsiteY65" fmla="*/ 1909725 h 3482342"/>
              <a:gd name="connsiteX66" fmla="*/ 8132104 w 12192000"/>
              <a:gd name="connsiteY66" fmla="*/ 1895727 h 3482342"/>
              <a:gd name="connsiteX67" fmla="*/ 7918078 w 12192000"/>
              <a:gd name="connsiteY67" fmla="*/ 1862668 h 3482342"/>
              <a:gd name="connsiteX68" fmla="*/ 7817899 w 12192000"/>
              <a:gd name="connsiteY68" fmla="*/ 1862176 h 3482342"/>
              <a:gd name="connsiteX69" fmla="*/ 7768994 w 12192000"/>
              <a:gd name="connsiteY69" fmla="*/ 1855721 h 3482342"/>
              <a:gd name="connsiteX70" fmla="*/ 7618027 w 12192000"/>
              <a:gd name="connsiteY70" fmla="*/ 1830959 h 3482342"/>
              <a:gd name="connsiteX71" fmla="*/ 7449425 w 12192000"/>
              <a:gd name="connsiteY71" fmla="*/ 1810910 h 3482342"/>
              <a:gd name="connsiteX72" fmla="*/ 7342915 w 12192000"/>
              <a:gd name="connsiteY72" fmla="*/ 1819827 h 3482342"/>
              <a:gd name="connsiteX73" fmla="*/ 7255191 w 12192000"/>
              <a:gd name="connsiteY73" fmla="*/ 1834354 h 3482342"/>
              <a:gd name="connsiteX74" fmla="*/ 7131205 w 12192000"/>
              <a:gd name="connsiteY74" fmla="*/ 1845557 h 3482342"/>
              <a:gd name="connsiteX75" fmla="*/ 6941837 w 12192000"/>
              <a:gd name="connsiteY75" fmla="*/ 1840640 h 3482342"/>
              <a:gd name="connsiteX76" fmla="*/ 6837145 w 12192000"/>
              <a:gd name="connsiteY76" fmla="*/ 1870724 h 3482342"/>
              <a:gd name="connsiteX77" fmla="*/ 6753991 w 12192000"/>
              <a:gd name="connsiteY77" fmla="*/ 1860969 h 3482342"/>
              <a:gd name="connsiteX78" fmla="*/ 6727754 w 12192000"/>
              <a:gd name="connsiteY78" fmla="*/ 1882372 h 3482342"/>
              <a:gd name="connsiteX79" fmla="*/ 6723371 w 12192000"/>
              <a:gd name="connsiteY79" fmla="*/ 1886494 h 3482342"/>
              <a:gd name="connsiteX80" fmla="*/ 6702779 w 12192000"/>
              <a:gd name="connsiteY80" fmla="*/ 1893601 h 3482342"/>
              <a:gd name="connsiteX81" fmla="*/ 6686657 w 12192000"/>
              <a:gd name="connsiteY81" fmla="*/ 1907344 h 3482342"/>
              <a:gd name="connsiteX82" fmla="*/ 6651330 w 12192000"/>
              <a:gd name="connsiteY82" fmla="*/ 1922921 h 3482342"/>
              <a:gd name="connsiteX83" fmla="*/ 6622958 w 12192000"/>
              <a:gd name="connsiteY83" fmla="*/ 1936255 h 3482342"/>
              <a:gd name="connsiteX84" fmla="*/ 6522602 w 12192000"/>
              <a:gd name="connsiteY84" fmla="*/ 1954133 h 3482342"/>
              <a:gd name="connsiteX85" fmla="*/ 6444344 w 12192000"/>
              <a:gd name="connsiteY85" fmla="*/ 1969663 h 3482342"/>
              <a:gd name="connsiteX86" fmla="*/ 6409626 w 12192000"/>
              <a:gd name="connsiteY86" fmla="*/ 1978846 h 3482342"/>
              <a:gd name="connsiteX87" fmla="*/ 6333446 w 12192000"/>
              <a:gd name="connsiteY87" fmla="*/ 1997163 h 3482342"/>
              <a:gd name="connsiteX88" fmla="*/ 6294933 w 12192000"/>
              <a:gd name="connsiteY88" fmla="*/ 2019412 h 3482342"/>
              <a:gd name="connsiteX89" fmla="*/ 6238719 w 12192000"/>
              <a:gd name="connsiteY89" fmla="*/ 2042547 h 3482342"/>
              <a:gd name="connsiteX90" fmla="*/ 6187205 w 12192000"/>
              <a:gd name="connsiteY90" fmla="*/ 2060048 h 3482342"/>
              <a:gd name="connsiteX91" fmla="*/ 6138780 w 12192000"/>
              <a:gd name="connsiteY91" fmla="*/ 2081918 h 3482342"/>
              <a:gd name="connsiteX92" fmla="*/ 6120125 w 12192000"/>
              <a:gd name="connsiteY92" fmla="*/ 2109475 h 3482342"/>
              <a:gd name="connsiteX93" fmla="*/ 6056576 w 12192000"/>
              <a:gd name="connsiteY93" fmla="*/ 2120066 h 3482342"/>
              <a:gd name="connsiteX94" fmla="*/ 5993794 w 12192000"/>
              <a:gd name="connsiteY94" fmla="*/ 2122569 h 3482342"/>
              <a:gd name="connsiteX95" fmla="*/ 5943601 w 12192000"/>
              <a:gd name="connsiteY95" fmla="*/ 2137719 h 3482342"/>
              <a:gd name="connsiteX96" fmla="*/ 5898141 w 12192000"/>
              <a:gd name="connsiteY96" fmla="*/ 2144806 h 3482342"/>
              <a:gd name="connsiteX97" fmla="*/ 5855337 w 12192000"/>
              <a:gd name="connsiteY97" fmla="*/ 2137719 h 3482342"/>
              <a:gd name="connsiteX98" fmla="*/ 5817682 w 12192000"/>
              <a:gd name="connsiteY98" fmla="*/ 2157358 h 3482342"/>
              <a:gd name="connsiteX99" fmla="*/ 5735300 w 12192000"/>
              <a:gd name="connsiteY99" fmla="*/ 2158902 h 3482342"/>
              <a:gd name="connsiteX100" fmla="*/ 5591469 w 12192000"/>
              <a:gd name="connsiteY100" fmla="*/ 2178389 h 3482342"/>
              <a:gd name="connsiteX101" fmla="*/ 5505818 w 12192000"/>
              <a:gd name="connsiteY101" fmla="*/ 2194207 h 3482342"/>
              <a:gd name="connsiteX102" fmla="*/ 5452860 w 12192000"/>
              <a:gd name="connsiteY102" fmla="*/ 2180085 h 3482342"/>
              <a:gd name="connsiteX103" fmla="*/ 5414282 w 12192000"/>
              <a:gd name="connsiteY103" fmla="*/ 2183070 h 3482342"/>
              <a:gd name="connsiteX104" fmla="*/ 5368369 w 12192000"/>
              <a:gd name="connsiteY104" fmla="*/ 2204272 h 3482342"/>
              <a:gd name="connsiteX105" fmla="*/ 5336354 w 12192000"/>
              <a:gd name="connsiteY105" fmla="*/ 2218920 h 3482342"/>
              <a:gd name="connsiteX106" fmla="*/ 5291263 w 12192000"/>
              <a:gd name="connsiteY106" fmla="*/ 2239182 h 3482342"/>
              <a:gd name="connsiteX107" fmla="*/ 5255152 w 12192000"/>
              <a:gd name="connsiteY107" fmla="*/ 2247164 h 3482342"/>
              <a:gd name="connsiteX108" fmla="*/ 5233796 w 12192000"/>
              <a:gd name="connsiteY108" fmla="*/ 2268260 h 3482342"/>
              <a:gd name="connsiteX109" fmla="*/ 5212786 w 12192000"/>
              <a:gd name="connsiteY109" fmla="*/ 2296592 h 3482342"/>
              <a:gd name="connsiteX110" fmla="*/ 5173523 w 12192000"/>
              <a:gd name="connsiteY110" fmla="*/ 2309057 h 3482342"/>
              <a:gd name="connsiteX111" fmla="*/ 5123830 w 12192000"/>
              <a:gd name="connsiteY111" fmla="*/ 2307070 h 3482342"/>
              <a:gd name="connsiteX112" fmla="*/ 5065426 w 12192000"/>
              <a:gd name="connsiteY112" fmla="*/ 2324076 h 3482342"/>
              <a:gd name="connsiteX113" fmla="*/ 4975908 w 12192000"/>
              <a:gd name="connsiteY113" fmla="*/ 2364128 h 3482342"/>
              <a:gd name="connsiteX114" fmla="*/ 4913723 w 12192000"/>
              <a:gd name="connsiteY114" fmla="*/ 2385265 h 3482342"/>
              <a:gd name="connsiteX115" fmla="*/ 4746485 w 12192000"/>
              <a:gd name="connsiteY115" fmla="*/ 2451769 h 3482342"/>
              <a:gd name="connsiteX116" fmla="*/ 4681588 w 12192000"/>
              <a:gd name="connsiteY116" fmla="*/ 2467494 h 3482342"/>
              <a:gd name="connsiteX117" fmla="*/ 1783655 w 12192000"/>
              <a:gd name="connsiteY117" fmla="*/ 3163860 h 3482342"/>
              <a:gd name="connsiteX118" fmla="*/ 1325955 w 12192000"/>
              <a:gd name="connsiteY118" fmla="*/ 3176692 h 3482342"/>
              <a:gd name="connsiteX119" fmla="*/ 1190384 w 12192000"/>
              <a:gd name="connsiteY119" fmla="*/ 3203504 h 3482342"/>
              <a:gd name="connsiteX120" fmla="*/ 1094537 w 12192000"/>
              <a:gd name="connsiteY120" fmla="*/ 3229469 h 3482342"/>
              <a:gd name="connsiteX121" fmla="*/ 779276 w 12192000"/>
              <a:gd name="connsiteY121" fmla="*/ 3327290 h 3482342"/>
              <a:gd name="connsiteX122" fmla="*/ 600378 w 12192000"/>
              <a:gd name="connsiteY122" fmla="*/ 3335250 h 3482342"/>
              <a:gd name="connsiteX123" fmla="*/ 493457 w 12192000"/>
              <a:gd name="connsiteY123" fmla="*/ 3365044 h 3482342"/>
              <a:gd name="connsiteX124" fmla="*/ 349402 w 12192000"/>
              <a:gd name="connsiteY124" fmla="*/ 3380897 h 3482342"/>
              <a:gd name="connsiteX125" fmla="*/ 192183 w 12192000"/>
              <a:gd name="connsiteY125" fmla="*/ 3460075 h 3482342"/>
              <a:gd name="connsiteX126" fmla="*/ 46713 w 12192000"/>
              <a:gd name="connsiteY126" fmla="*/ 3462986 h 3482342"/>
              <a:gd name="connsiteX127" fmla="*/ 2765 w 12192000"/>
              <a:gd name="connsiteY127" fmla="*/ 3480770 h 3482342"/>
              <a:gd name="connsiteX128" fmla="*/ 0 w 12192000"/>
              <a:gd name="connsiteY128" fmla="*/ 3482342 h 3482342"/>
              <a:gd name="connsiteX129" fmla="*/ 0 w 12192000"/>
              <a:gd name="connsiteY12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50756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7375 w 12192000"/>
              <a:gd name="connsiteY36" fmla="*/ 1375130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58690 w 12192000"/>
              <a:gd name="connsiteY49" fmla="*/ 1474888 h 3482342"/>
              <a:gd name="connsiteX50" fmla="*/ 10004424 w 12192000"/>
              <a:gd name="connsiteY50" fmla="*/ 1489801 h 3482342"/>
              <a:gd name="connsiteX51" fmla="*/ 9999951 w 12192000"/>
              <a:gd name="connsiteY51" fmla="*/ 1499127 h 3482342"/>
              <a:gd name="connsiteX52" fmla="*/ 9845462 w 12192000"/>
              <a:gd name="connsiteY52" fmla="*/ 1548192 h 3482342"/>
              <a:gd name="connsiteX53" fmla="*/ 9736156 w 12192000"/>
              <a:gd name="connsiteY53" fmla="*/ 1581928 h 3482342"/>
              <a:gd name="connsiteX54" fmla="*/ 9693355 w 12192000"/>
              <a:gd name="connsiteY54" fmla="*/ 1602632 h 3482342"/>
              <a:gd name="connsiteX55" fmla="*/ 9664242 w 12192000"/>
              <a:gd name="connsiteY55" fmla="*/ 1622075 h 3482342"/>
              <a:gd name="connsiteX56" fmla="*/ 9579195 w 12192000"/>
              <a:gd name="connsiteY56" fmla="*/ 1648017 h 3482342"/>
              <a:gd name="connsiteX57" fmla="*/ 9433652 w 12192000"/>
              <a:gd name="connsiteY57" fmla="*/ 1681174 h 3482342"/>
              <a:gd name="connsiteX58" fmla="*/ 9403775 w 12192000"/>
              <a:gd name="connsiteY58" fmla="*/ 1690403 h 3482342"/>
              <a:gd name="connsiteX59" fmla="*/ 9382503 w 12192000"/>
              <a:gd name="connsiteY59" fmla="*/ 1706957 h 3482342"/>
              <a:gd name="connsiteX60" fmla="*/ 9381410 w 12192000"/>
              <a:gd name="connsiteY60" fmla="*/ 1718312 h 3482342"/>
              <a:gd name="connsiteX61" fmla="*/ 9365685 w 12192000"/>
              <a:gd name="connsiteY61" fmla="*/ 1724772 h 3482342"/>
              <a:gd name="connsiteX62" fmla="*/ 9278020 w 12192000"/>
              <a:gd name="connsiteY62" fmla="*/ 1741161 h 3482342"/>
              <a:gd name="connsiteX63" fmla="*/ 9217145 w 12192000"/>
              <a:gd name="connsiteY63" fmla="*/ 1771195 h 3482342"/>
              <a:gd name="connsiteX64" fmla="*/ 8955875 w 12192000"/>
              <a:gd name="connsiteY64" fmla="*/ 1796806 h 3482342"/>
              <a:gd name="connsiteX65" fmla="*/ 8648415 w 12192000"/>
              <a:gd name="connsiteY65" fmla="*/ 1878623 h 3482342"/>
              <a:gd name="connsiteX66" fmla="*/ 8495949 w 12192000"/>
              <a:gd name="connsiteY66" fmla="*/ 1902425 h 3482342"/>
              <a:gd name="connsiteX67" fmla="*/ 8236214 w 12192000"/>
              <a:gd name="connsiteY67" fmla="*/ 1909725 h 3482342"/>
              <a:gd name="connsiteX68" fmla="*/ 8132104 w 12192000"/>
              <a:gd name="connsiteY68" fmla="*/ 1895727 h 3482342"/>
              <a:gd name="connsiteX69" fmla="*/ 7918078 w 12192000"/>
              <a:gd name="connsiteY69" fmla="*/ 1862668 h 3482342"/>
              <a:gd name="connsiteX70" fmla="*/ 7817899 w 12192000"/>
              <a:gd name="connsiteY70" fmla="*/ 1862176 h 3482342"/>
              <a:gd name="connsiteX71" fmla="*/ 7768994 w 12192000"/>
              <a:gd name="connsiteY71" fmla="*/ 1855721 h 3482342"/>
              <a:gd name="connsiteX72" fmla="*/ 7618027 w 12192000"/>
              <a:gd name="connsiteY72" fmla="*/ 1830959 h 3482342"/>
              <a:gd name="connsiteX73" fmla="*/ 7449425 w 12192000"/>
              <a:gd name="connsiteY73" fmla="*/ 1810910 h 3482342"/>
              <a:gd name="connsiteX74" fmla="*/ 7342915 w 12192000"/>
              <a:gd name="connsiteY74" fmla="*/ 1819827 h 3482342"/>
              <a:gd name="connsiteX75" fmla="*/ 7255191 w 12192000"/>
              <a:gd name="connsiteY75" fmla="*/ 1834354 h 3482342"/>
              <a:gd name="connsiteX76" fmla="*/ 7131205 w 12192000"/>
              <a:gd name="connsiteY76" fmla="*/ 1845557 h 3482342"/>
              <a:gd name="connsiteX77" fmla="*/ 6941837 w 12192000"/>
              <a:gd name="connsiteY77" fmla="*/ 1840640 h 3482342"/>
              <a:gd name="connsiteX78" fmla="*/ 6837145 w 12192000"/>
              <a:gd name="connsiteY78" fmla="*/ 1870724 h 3482342"/>
              <a:gd name="connsiteX79" fmla="*/ 6753991 w 12192000"/>
              <a:gd name="connsiteY79" fmla="*/ 1860969 h 3482342"/>
              <a:gd name="connsiteX80" fmla="*/ 6727754 w 12192000"/>
              <a:gd name="connsiteY80" fmla="*/ 1882372 h 3482342"/>
              <a:gd name="connsiteX81" fmla="*/ 6723371 w 12192000"/>
              <a:gd name="connsiteY81" fmla="*/ 1886494 h 3482342"/>
              <a:gd name="connsiteX82" fmla="*/ 6702779 w 12192000"/>
              <a:gd name="connsiteY82" fmla="*/ 1893601 h 3482342"/>
              <a:gd name="connsiteX83" fmla="*/ 6686657 w 12192000"/>
              <a:gd name="connsiteY83" fmla="*/ 1907344 h 3482342"/>
              <a:gd name="connsiteX84" fmla="*/ 6651330 w 12192000"/>
              <a:gd name="connsiteY84" fmla="*/ 1922921 h 3482342"/>
              <a:gd name="connsiteX85" fmla="*/ 6622958 w 12192000"/>
              <a:gd name="connsiteY85" fmla="*/ 1936255 h 3482342"/>
              <a:gd name="connsiteX86" fmla="*/ 6522602 w 12192000"/>
              <a:gd name="connsiteY86" fmla="*/ 1954133 h 3482342"/>
              <a:gd name="connsiteX87" fmla="*/ 6444344 w 12192000"/>
              <a:gd name="connsiteY87" fmla="*/ 1969663 h 3482342"/>
              <a:gd name="connsiteX88" fmla="*/ 6409626 w 12192000"/>
              <a:gd name="connsiteY88" fmla="*/ 1978846 h 3482342"/>
              <a:gd name="connsiteX89" fmla="*/ 6333446 w 12192000"/>
              <a:gd name="connsiteY89" fmla="*/ 1997163 h 3482342"/>
              <a:gd name="connsiteX90" fmla="*/ 6294933 w 12192000"/>
              <a:gd name="connsiteY90" fmla="*/ 2019412 h 3482342"/>
              <a:gd name="connsiteX91" fmla="*/ 6238719 w 12192000"/>
              <a:gd name="connsiteY91" fmla="*/ 2042547 h 3482342"/>
              <a:gd name="connsiteX92" fmla="*/ 6187205 w 12192000"/>
              <a:gd name="connsiteY92" fmla="*/ 2060048 h 3482342"/>
              <a:gd name="connsiteX93" fmla="*/ 6138780 w 12192000"/>
              <a:gd name="connsiteY93" fmla="*/ 2081918 h 3482342"/>
              <a:gd name="connsiteX94" fmla="*/ 6120125 w 12192000"/>
              <a:gd name="connsiteY94" fmla="*/ 2109475 h 3482342"/>
              <a:gd name="connsiteX95" fmla="*/ 6056576 w 12192000"/>
              <a:gd name="connsiteY95" fmla="*/ 2120066 h 3482342"/>
              <a:gd name="connsiteX96" fmla="*/ 5993794 w 12192000"/>
              <a:gd name="connsiteY96" fmla="*/ 2122569 h 3482342"/>
              <a:gd name="connsiteX97" fmla="*/ 5943601 w 12192000"/>
              <a:gd name="connsiteY97" fmla="*/ 2137719 h 3482342"/>
              <a:gd name="connsiteX98" fmla="*/ 5898141 w 12192000"/>
              <a:gd name="connsiteY98" fmla="*/ 2144806 h 3482342"/>
              <a:gd name="connsiteX99" fmla="*/ 5855337 w 12192000"/>
              <a:gd name="connsiteY99" fmla="*/ 2137719 h 3482342"/>
              <a:gd name="connsiteX100" fmla="*/ 5817682 w 12192000"/>
              <a:gd name="connsiteY100" fmla="*/ 2157358 h 3482342"/>
              <a:gd name="connsiteX101" fmla="*/ 5735300 w 12192000"/>
              <a:gd name="connsiteY101" fmla="*/ 2158902 h 3482342"/>
              <a:gd name="connsiteX102" fmla="*/ 5591469 w 12192000"/>
              <a:gd name="connsiteY102" fmla="*/ 2178389 h 3482342"/>
              <a:gd name="connsiteX103" fmla="*/ 5505818 w 12192000"/>
              <a:gd name="connsiteY103" fmla="*/ 2194207 h 3482342"/>
              <a:gd name="connsiteX104" fmla="*/ 5452860 w 12192000"/>
              <a:gd name="connsiteY104" fmla="*/ 2180085 h 3482342"/>
              <a:gd name="connsiteX105" fmla="*/ 5414282 w 12192000"/>
              <a:gd name="connsiteY105" fmla="*/ 2183070 h 3482342"/>
              <a:gd name="connsiteX106" fmla="*/ 5368369 w 12192000"/>
              <a:gd name="connsiteY106" fmla="*/ 2204272 h 3482342"/>
              <a:gd name="connsiteX107" fmla="*/ 5336354 w 12192000"/>
              <a:gd name="connsiteY107" fmla="*/ 2218920 h 3482342"/>
              <a:gd name="connsiteX108" fmla="*/ 5291263 w 12192000"/>
              <a:gd name="connsiteY108" fmla="*/ 2239182 h 3482342"/>
              <a:gd name="connsiteX109" fmla="*/ 5255152 w 12192000"/>
              <a:gd name="connsiteY109" fmla="*/ 2247164 h 3482342"/>
              <a:gd name="connsiteX110" fmla="*/ 5233796 w 12192000"/>
              <a:gd name="connsiteY110" fmla="*/ 2268260 h 3482342"/>
              <a:gd name="connsiteX111" fmla="*/ 5212786 w 12192000"/>
              <a:gd name="connsiteY111" fmla="*/ 2296592 h 3482342"/>
              <a:gd name="connsiteX112" fmla="*/ 5173523 w 12192000"/>
              <a:gd name="connsiteY112" fmla="*/ 2309057 h 3482342"/>
              <a:gd name="connsiteX113" fmla="*/ 5123830 w 12192000"/>
              <a:gd name="connsiteY113" fmla="*/ 2307070 h 3482342"/>
              <a:gd name="connsiteX114" fmla="*/ 5065426 w 12192000"/>
              <a:gd name="connsiteY114" fmla="*/ 2324076 h 3482342"/>
              <a:gd name="connsiteX115" fmla="*/ 4975908 w 12192000"/>
              <a:gd name="connsiteY115" fmla="*/ 2364128 h 3482342"/>
              <a:gd name="connsiteX116" fmla="*/ 4913723 w 12192000"/>
              <a:gd name="connsiteY116" fmla="*/ 2385265 h 3482342"/>
              <a:gd name="connsiteX117" fmla="*/ 4746485 w 12192000"/>
              <a:gd name="connsiteY117" fmla="*/ 2451769 h 3482342"/>
              <a:gd name="connsiteX118" fmla="*/ 4681588 w 12192000"/>
              <a:gd name="connsiteY118" fmla="*/ 2467494 h 3482342"/>
              <a:gd name="connsiteX119" fmla="*/ 1783655 w 12192000"/>
              <a:gd name="connsiteY119" fmla="*/ 3163860 h 3482342"/>
              <a:gd name="connsiteX120" fmla="*/ 1325955 w 12192000"/>
              <a:gd name="connsiteY120" fmla="*/ 3176692 h 3482342"/>
              <a:gd name="connsiteX121" fmla="*/ 1190384 w 12192000"/>
              <a:gd name="connsiteY121" fmla="*/ 3203504 h 3482342"/>
              <a:gd name="connsiteX122" fmla="*/ 1094537 w 12192000"/>
              <a:gd name="connsiteY122" fmla="*/ 3229469 h 3482342"/>
              <a:gd name="connsiteX123" fmla="*/ 779276 w 12192000"/>
              <a:gd name="connsiteY123" fmla="*/ 3327290 h 3482342"/>
              <a:gd name="connsiteX124" fmla="*/ 600378 w 12192000"/>
              <a:gd name="connsiteY124" fmla="*/ 3335250 h 3482342"/>
              <a:gd name="connsiteX125" fmla="*/ 493457 w 12192000"/>
              <a:gd name="connsiteY125" fmla="*/ 3365044 h 3482342"/>
              <a:gd name="connsiteX126" fmla="*/ 349402 w 12192000"/>
              <a:gd name="connsiteY126" fmla="*/ 3380897 h 3482342"/>
              <a:gd name="connsiteX127" fmla="*/ 192183 w 12192000"/>
              <a:gd name="connsiteY127" fmla="*/ 3460075 h 3482342"/>
              <a:gd name="connsiteX128" fmla="*/ 46713 w 12192000"/>
              <a:gd name="connsiteY128" fmla="*/ 3462986 h 3482342"/>
              <a:gd name="connsiteX129" fmla="*/ 2765 w 12192000"/>
              <a:gd name="connsiteY129" fmla="*/ 3480770 h 3482342"/>
              <a:gd name="connsiteX130" fmla="*/ 0 w 12192000"/>
              <a:gd name="connsiteY130" fmla="*/ 3482342 h 3482342"/>
              <a:gd name="connsiteX131" fmla="*/ 0 w 12192000"/>
              <a:gd name="connsiteY13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495949 w 12192000"/>
              <a:gd name="connsiteY67" fmla="*/ 1902425 h 3482342"/>
              <a:gd name="connsiteX68" fmla="*/ 8236214 w 12192000"/>
              <a:gd name="connsiteY68" fmla="*/ 1909725 h 3482342"/>
              <a:gd name="connsiteX69" fmla="*/ 8132104 w 12192000"/>
              <a:gd name="connsiteY69" fmla="*/ 1895727 h 3482342"/>
              <a:gd name="connsiteX70" fmla="*/ 7918078 w 12192000"/>
              <a:gd name="connsiteY70" fmla="*/ 1862668 h 3482342"/>
              <a:gd name="connsiteX71" fmla="*/ 7817899 w 12192000"/>
              <a:gd name="connsiteY71" fmla="*/ 1862176 h 3482342"/>
              <a:gd name="connsiteX72" fmla="*/ 7768994 w 12192000"/>
              <a:gd name="connsiteY72" fmla="*/ 1855721 h 3482342"/>
              <a:gd name="connsiteX73" fmla="*/ 7618027 w 12192000"/>
              <a:gd name="connsiteY73" fmla="*/ 1830959 h 3482342"/>
              <a:gd name="connsiteX74" fmla="*/ 7449425 w 12192000"/>
              <a:gd name="connsiteY74" fmla="*/ 1810910 h 3482342"/>
              <a:gd name="connsiteX75" fmla="*/ 7342915 w 12192000"/>
              <a:gd name="connsiteY75" fmla="*/ 1819827 h 3482342"/>
              <a:gd name="connsiteX76" fmla="*/ 7255191 w 12192000"/>
              <a:gd name="connsiteY76" fmla="*/ 1834354 h 3482342"/>
              <a:gd name="connsiteX77" fmla="*/ 7131205 w 12192000"/>
              <a:gd name="connsiteY77" fmla="*/ 1845557 h 3482342"/>
              <a:gd name="connsiteX78" fmla="*/ 6941837 w 12192000"/>
              <a:gd name="connsiteY78" fmla="*/ 1840640 h 3482342"/>
              <a:gd name="connsiteX79" fmla="*/ 6837145 w 12192000"/>
              <a:gd name="connsiteY79" fmla="*/ 1870724 h 3482342"/>
              <a:gd name="connsiteX80" fmla="*/ 6753991 w 12192000"/>
              <a:gd name="connsiteY80" fmla="*/ 1860969 h 3482342"/>
              <a:gd name="connsiteX81" fmla="*/ 6727754 w 12192000"/>
              <a:gd name="connsiteY81" fmla="*/ 1882372 h 3482342"/>
              <a:gd name="connsiteX82" fmla="*/ 6723371 w 12192000"/>
              <a:gd name="connsiteY82" fmla="*/ 1886494 h 3482342"/>
              <a:gd name="connsiteX83" fmla="*/ 6702779 w 12192000"/>
              <a:gd name="connsiteY83" fmla="*/ 1893601 h 3482342"/>
              <a:gd name="connsiteX84" fmla="*/ 6686657 w 12192000"/>
              <a:gd name="connsiteY84" fmla="*/ 1907344 h 3482342"/>
              <a:gd name="connsiteX85" fmla="*/ 6651330 w 12192000"/>
              <a:gd name="connsiteY85" fmla="*/ 1922921 h 3482342"/>
              <a:gd name="connsiteX86" fmla="*/ 6622958 w 12192000"/>
              <a:gd name="connsiteY86" fmla="*/ 1936255 h 3482342"/>
              <a:gd name="connsiteX87" fmla="*/ 6522602 w 12192000"/>
              <a:gd name="connsiteY87" fmla="*/ 1954133 h 3482342"/>
              <a:gd name="connsiteX88" fmla="*/ 6444344 w 12192000"/>
              <a:gd name="connsiteY88" fmla="*/ 1969663 h 3482342"/>
              <a:gd name="connsiteX89" fmla="*/ 6409626 w 12192000"/>
              <a:gd name="connsiteY89" fmla="*/ 1978846 h 3482342"/>
              <a:gd name="connsiteX90" fmla="*/ 6333446 w 12192000"/>
              <a:gd name="connsiteY90" fmla="*/ 1997163 h 3482342"/>
              <a:gd name="connsiteX91" fmla="*/ 6294933 w 12192000"/>
              <a:gd name="connsiteY91" fmla="*/ 2019412 h 3482342"/>
              <a:gd name="connsiteX92" fmla="*/ 6238719 w 12192000"/>
              <a:gd name="connsiteY92" fmla="*/ 2042547 h 3482342"/>
              <a:gd name="connsiteX93" fmla="*/ 6187205 w 12192000"/>
              <a:gd name="connsiteY93" fmla="*/ 2060048 h 3482342"/>
              <a:gd name="connsiteX94" fmla="*/ 6138780 w 12192000"/>
              <a:gd name="connsiteY94" fmla="*/ 2081918 h 3482342"/>
              <a:gd name="connsiteX95" fmla="*/ 6120125 w 12192000"/>
              <a:gd name="connsiteY95" fmla="*/ 2109475 h 3482342"/>
              <a:gd name="connsiteX96" fmla="*/ 6056576 w 12192000"/>
              <a:gd name="connsiteY96" fmla="*/ 2120066 h 3482342"/>
              <a:gd name="connsiteX97" fmla="*/ 5993794 w 12192000"/>
              <a:gd name="connsiteY97" fmla="*/ 2122569 h 3482342"/>
              <a:gd name="connsiteX98" fmla="*/ 5943601 w 12192000"/>
              <a:gd name="connsiteY98" fmla="*/ 2137719 h 3482342"/>
              <a:gd name="connsiteX99" fmla="*/ 5898141 w 12192000"/>
              <a:gd name="connsiteY99" fmla="*/ 2144806 h 3482342"/>
              <a:gd name="connsiteX100" fmla="*/ 5855337 w 12192000"/>
              <a:gd name="connsiteY100" fmla="*/ 2137719 h 3482342"/>
              <a:gd name="connsiteX101" fmla="*/ 5817682 w 12192000"/>
              <a:gd name="connsiteY101" fmla="*/ 2157358 h 3482342"/>
              <a:gd name="connsiteX102" fmla="*/ 5735300 w 12192000"/>
              <a:gd name="connsiteY102" fmla="*/ 2158902 h 3482342"/>
              <a:gd name="connsiteX103" fmla="*/ 5591469 w 12192000"/>
              <a:gd name="connsiteY103" fmla="*/ 2178389 h 3482342"/>
              <a:gd name="connsiteX104" fmla="*/ 5505818 w 12192000"/>
              <a:gd name="connsiteY104" fmla="*/ 2194207 h 3482342"/>
              <a:gd name="connsiteX105" fmla="*/ 5452860 w 12192000"/>
              <a:gd name="connsiteY105" fmla="*/ 2180085 h 3482342"/>
              <a:gd name="connsiteX106" fmla="*/ 5414282 w 12192000"/>
              <a:gd name="connsiteY106" fmla="*/ 2183070 h 3482342"/>
              <a:gd name="connsiteX107" fmla="*/ 5368369 w 12192000"/>
              <a:gd name="connsiteY107" fmla="*/ 2204272 h 3482342"/>
              <a:gd name="connsiteX108" fmla="*/ 5336354 w 12192000"/>
              <a:gd name="connsiteY108" fmla="*/ 2218920 h 3482342"/>
              <a:gd name="connsiteX109" fmla="*/ 5291263 w 12192000"/>
              <a:gd name="connsiteY109" fmla="*/ 2239182 h 3482342"/>
              <a:gd name="connsiteX110" fmla="*/ 5255152 w 12192000"/>
              <a:gd name="connsiteY110" fmla="*/ 2247164 h 3482342"/>
              <a:gd name="connsiteX111" fmla="*/ 5233796 w 12192000"/>
              <a:gd name="connsiteY111" fmla="*/ 2268260 h 3482342"/>
              <a:gd name="connsiteX112" fmla="*/ 5212786 w 12192000"/>
              <a:gd name="connsiteY112" fmla="*/ 2296592 h 3482342"/>
              <a:gd name="connsiteX113" fmla="*/ 5173523 w 12192000"/>
              <a:gd name="connsiteY113" fmla="*/ 2309057 h 3482342"/>
              <a:gd name="connsiteX114" fmla="*/ 5123830 w 12192000"/>
              <a:gd name="connsiteY114" fmla="*/ 2307070 h 3482342"/>
              <a:gd name="connsiteX115" fmla="*/ 5065426 w 12192000"/>
              <a:gd name="connsiteY115" fmla="*/ 2324076 h 3482342"/>
              <a:gd name="connsiteX116" fmla="*/ 4975908 w 12192000"/>
              <a:gd name="connsiteY116" fmla="*/ 2364128 h 3482342"/>
              <a:gd name="connsiteX117" fmla="*/ 4913723 w 12192000"/>
              <a:gd name="connsiteY117" fmla="*/ 2385265 h 3482342"/>
              <a:gd name="connsiteX118" fmla="*/ 4746485 w 12192000"/>
              <a:gd name="connsiteY118" fmla="*/ 2451769 h 3482342"/>
              <a:gd name="connsiteX119" fmla="*/ 4681588 w 12192000"/>
              <a:gd name="connsiteY119" fmla="*/ 2467494 h 3482342"/>
              <a:gd name="connsiteX120" fmla="*/ 1783655 w 12192000"/>
              <a:gd name="connsiteY120" fmla="*/ 3163860 h 3482342"/>
              <a:gd name="connsiteX121" fmla="*/ 1325955 w 12192000"/>
              <a:gd name="connsiteY121" fmla="*/ 3176692 h 3482342"/>
              <a:gd name="connsiteX122" fmla="*/ 1190384 w 12192000"/>
              <a:gd name="connsiteY122" fmla="*/ 3203504 h 3482342"/>
              <a:gd name="connsiteX123" fmla="*/ 1094537 w 12192000"/>
              <a:gd name="connsiteY123" fmla="*/ 3229469 h 3482342"/>
              <a:gd name="connsiteX124" fmla="*/ 779276 w 12192000"/>
              <a:gd name="connsiteY124" fmla="*/ 3327290 h 3482342"/>
              <a:gd name="connsiteX125" fmla="*/ 600378 w 12192000"/>
              <a:gd name="connsiteY125" fmla="*/ 3335250 h 3482342"/>
              <a:gd name="connsiteX126" fmla="*/ 493457 w 12192000"/>
              <a:gd name="connsiteY126" fmla="*/ 3365044 h 3482342"/>
              <a:gd name="connsiteX127" fmla="*/ 349402 w 12192000"/>
              <a:gd name="connsiteY127" fmla="*/ 3380897 h 3482342"/>
              <a:gd name="connsiteX128" fmla="*/ 192183 w 12192000"/>
              <a:gd name="connsiteY128" fmla="*/ 3460075 h 3482342"/>
              <a:gd name="connsiteX129" fmla="*/ 46713 w 12192000"/>
              <a:gd name="connsiteY129" fmla="*/ 3462986 h 3482342"/>
              <a:gd name="connsiteX130" fmla="*/ 2765 w 12192000"/>
              <a:gd name="connsiteY130" fmla="*/ 3480770 h 3482342"/>
              <a:gd name="connsiteX131" fmla="*/ 0 w 12192000"/>
              <a:gd name="connsiteY131" fmla="*/ 3482342 h 3482342"/>
              <a:gd name="connsiteX132" fmla="*/ 0 w 12192000"/>
              <a:gd name="connsiteY13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506541 w 12192000"/>
              <a:gd name="connsiteY68" fmla="*/ 190595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6304 w 12192000"/>
              <a:gd name="connsiteY34" fmla="*/ 1342641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71654 w 12192000"/>
              <a:gd name="connsiteY25" fmla="*/ 1177422 h 3482342"/>
              <a:gd name="connsiteX26" fmla="*/ 11028687 w 12192000"/>
              <a:gd name="connsiteY26" fmla="*/ 1199018 h 3482342"/>
              <a:gd name="connsiteX27" fmla="*/ 10974565 w 12192000"/>
              <a:gd name="connsiteY27" fmla="*/ 1226849 h 3482342"/>
              <a:gd name="connsiteX28" fmla="*/ 10960443 w 12192000"/>
              <a:gd name="connsiteY28" fmla="*/ 1244502 h 3482342"/>
              <a:gd name="connsiteX29" fmla="*/ 10879242 w 12192000"/>
              <a:gd name="connsiteY29" fmla="*/ 1269215 h 3482342"/>
              <a:gd name="connsiteX30" fmla="*/ 10850998 w 12192000"/>
              <a:gd name="connsiteY30" fmla="*/ 1269215 h 3482342"/>
              <a:gd name="connsiteX31" fmla="*/ 10815658 w 12192000"/>
              <a:gd name="connsiteY31" fmla="*/ 1287849 h 3482342"/>
              <a:gd name="connsiteX32" fmla="*/ 10723900 w 12192000"/>
              <a:gd name="connsiteY32" fmla="*/ 1318642 h 3482342"/>
              <a:gd name="connsiteX33" fmla="*/ 10699186 w 12192000"/>
              <a:gd name="connsiteY33" fmla="*/ 1322173 h 3482342"/>
              <a:gd name="connsiteX34" fmla="*/ 10676375 w 12192000"/>
              <a:gd name="connsiteY34" fmla="*/ 1342640 h 3482342"/>
              <a:gd name="connsiteX35" fmla="*/ 10636304 w 12192000"/>
              <a:gd name="connsiteY35" fmla="*/ 1342641 h 3482342"/>
              <a:gd name="connsiteX36" fmla="*/ 10603863 w 12192000"/>
              <a:gd name="connsiteY36" fmla="*/ 1346886 h 3482342"/>
              <a:gd name="connsiteX37" fmla="*/ 10573203 w 12192000"/>
              <a:gd name="connsiteY37" fmla="*/ 1351996 h 3482342"/>
              <a:gd name="connsiteX38" fmla="*/ 10547375 w 12192000"/>
              <a:gd name="connsiteY38" fmla="*/ 1375130 h 3482342"/>
              <a:gd name="connsiteX39" fmla="*/ 10513263 w 12192000"/>
              <a:gd name="connsiteY39" fmla="*/ 1371939 h 3482342"/>
              <a:gd name="connsiteX40" fmla="*/ 10487356 w 12192000"/>
              <a:gd name="connsiteY40" fmla="*/ 1385722 h 3482342"/>
              <a:gd name="connsiteX41" fmla="*/ 10464012 w 12192000"/>
              <a:gd name="connsiteY41" fmla="*/ 1391778 h 3482342"/>
              <a:gd name="connsiteX42" fmla="*/ 10439694 w 12192000"/>
              <a:gd name="connsiteY42" fmla="*/ 1406905 h 3482342"/>
              <a:gd name="connsiteX43" fmla="*/ 10405409 w 12192000"/>
              <a:gd name="connsiteY43" fmla="*/ 1422789 h 3482342"/>
              <a:gd name="connsiteX44" fmla="*/ 10370530 w 12192000"/>
              <a:gd name="connsiteY44" fmla="*/ 1441596 h 3482342"/>
              <a:gd name="connsiteX45" fmla="*/ 10300239 w 12192000"/>
              <a:gd name="connsiteY45" fmla="*/ 1456332 h 3482342"/>
              <a:gd name="connsiteX46" fmla="*/ 10264922 w 12192000"/>
              <a:gd name="connsiteY46" fmla="*/ 1472107 h 3482342"/>
              <a:gd name="connsiteX47" fmla="*/ 10229629 w 12192000"/>
              <a:gd name="connsiteY47" fmla="*/ 1470454 h 3482342"/>
              <a:gd name="connsiteX48" fmla="*/ 10201385 w 12192000"/>
              <a:gd name="connsiteY48" fmla="*/ 1477515 h 3482342"/>
              <a:gd name="connsiteX49" fmla="*/ 10151958 w 12192000"/>
              <a:gd name="connsiteY49" fmla="*/ 1477515 h 3482342"/>
              <a:gd name="connsiteX50" fmla="*/ 10120184 w 12192000"/>
              <a:gd name="connsiteY50" fmla="*/ 1466924 h 3482342"/>
              <a:gd name="connsiteX51" fmla="*/ 10081348 w 12192000"/>
              <a:gd name="connsiteY51" fmla="*/ 1481046 h 3482342"/>
              <a:gd name="connsiteX52" fmla="*/ 10058690 w 12192000"/>
              <a:gd name="connsiteY52" fmla="*/ 1474888 h 3482342"/>
              <a:gd name="connsiteX53" fmla="*/ 10004424 w 12192000"/>
              <a:gd name="connsiteY53" fmla="*/ 1489801 h 3482342"/>
              <a:gd name="connsiteX54" fmla="*/ 9999951 w 12192000"/>
              <a:gd name="connsiteY54" fmla="*/ 1499127 h 3482342"/>
              <a:gd name="connsiteX55" fmla="*/ 9845462 w 12192000"/>
              <a:gd name="connsiteY55" fmla="*/ 1548192 h 3482342"/>
              <a:gd name="connsiteX56" fmla="*/ 9736156 w 12192000"/>
              <a:gd name="connsiteY56" fmla="*/ 1581928 h 3482342"/>
              <a:gd name="connsiteX57" fmla="*/ 9693355 w 12192000"/>
              <a:gd name="connsiteY57" fmla="*/ 1602632 h 3482342"/>
              <a:gd name="connsiteX58" fmla="*/ 9664242 w 12192000"/>
              <a:gd name="connsiteY58" fmla="*/ 1622075 h 3482342"/>
              <a:gd name="connsiteX59" fmla="*/ 9579195 w 12192000"/>
              <a:gd name="connsiteY59" fmla="*/ 1648017 h 3482342"/>
              <a:gd name="connsiteX60" fmla="*/ 9433652 w 12192000"/>
              <a:gd name="connsiteY60" fmla="*/ 1681174 h 3482342"/>
              <a:gd name="connsiteX61" fmla="*/ 9403775 w 12192000"/>
              <a:gd name="connsiteY61" fmla="*/ 1690403 h 3482342"/>
              <a:gd name="connsiteX62" fmla="*/ 9382503 w 12192000"/>
              <a:gd name="connsiteY62" fmla="*/ 1706957 h 3482342"/>
              <a:gd name="connsiteX63" fmla="*/ 9381410 w 12192000"/>
              <a:gd name="connsiteY63" fmla="*/ 1718312 h 3482342"/>
              <a:gd name="connsiteX64" fmla="*/ 9365685 w 12192000"/>
              <a:gd name="connsiteY64" fmla="*/ 1724772 h 3482342"/>
              <a:gd name="connsiteX65" fmla="*/ 9278020 w 12192000"/>
              <a:gd name="connsiteY65" fmla="*/ 1741161 h 3482342"/>
              <a:gd name="connsiteX66" fmla="*/ 9217145 w 12192000"/>
              <a:gd name="connsiteY66" fmla="*/ 1771195 h 3482342"/>
              <a:gd name="connsiteX67" fmla="*/ 8955875 w 12192000"/>
              <a:gd name="connsiteY67" fmla="*/ 1796806 h 3482342"/>
              <a:gd name="connsiteX68" fmla="*/ 8648415 w 12192000"/>
              <a:gd name="connsiteY68" fmla="*/ 1878623 h 3482342"/>
              <a:gd name="connsiteX69" fmla="*/ 8538519 w 12192000"/>
              <a:gd name="connsiteY69" fmla="*/ 1894114 h 3482342"/>
              <a:gd name="connsiteX70" fmla="*/ 8506541 w 12192000"/>
              <a:gd name="connsiteY70" fmla="*/ 1905955 h 3482342"/>
              <a:gd name="connsiteX71" fmla="*/ 8236214 w 12192000"/>
              <a:gd name="connsiteY71" fmla="*/ 1909725 h 3482342"/>
              <a:gd name="connsiteX72" fmla="*/ 8132104 w 12192000"/>
              <a:gd name="connsiteY72" fmla="*/ 1895727 h 3482342"/>
              <a:gd name="connsiteX73" fmla="*/ 7918078 w 12192000"/>
              <a:gd name="connsiteY73" fmla="*/ 1862668 h 3482342"/>
              <a:gd name="connsiteX74" fmla="*/ 7817899 w 12192000"/>
              <a:gd name="connsiteY74" fmla="*/ 1862176 h 3482342"/>
              <a:gd name="connsiteX75" fmla="*/ 7768994 w 12192000"/>
              <a:gd name="connsiteY75" fmla="*/ 1855721 h 3482342"/>
              <a:gd name="connsiteX76" fmla="*/ 7618027 w 12192000"/>
              <a:gd name="connsiteY76" fmla="*/ 1830959 h 3482342"/>
              <a:gd name="connsiteX77" fmla="*/ 7449425 w 12192000"/>
              <a:gd name="connsiteY77" fmla="*/ 1810910 h 3482342"/>
              <a:gd name="connsiteX78" fmla="*/ 7342915 w 12192000"/>
              <a:gd name="connsiteY78" fmla="*/ 1819827 h 3482342"/>
              <a:gd name="connsiteX79" fmla="*/ 7255191 w 12192000"/>
              <a:gd name="connsiteY79" fmla="*/ 1834354 h 3482342"/>
              <a:gd name="connsiteX80" fmla="*/ 7131205 w 12192000"/>
              <a:gd name="connsiteY80" fmla="*/ 1845557 h 3482342"/>
              <a:gd name="connsiteX81" fmla="*/ 6941837 w 12192000"/>
              <a:gd name="connsiteY81" fmla="*/ 1840640 h 3482342"/>
              <a:gd name="connsiteX82" fmla="*/ 6837145 w 12192000"/>
              <a:gd name="connsiteY82" fmla="*/ 1870724 h 3482342"/>
              <a:gd name="connsiteX83" fmla="*/ 6753991 w 12192000"/>
              <a:gd name="connsiteY83" fmla="*/ 1860969 h 3482342"/>
              <a:gd name="connsiteX84" fmla="*/ 6727754 w 12192000"/>
              <a:gd name="connsiteY84" fmla="*/ 1882372 h 3482342"/>
              <a:gd name="connsiteX85" fmla="*/ 6723371 w 12192000"/>
              <a:gd name="connsiteY85" fmla="*/ 1886494 h 3482342"/>
              <a:gd name="connsiteX86" fmla="*/ 6702779 w 12192000"/>
              <a:gd name="connsiteY86" fmla="*/ 1893601 h 3482342"/>
              <a:gd name="connsiteX87" fmla="*/ 6686657 w 12192000"/>
              <a:gd name="connsiteY87" fmla="*/ 1907344 h 3482342"/>
              <a:gd name="connsiteX88" fmla="*/ 6651330 w 12192000"/>
              <a:gd name="connsiteY88" fmla="*/ 1922921 h 3482342"/>
              <a:gd name="connsiteX89" fmla="*/ 6622958 w 12192000"/>
              <a:gd name="connsiteY89" fmla="*/ 1936255 h 3482342"/>
              <a:gd name="connsiteX90" fmla="*/ 6522602 w 12192000"/>
              <a:gd name="connsiteY90" fmla="*/ 1954133 h 3482342"/>
              <a:gd name="connsiteX91" fmla="*/ 6444344 w 12192000"/>
              <a:gd name="connsiteY91" fmla="*/ 1969663 h 3482342"/>
              <a:gd name="connsiteX92" fmla="*/ 6409626 w 12192000"/>
              <a:gd name="connsiteY92" fmla="*/ 1978846 h 3482342"/>
              <a:gd name="connsiteX93" fmla="*/ 6333446 w 12192000"/>
              <a:gd name="connsiteY93" fmla="*/ 1997163 h 3482342"/>
              <a:gd name="connsiteX94" fmla="*/ 6294933 w 12192000"/>
              <a:gd name="connsiteY94" fmla="*/ 2019412 h 3482342"/>
              <a:gd name="connsiteX95" fmla="*/ 6238719 w 12192000"/>
              <a:gd name="connsiteY95" fmla="*/ 2042547 h 3482342"/>
              <a:gd name="connsiteX96" fmla="*/ 6187205 w 12192000"/>
              <a:gd name="connsiteY96" fmla="*/ 2060048 h 3482342"/>
              <a:gd name="connsiteX97" fmla="*/ 6138780 w 12192000"/>
              <a:gd name="connsiteY97" fmla="*/ 2081918 h 3482342"/>
              <a:gd name="connsiteX98" fmla="*/ 6120125 w 12192000"/>
              <a:gd name="connsiteY98" fmla="*/ 2109475 h 3482342"/>
              <a:gd name="connsiteX99" fmla="*/ 6056576 w 12192000"/>
              <a:gd name="connsiteY99" fmla="*/ 2120066 h 3482342"/>
              <a:gd name="connsiteX100" fmla="*/ 5993794 w 12192000"/>
              <a:gd name="connsiteY100" fmla="*/ 2122569 h 3482342"/>
              <a:gd name="connsiteX101" fmla="*/ 5943601 w 12192000"/>
              <a:gd name="connsiteY101" fmla="*/ 2137719 h 3482342"/>
              <a:gd name="connsiteX102" fmla="*/ 5898141 w 12192000"/>
              <a:gd name="connsiteY102" fmla="*/ 2144806 h 3482342"/>
              <a:gd name="connsiteX103" fmla="*/ 5855337 w 12192000"/>
              <a:gd name="connsiteY103" fmla="*/ 2137719 h 3482342"/>
              <a:gd name="connsiteX104" fmla="*/ 5817682 w 12192000"/>
              <a:gd name="connsiteY104" fmla="*/ 2157358 h 3482342"/>
              <a:gd name="connsiteX105" fmla="*/ 5735300 w 12192000"/>
              <a:gd name="connsiteY105" fmla="*/ 2158902 h 3482342"/>
              <a:gd name="connsiteX106" fmla="*/ 5591469 w 12192000"/>
              <a:gd name="connsiteY106" fmla="*/ 2178389 h 3482342"/>
              <a:gd name="connsiteX107" fmla="*/ 5505818 w 12192000"/>
              <a:gd name="connsiteY107" fmla="*/ 2194207 h 3482342"/>
              <a:gd name="connsiteX108" fmla="*/ 5452860 w 12192000"/>
              <a:gd name="connsiteY108" fmla="*/ 2180085 h 3482342"/>
              <a:gd name="connsiteX109" fmla="*/ 5414282 w 12192000"/>
              <a:gd name="connsiteY109" fmla="*/ 2183070 h 3482342"/>
              <a:gd name="connsiteX110" fmla="*/ 5368369 w 12192000"/>
              <a:gd name="connsiteY110" fmla="*/ 2204272 h 3482342"/>
              <a:gd name="connsiteX111" fmla="*/ 5336354 w 12192000"/>
              <a:gd name="connsiteY111" fmla="*/ 2218920 h 3482342"/>
              <a:gd name="connsiteX112" fmla="*/ 5291263 w 12192000"/>
              <a:gd name="connsiteY112" fmla="*/ 2239182 h 3482342"/>
              <a:gd name="connsiteX113" fmla="*/ 5255152 w 12192000"/>
              <a:gd name="connsiteY113" fmla="*/ 2247164 h 3482342"/>
              <a:gd name="connsiteX114" fmla="*/ 5233796 w 12192000"/>
              <a:gd name="connsiteY114" fmla="*/ 2268260 h 3482342"/>
              <a:gd name="connsiteX115" fmla="*/ 5212786 w 12192000"/>
              <a:gd name="connsiteY115" fmla="*/ 2296592 h 3482342"/>
              <a:gd name="connsiteX116" fmla="*/ 5173523 w 12192000"/>
              <a:gd name="connsiteY116" fmla="*/ 2309057 h 3482342"/>
              <a:gd name="connsiteX117" fmla="*/ 5123830 w 12192000"/>
              <a:gd name="connsiteY117" fmla="*/ 2307070 h 3482342"/>
              <a:gd name="connsiteX118" fmla="*/ 5065426 w 12192000"/>
              <a:gd name="connsiteY118" fmla="*/ 2324076 h 3482342"/>
              <a:gd name="connsiteX119" fmla="*/ 4975908 w 12192000"/>
              <a:gd name="connsiteY119" fmla="*/ 2364128 h 3482342"/>
              <a:gd name="connsiteX120" fmla="*/ 4913723 w 12192000"/>
              <a:gd name="connsiteY120" fmla="*/ 2385265 h 3482342"/>
              <a:gd name="connsiteX121" fmla="*/ 4746485 w 12192000"/>
              <a:gd name="connsiteY121" fmla="*/ 2451769 h 3482342"/>
              <a:gd name="connsiteX122" fmla="*/ 4681588 w 12192000"/>
              <a:gd name="connsiteY122" fmla="*/ 2467494 h 3482342"/>
              <a:gd name="connsiteX123" fmla="*/ 1783655 w 12192000"/>
              <a:gd name="connsiteY123" fmla="*/ 3163860 h 3482342"/>
              <a:gd name="connsiteX124" fmla="*/ 1325955 w 12192000"/>
              <a:gd name="connsiteY124" fmla="*/ 3176692 h 3482342"/>
              <a:gd name="connsiteX125" fmla="*/ 1190384 w 12192000"/>
              <a:gd name="connsiteY125" fmla="*/ 3203504 h 3482342"/>
              <a:gd name="connsiteX126" fmla="*/ 1094537 w 12192000"/>
              <a:gd name="connsiteY126" fmla="*/ 3229469 h 3482342"/>
              <a:gd name="connsiteX127" fmla="*/ 779276 w 12192000"/>
              <a:gd name="connsiteY127" fmla="*/ 3327290 h 3482342"/>
              <a:gd name="connsiteX128" fmla="*/ 600378 w 12192000"/>
              <a:gd name="connsiteY128" fmla="*/ 3335250 h 3482342"/>
              <a:gd name="connsiteX129" fmla="*/ 493457 w 12192000"/>
              <a:gd name="connsiteY129" fmla="*/ 3365044 h 3482342"/>
              <a:gd name="connsiteX130" fmla="*/ 349402 w 12192000"/>
              <a:gd name="connsiteY130" fmla="*/ 3380897 h 3482342"/>
              <a:gd name="connsiteX131" fmla="*/ 192183 w 12192000"/>
              <a:gd name="connsiteY131" fmla="*/ 3460075 h 3482342"/>
              <a:gd name="connsiteX132" fmla="*/ 46713 w 12192000"/>
              <a:gd name="connsiteY132" fmla="*/ 3462986 h 3482342"/>
              <a:gd name="connsiteX133" fmla="*/ 2765 w 12192000"/>
              <a:gd name="connsiteY133" fmla="*/ 3480770 h 3482342"/>
              <a:gd name="connsiteX134" fmla="*/ 0 w 12192000"/>
              <a:gd name="connsiteY134" fmla="*/ 3482342 h 3482342"/>
              <a:gd name="connsiteX135" fmla="*/ 0 w 12192000"/>
              <a:gd name="connsiteY13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601229 w 12192000"/>
              <a:gd name="connsiteY15" fmla="*/ 785537 h 3482342"/>
              <a:gd name="connsiteX16" fmla="*/ 11501920 w 12192000"/>
              <a:gd name="connsiteY16" fmla="*/ 813109 h 3482342"/>
              <a:gd name="connsiteX17" fmla="*/ 11405286 w 12192000"/>
              <a:gd name="connsiteY17" fmla="*/ 849086 h 3482342"/>
              <a:gd name="connsiteX18" fmla="*/ 11338523 w 12192000"/>
              <a:gd name="connsiteY18" fmla="*/ 852810 h 3482342"/>
              <a:gd name="connsiteX19" fmla="*/ 11313493 w 12192000"/>
              <a:gd name="connsiteY19" fmla="*/ 880860 h 3482342"/>
              <a:gd name="connsiteX20" fmla="*/ 11228040 w 12192000"/>
              <a:gd name="connsiteY20" fmla="*/ 958953 h 3482342"/>
              <a:gd name="connsiteX21" fmla="*/ 11196987 w 12192000"/>
              <a:gd name="connsiteY21" fmla="*/ 1000897 h 3482342"/>
              <a:gd name="connsiteX22" fmla="*/ 11193568 w 12192000"/>
              <a:gd name="connsiteY22" fmla="*/ 1039464 h 3482342"/>
              <a:gd name="connsiteX23" fmla="*/ 11175804 w 12192000"/>
              <a:gd name="connsiteY23" fmla="*/ 1067977 h 3482342"/>
              <a:gd name="connsiteX24" fmla="*/ 11133438 w 12192000"/>
              <a:gd name="connsiteY24" fmla="*/ 1106812 h 3482342"/>
              <a:gd name="connsiteX25" fmla="*/ 11120819 w 12192000"/>
              <a:gd name="connsiteY25" fmla="*/ 1126133 h 3482342"/>
              <a:gd name="connsiteX26" fmla="*/ 11071654 w 12192000"/>
              <a:gd name="connsiteY26" fmla="*/ 1177422 h 3482342"/>
              <a:gd name="connsiteX27" fmla="*/ 11028687 w 12192000"/>
              <a:gd name="connsiteY27" fmla="*/ 1199018 h 3482342"/>
              <a:gd name="connsiteX28" fmla="*/ 10974565 w 12192000"/>
              <a:gd name="connsiteY28" fmla="*/ 1226849 h 3482342"/>
              <a:gd name="connsiteX29" fmla="*/ 10960443 w 12192000"/>
              <a:gd name="connsiteY29" fmla="*/ 1244502 h 3482342"/>
              <a:gd name="connsiteX30" fmla="*/ 10879242 w 12192000"/>
              <a:gd name="connsiteY30" fmla="*/ 1269215 h 3482342"/>
              <a:gd name="connsiteX31" fmla="*/ 10850998 w 12192000"/>
              <a:gd name="connsiteY31" fmla="*/ 1269215 h 3482342"/>
              <a:gd name="connsiteX32" fmla="*/ 10815658 w 12192000"/>
              <a:gd name="connsiteY32" fmla="*/ 1287849 h 3482342"/>
              <a:gd name="connsiteX33" fmla="*/ 10723900 w 12192000"/>
              <a:gd name="connsiteY33" fmla="*/ 1318642 h 3482342"/>
              <a:gd name="connsiteX34" fmla="*/ 10699186 w 12192000"/>
              <a:gd name="connsiteY34" fmla="*/ 1322173 h 3482342"/>
              <a:gd name="connsiteX35" fmla="*/ 10676375 w 12192000"/>
              <a:gd name="connsiteY35" fmla="*/ 1342640 h 3482342"/>
              <a:gd name="connsiteX36" fmla="*/ 10636304 w 12192000"/>
              <a:gd name="connsiteY36" fmla="*/ 1342641 h 3482342"/>
              <a:gd name="connsiteX37" fmla="*/ 10603863 w 12192000"/>
              <a:gd name="connsiteY37" fmla="*/ 1346886 h 3482342"/>
              <a:gd name="connsiteX38" fmla="*/ 10573203 w 12192000"/>
              <a:gd name="connsiteY38" fmla="*/ 1351996 h 3482342"/>
              <a:gd name="connsiteX39" fmla="*/ 10547375 w 12192000"/>
              <a:gd name="connsiteY39" fmla="*/ 1375130 h 3482342"/>
              <a:gd name="connsiteX40" fmla="*/ 10513263 w 12192000"/>
              <a:gd name="connsiteY40" fmla="*/ 1371939 h 3482342"/>
              <a:gd name="connsiteX41" fmla="*/ 10487356 w 12192000"/>
              <a:gd name="connsiteY41" fmla="*/ 1385722 h 3482342"/>
              <a:gd name="connsiteX42" fmla="*/ 10464012 w 12192000"/>
              <a:gd name="connsiteY42" fmla="*/ 1391778 h 3482342"/>
              <a:gd name="connsiteX43" fmla="*/ 10439694 w 12192000"/>
              <a:gd name="connsiteY43" fmla="*/ 1406905 h 3482342"/>
              <a:gd name="connsiteX44" fmla="*/ 10405409 w 12192000"/>
              <a:gd name="connsiteY44" fmla="*/ 1422789 h 3482342"/>
              <a:gd name="connsiteX45" fmla="*/ 10370530 w 12192000"/>
              <a:gd name="connsiteY45" fmla="*/ 1441596 h 3482342"/>
              <a:gd name="connsiteX46" fmla="*/ 10300239 w 12192000"/>
              <a:gd name="connsiteY46" fmla="*/ 1456332 h 3482342"/>
              <a:gd name="connsiteX47" fmla="*/ 10264922 w 12192000"/>
              <a:gd name="connsiteY47" fmla="*/ 1472107 h 3482342"/>
              <a:gd name="connsiteX48" fmla="*/ 10229629 w 12192000"/>
              <a:gd name="connsiteY48" fmla="*/ 1470454 h 3482342"/>
              <a:gd name="connsiteX49" fmla="*/ 10201385 w 12192000"/>
              <a:gd name="connsiteY49" fmla="*/ 1477515 h 3482342"/>
              <a:gd name="connsiteX50" fmla="*/ 10151958 w 12192000"/>
              <a:gd name="connsiteY50" fmla="*/ 1477515 h 3482342"/>
              <a:gd name="connsiteX51" fmla="*/ 10120184 w 12192000"/>
              <a:gd name="connsiteY51" fmla="*/ 1466924 h 3482342"/>
              <a:gd name="connsiteX52" fmla="*/ 10081348 w 12192000"/>
              <a:gd name="connsiteY52" fmla="*/ 1481046 h 3482342"/>
              <a:gd name="connsiteX53" fmla="*/ 10058690 w 12192000"/>
              <a:gd name="connsiteY53" fmla="*/ 1474888 h 3482342"/>
              <a:gd name="connsiteX54" fmla="*/ 10004424 w 12192000"/>
              <a:gd name="connsiteY54" fmla="*/ 1489801 h 3482342"/>
              <a:gd name="connsiteX55" fmla="*/ 9999951 w 12192000"/>
              <a:gd name="connsiteY55" fmla="*/ 1499127 h 3482342"/>
              <a:gd name="connsiteX56" fmla="*/ 9845462 w 12192000"/>
              <a:gd name="connsiteY56" fmla="*/ 1548192 h 3482342"/>
              <a:gd name="connsiteX57" fmla="*/ 9736156 w 12192000"/>
              <a:gd name="connsiteY57" fmla="*/ 1581928 h 3482342"/>
              <a:gd name="connsiteX58" fmla="*/ 9693355 w 12192000"/>
              <a:gd name="connsiteY58" fmla="*/ 1602632 h 3482342"/>
              <a:gd name="connsiteX59" fmla="*/ 9664242 w 12192000"/>
              <a:gd name="connsiteY59" fmla="*/ 1622075 h 3482342"/>
              <a:gd name="connsiteX60" fmla="*/ 9579195 w 12192000"/>
              <a:gd name="connsiteY60" fmla="*/ 1648017 h 3482342"/>
              <a:gd name="connsiteX61" fmla="*/ 9433652 w 12192000"/>
              <a:gd name="connsiteY61" fmla="*/ 1681174 h 3482342"/>
              <a:gd name="connsiteX62" fmla="*/ 9403775 w 12192000"/>
              <a:gd name="connsiteY62" fmla="*/ 1690403 h 3482342"/>
              <a:gd name="connsiteX63" fmla="*/ 9382503 w 12192000"/>
              <a:gd name="connsiteY63" fmla="*/ 1706957 h 3482342"/>
              <a:gd name="connsiteX64" fmla="*/ 9381410 w 12192000"/>
              <a:gd name="connsiteY64" fmla="*/ 1718312 h 3482342"/>
              <a:gd name="connsiteX65" fmla="*/ 9365685 w 12192000"/>
              <a:gd name="connsiteY65" fmla="*/ 1724772 h 3482342"/>
              <a:gd name="connsiteX66" fmla="*/ 9278020 w 12192000"/>
              <a:gd name="connsiteY66" fmla="*/ 1741161 h 3482342"/>
              <a:gd name="connsiteX67" fmla="*/ 9217145 w 12192000"/>
              <a:gd name="connsiteY67" fmla="*/ 1771195 h 3482342"/>
              <a:gd name="connsiteX68" fmla="*/ 8955875 w 12192000"/>
              <a:gd name="connsiteY68" fmla="*/ 1796806 h 3482342"/>
              <a:gd name="connsiteX69" fmla="*/ 8648415 w 12192000"/>
              <a:gd name="connsiteY69" fmla="*/ 1878623 h 3482342"/>
              <a:gd name="connsiteX70" fmla="*/ 8538519 w 12192000"/>
              <a:gd name="connsiteY70" fmla="*/ 1894114 h 3482342"/>
              <a:gd name="connsiteX71" fmla="*/ 8506541 w 12192000"/>
              <a:gd name="connsiteY71" fmla="*/ 1905955 h 3482342"/>
              <a:gd name="connsiteX72" fmla="*/ 8236214 w 12192000"/>
              <a:gd name="connsiteY72" fmla="*/ 1909725 h 3482342"/>
              <a:gd name="connsiteX73" fmla="*/ 8132104 w 12192000"/>
              <a:gd name="connsiteY73" fmla="*/ 1895727 h 3482342"/>
              <a:gd name="connsiteX74" fmla="*/ 7918078 w 12192000"/>
              <a:gd name="connsiteY74" fmla="*/ 1862668 h 3482342"/>
              <a:gd name="connsiteX75" fmla="*/ 7817899 w 12192000"/>
              <a:gd name="connsiteY75" fmla="*/ 1862176 h 3482342"/>
              <a:gd name="connsiteX76" fmla="*/ 7768994 w 12192000"/>
              <a:gd name="connsiteY76" fmla="*/ 1855721 h 3482342"/>
              <a:gd name="connsiteX77" fmla="*/ 7618027 w 12192000"/>
              <a:gd name="connsiteY77" fmla="*/ 1830959 h 3482342"/>
              <a:gd name="connsiteX78" fmla="*/ 7449425 w 12192000"/>
              <a:gd name="connsiteY78" fmla="*/ 1810910 h 3482342"/>
              <a:gd name="connsiteX79" fmla="*/ 7342915 w 12192000"/>
              <a:gd name="connsiteY79" fmla="*/ 1819827 h 3482342"/>
              <a:gd name="connsiteX80" fmla="*/ 7255191 w 12192000"/>
              <a:gd name="connsiteY80" fmla="*/ 1834354 h 3482342"/>
              <a:gd name="connsiteX81" fmla="*/ 7131205 w 12192000"/>
              <a:gd name="connsiteY81" fmla="*/ 1845557 h 3482342"/>
              <a:gd name="connsiteX82" fmla="*/ 6941837 w 12192000"/>
              <a:gd name="connsiteY82" fmla="*/ 1840640 h 3482342"/>
              <a:gd name="connsiteX83" fmla="*/ 6837145 w 12192000"/>
              <a:gd name="connsiteY83" fmla="*/ 1870724 h 3482342"/>
              <a:gd name="connsiteX84" fmla="*/ 6753991 w 12192000"/>
              <a:gd name="connsiteY84" fmla="*/ 1860969 h 3482342"/>
              <a:gd name="connsiteX85" fmla="*/ 6727754 w 12192000"/>
              <a:gd name="connsiteY85" fmla="*/ 1882372 h 3482342"/>
              <a:gd name="connsiteX86" fmla="*/ 6723371 w 12192000"/>
              <a:gd name="connsiteY86" fmla="*/ 1886494 h 3482342"/>
              <a:gd name="connsiteX87" fmla="*/ 6702779 w 12192000"/>
              <a:gd name="connsiteY87" fmla="*/ 1893601 h 3482342"/>
              <a:gd name="connsiteX88" fmla="*/ 6686657 w 12192000"/>
              <a:gd name="connsiteY88" fmla="*/ 1907344 h 3482342"/>
              <a:gd name="connsiteX89" fmla="*/ 6651330 w 12192000"/>
              <a:gd name="connsiteY89" fmla="*/ 1922921 h 3482342"/>
              <a:gd name="connsiteX90" fmla="*/ 6622958 w 12192000"/>
              <a:gd name="connsiteY90" fmla="*/ 1936255 h 3482342"/>
              <a:gd name="connsiteX91" fmla="*/ 6522602 w 12192000"/>
              <a:gd name="connsiteY91" fmla="*/ 1954133 h 3482342"/>
              <a:gd name="connsiteX92" fmla="*/ 6444344 w 12192000"/>
              <a:gd name="connsiteY92" fmla="*/ 1969663 h 3482342"/>
              <a:gd name="connsiteX93" fmla="*/ 6409626 w 12192000"/>
              <a:gd name="connsiteY93" fmla="*/ 1978846 h 3482342"/>
              <a:gd name="connsiteX94" fmla="*/ 6333446 w 12192000"/>
              <a:gd name="connsiteY94" fmla="*/ 1997163 h 3482342"/>
              <a:gd name="connsiteX95" fmla="*/ 6294933 w 12192000"/>
              <a:gd name="connsiteY95" fmla="*/ 2019412 h 3482342"/>
              <a:gd name="connsiteX96" fmla="*/ 6238719 w 12192000"/>
              <a:gd name="connsiteY96" fmla="*/ 2042547 h 3482342"/>
              <a:gd name="connsiteX97" fmla="*/ 6187205 w 12192000"/>
              <a:gd name="connsiteY97" fmla="*/ 2060048 h 3482342"/>
              <a:gd name="connsiteX98" fmla="*/ 6138780 w 12192000"/>
              <a:gd name="connsiteY98" fmla="*/ 2081918 h 3482342"/>
              <a:gd name="connsiteX99" fmla="*/ 6120125 w 12192000"/>
              <a:gd name="connsiteY99" fmla="*/ 2109475 h 3482342"/>
              <a:gd name="connsiteX100" fmla="*/ 6056576 w 12192000"/>
              <a:gd name="connsiteY100" fmla="*/ 2120066 h 3482342"/>
              <a:gd name="connsiteX101" fmla="*/ 5993794 w 12192000"/>
              <a:gd name="connsiteY101" fmla="*/ 2122569 h 3482342"/>
              <a:gd name="connsiteX102" fmla="*/ 5943601 w 12192000"/>
              <a:gd name="connsiteY102" fmla="*/ 2137719 h 3482342"/>
              <a:gd name="connsiteX103" fmla="*/ 5898141 w 12192000"/>
              <a:gd name="connsiteY103" fmla="*/ 2144806 h 3482342"/>
              <a:gd name="connsiteX104" fmla="*/ 5855337 w 12192000"/>
              <a:gd name="connsiteY104" fmla="*/ 2137719 h 3482342"/>
              <a:gd name="connsiteX105" fmla="*/ 5817682 w 12192000"/>
              <a:gd name="connsiteY105" fmla="*/ 2157358 h 3482342"/>
              <a:gd name="connsiteX106" fmla="*/ 5735300 w 12192000"/>
              <a:gd name="connsiteY106" fmla="*/ 2158902 h 3482342"/>
              <a:gd name="connsiteX107" fmla="*/ 5591469 w 12192000"/>
              <a:gd name="connsiteY107" fmla="*/ 2178389 h 3482342"/>
              <a:gd name="connsiteX108" fmla="*/ 5505818 w 12192000"/>
              <a:gd name="connsiteY108" fmla="*/ 2194207 h 3482342"/>
              <a:gd name="connsiteX109" fmla="*/ 5452860 w 12192000"/>
              <a:gd name="connsiteY109" fmla="*/ 2180085 h 3482342"/>
              <a:gd name="connsiteX110" fmla="*/ 5414282 w 12192000"/>
              <a:gd name="connsiteY110" fmla="*/ 2183070 h 3482342"/>
              <a:gd name="connsiteX111" fmla="*/ 5368369 w 12192000"/>
              <a:gd name="connsiteY111" fmla="*/ 2204272 h 3482342"/>
              <a:gd name="connsiteX112" fmla="*/ 5336354 w 12192000"/>
              <a:gd name="connsiteY112" fmla="*/ 2218920 h 3482342"/>
              <a:gd name="connsiteX113" fmla="*/ 5291263 w 12192000"/>
              <a:gd name="connsiteY113" fmla="*/ 2239182 h 3482342"/>
              <a:gd name="connsiteX114" fmla="*/ 5255152 w 12192000"/>
              <a:gd name="connsiteY114" fmla="*/ 2247164 h 3482342"/>
              <a:gd name="connsiteX115" fmla="*/ 5233796 w 12192000"/>
              <a:gd name="connsiteY115" fmla="*/ 2268260 h 3482342"/>
              <a:gd name="connsiteX116" fmla="*/ 5212786 w 12192000"/>
              <a:gd name="connsiteY116" fmla="*/ 2296592 h 3482342"/>
              <a:gd name="connsiteX117" fmla="*/ 5173523 w 12192000"/>
              <a:gd name="connsiteY117" fmla="*/ 2309057 h 3482342"/>
              <a:gd name="connsiteX118" fmla="*/ 5123830 w 12192000"/>
              <a:gd name="connsiteY118" fmla="*/ 2307070 h 3482342"/>
              <a:gd name="connsiteX119" fmla="*/ 5065426 w 12192000"/>
              <a:gd name="connsiteY119" fmla="*/ 2324076 h 3482342"/>
              <a:gd name="connsiteX120" fmla="*/ 4975908 w 12192000"/>
              <a:gd name="connsiteY120" fmla="*/ 2364128 h 3482342"/>
              <a:gd name="connsiteX121" fmla="*/ 4913723 w 12192000"/>
              <a:gd name="connsiteY121" fmla="*/ 2385265 h 3482342"/>
              <a:gd name="connsiteX122" fmla="*/ 4746485 w 12192000"/>
              <a:gd name="connsiteY122" fmla="*/ 2451769 h 3482342"/>
              <a:gd name="connsiteX123" fmla="*/ 4681588 w 12192000"/>
              <a:gd name="connsiteY123" fmla="*/ 2467494 h 3482342"/>
              <a:gd name="connsiteX124" fmla="*/ 1783655 w 12192000"/>
              <a:gd name="connsiteY124" fmla="*/ 3163860 h 3482342"/>
              <a:gd name="connsiteX125" fmla="*/ 1325955 w 12192000"/>
              <a:gd name="connsiteY125" fmla="*/ 3176692 h 3482342"/>
              <a:gd name="connsiteX126" fmla="*/ 1190384 w 12192000"/>
              <a:gd name="connsiteY126" fmla="*/ 3203504 h 3482342"/>
              <a:gd name="connsiteX127" fmla="*/ 1094537 w 12192000"/>
              <a:gd name="connsiteY127" fmla="*/ 3229469 h 3482342"/>
              <a:gd name="connsiteX128" fmla="*/ 779276 w 12192000"/>
              <a:gd name="connsiteY128" fmla="*/ 3327290 h 3482342"/>
              <a:gd name="connsiteX129" fmla="*/ 600378 w 12192000"/>
              <a:gd name="connsiteY129" fmla="*/ 3335250 h 3482342"/>
              <a:gd name="connsiteX130" fmla="*/ 493457 w 12192000"/>
              <a:gd name="connsiteY130" fmla="*/ 3365044 h 3482342"/>
              <a:gd name="connsiteX131" fmla="*/ 349402 w 12192000"/>
              <a:gd name="connsiteY131" fmla="*/ 3380897 h 3482342"/>
              <a:gd name="connsiteX132" fmla="*/ 192183 w 12192000"/>
              <a:gd name="connsiteY132" fmla="*/ 3460075 h 3482342"/>
              <a:gd name="connsiteX133" fmla="*/ 46713 w 12192000"/>
              <a:gd name="connsiteY133" fmla="*/ 3462986 h 3482342"/>
              <a:gd name="connsiteX134" fmla="*/ 2765 w 12192000"/>
              <a:gd name="connsiteY134" fmla="*/ 3480770 h 3482342"/>
              <a:gd name="connsiteX135" fmla="*/ 0 w 12192000"/>
              <a:gd name="connsiteY135" fmla="*/ 3482342 h 3482342"/>
              <a:gd name="connsiteX136" fmla="*/ 0 w 12192000"/>
              <a:gd name="connsiteY13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7717 w 12192000"/>
              <a:gd name="connsiteY14" fmla="*/ 746701 h 3482342"/>
              <a:gd name="connsiteX15" fmla="*/ 11656818 w 12192000"/>
              <a:gd name="connsiteY15" fmla="*/ 769062 h 3482342"/>
              <a:gd name="connsiteX16" fmla="*/ 11601229 w 12192000"/>
              <a:gd name="connsiteY16" fmla="*/ 785537 h 3482342"/>
              <a:gd name="connsiteX17" fmla="*/ 11501920 w 12192000"/>
              <a:gd name="connsiteY17" fmla="*/ 813109 h 3482342"/>
              <a:gd name="connsiteX18" fmla="*/ 11405286 w 12192000"/>
              <a:gd name="connsiteY18" fmla="*/ 849086 h 3482342"/>
              <a:gd name="connsiteX19" fmla="*/ 11338523 w 12192000"/>
              <a:gd name="connsiteY19" fmla="*/ 852810 h 3482342"/>
              <a:gd name="connsiteX20" fmla="*/ 11313493 w 12192000"/>
              <a:gd name="connsiteY20" fmla="*/ 880860 h 3482342"/>
              <a:gd name="connsiteX21" fmla="*/ 11228040 w 12192000"/>
              <a:gd name="connsiteY21" fmla="*/ 958953 h 3482342"/>
              <a:gd name="connsiteX22" fmla="*/ 11196987 w 12192000"/>
              <a:gd name="connsiteY22" fmla="*/ 1000897 h 3482342"/>
              <a:gd name="connsiteX23" fmla="*/ 11193568 w 12192000"/>
              <a:gd name="connsiteY23" fmla="*/ 1039464 h 3482342"/>
              <a:gd name="connsiteX24" fmla="*/ 11175804 w 12192000"/>
              <a:gd name="connsiteY24" fmla="*/ 1067977 h 3482342"/>
              <a:gd name="connsiteX25" fmla="*/ 11133438 w 12192000"/>
              <a:gd name="connsiteY25" fmla="*/ 1106812 h 3482342"/>
              <a:gd name="connsiteX26" fmla="*/ 11120819 w 12192000"/>
              <a:gd name="connsiteY26" fmla="*/ 1126133 h 3482342"/>
              <a:gd name="connsiteX27" fmla="*/ 11071654 w 12192000"/>
              <a:gd name="connsiteY27" fmla="*/ 1177422 h 3482342"/>
              <a:gd name="connsiteX28" fmla="*/ 11028687 w 12192000"/>
              <a:gd name="connsiteY28" fmla="*/ 1199018 h 3482342"/>
              <a:gd name="connsiteX29" fmla="*/ 10974565 w 12192000"/>
              <a:gd name="connsiteY29" fmla="*/ 1226849 h 3482342"/>
              <a:gd name="connsiteX30" fmla="*/ 10960443 w 12192000"/>
              <a:gd name="connsiteY30" fmla="*/ 1244502 h 3482342"/>
              <a:gd name="connsiteX31" fmla="*/ 10879242 w 12192000"/>
              <a:gd name="connsiteY31" fmla="*/ 1269215 h 3482342"/>
              <a:gd name="connsiteX32" fmla="*/ 10850998 w 12192000"/>
              <a:gd name="connsiteY32" fmla="*/ 1269215 h 3482342"/>
              <a:gd name="connsiteX33" fmla="*/ 10815658 w 12192000"/>
              <a:gd name="connsiteY33" fmla="*/ 1287849 h 3482342"/>
              <a:gd name="connsiteX34" fmla="*/ 10723900 w 12192000"/>
              <a:gd name="connsiteY34" fmla="*/ 1318642 h 3482342"/>
              <a:gd name="connsiteX35" fmla="*/ 10699186 w 12192000"/>
              <a:gd name="connsiteY35" fmla="*/ 1322173 h 3482342"/>
              <a:gd name="connsiteX36" fmla="*/ 10676375 w 12192000"/>
              <a:gd name="connsiteY36" fmla="*/ 1342640 h 3482342"/>
              <a:gd name="connsiteX37" fmla="*/ 10636304 w 12192000"/>
              <a:gd name="connsiteY37" fmla="*/ 1342641 h 3482342"/>
              <a:gd name="connsiteX38" fmla="*/ 10603863 w 12192000"/>
              <a:gd name="connsiteY38" fmla="*/ 1346886 h 3482342"/>
              <a:gd name="connsiteX39" fmla="*/ 10573203 w 12192000"/>
              <a:gd name="connsiteY39" fmla="*/ 1351996 h 3482342"/>
              <a:gd name="connsiteX40" fmla="*/ 10547375 w 12192000"/>
              <a:gd name="connsiteY40" fmla="*/ 1375130 h 3482342"/>
              <a:gd name="connsiteX41" fmla="*/ 10513263 w 12192000"/>
              <a:gd name="connsiteY41" fmla="*/ 1371939 h 3482342"/>
              <a:gd name="connsiteX42" fmla="*/ 10487356 w 12192000"/>
              <a:gd name="connsiteY42" fmla="*/ 1385722 h 3482342"/>
              <a:gd name="connsiteX43" fmla="*/ 10464012 w 12192000"/>
              <a:gd name="connsiteY43" fmla="*/ 1391778 h 3482342"/>
              <a:gd name="connsiteX44" fmla="*/ 10439694 w 12192000"/>
              <a:gd name="connsiteY44" fmla="*/ 1406905 h 3482342"/>
              <a:gd name="connsiteX45" fmla="*/ 10405409 w 12192000"/>
              <a:gd name="connsiteY45" fmla="*/ 1422789 h 3482342"/>
              <a:gd name="connsiteX46" fmla="*/ 10370530 w 12192000"/>
              <a:gd name="connsiteY46" fmla="*/ 1441596 h 3482342"/>
              <a:gd name="connsiteX47" fmla="*/ 10300239 w 12192000"/>
              <a:gd name="connsiteY47" fmla="*/ 1456332 h 3482342"/>
              <a:gd name="connsiteX48" fmla="*/ 10264922 w 12192000"/>
              <a:gd name="connsiteY48" fmla="*/ 1472107 h 3482342"/>
              <a:gd name="connsiteX49" fmla="*/ 10229629 w 12192000"/>
              <a:gd name="connsiteY49" fmla="*/ 1470454 h 3482342"/>
              <a:gd name="connsiteX50" fmla="*/ 10201385 w 12192000"/>
              <a:gd name="connsiteY50" fmla="*/ 1477515 h 3482342"/>
              <a:gd name="connsiteX51" fmla="*/ 10151958 w 12192000"/>
              <a:gd name="connsiteY51" fmla="*/ 1477515 h 3482342"/>
              <a:gd name="connsiteX52" fmla="*/ 10120184 w 12192000"/>
              <a:gd name="connsiteY52" fmla="*/ 1466924 h 3482342"/>
              <a:gd name="connsiteX53" fmla="*/ 10081348 w 12192000"/>
              <a:gd name="connsiteY53" fmla="*/ 1481046 h 3482342"/>
              <a:gd name="connsiteX54" fmla="*/ 10058690 w 12192000"/>
              <a:gd name="connsiteY54" fmla="*/ 1474888 h 3482342"/>
              <a:gd name="connsiteX55" fmla="*/ 10004424 w 12192000"/>
              <a:gd name="connsiteY55" fmla="*/ 1489801 h 3482342"/>
              <a:gd name="connsiteX56" fmla="*/ 9999951 w 12192000"/>
              <a:gd name="connsiteY56" fmla="*/ 1499127 h 3482342"/>
              <a:gd name="connsiteX57" fmla="*/ 9845462 w 12192000"/>
              <a:gd name="connsiteY57" fmla="*/ 1548192 h 3482342"/>
              <a:gd name="connsiteX58" fmla="*/ 9736156 w 12192000"/>
              <a:gd name="connsiteY58" fmla="*/ 1581928 h 3482342"/>
              <a:gd name="connsiteX59" fmla="*/ 9693355 w 12192000"/>
              <a:gd name="connsiteY59" fmla="*/ 1602632 h 3482342"/>
              <a:gd name="connsiteX60" fmla="*/ 9664242 w 12192000"/>
              <a:gd name="connsiteY60" fmla="*/ 1622075 h 3482342"/>
              <a:gd name="connsiteX61" fmla="*/ 9579195 w 12192000"/>
              <a:gd name="connsiteY61" fmla="*/ 1648017 h 3482342"/>
              <a:gd name="connsiteX62" fmla="*/ 9433652 w 12192000"/>
              <a:gd name="connsiteY62" fmla="*/ 1681174 h 3482342"/>
              <a:gd name="connsiteX63" fmla="*/ 9403775 w 12192000"/>
              <a:gd name="connsiteY63" fmla="*/ 1690403 h 3482342"/>
              <a:gd name="connsiteX64" fmla="*/ 9382503 w 12192000"/>
              <a:gd name="connsiteY64" fmla="*/ 1706957 h 3482342"/>
              <a:gd name="connsiteX65" fmla="*/ 9381410 w 12192000"/>
              <a:gd name="connsiteY65" fmla="*/ 1718312 h 3482342"/>
              <a:gd name="connsiteX66" fmla="*/ 9365685 w 12192000"/>
              <a:gd name="connsiteY66" fmla="*/ 1724772 h 3482342"/>
              <a:gd name="connsiteX67" fmla="*/ 9278020 w 12192000"/>
              <a:gd name="connsiteY67" fmla="*/ 1741161 h 3482342"/>
              <a:gd name="connsiteX68" fmla="*/ 9217145 w 12192000"/>
              <a:gd name="connsiteY68" fmla="*/ 1771195 h 3482342"/>
              <a:gd name="connsiteX69" fmla="*/ 8955875 w 12192000"/>
              <a:gd name="connsiteY69" fmla="*/ 1796806 h 3482342"/>
              <a:gd name="connsiteX70" fmla="*/ 8648415 w 12192000"/>
              <a:gd name="connsiteY70" fmla="*/ 1878623 h 3482342"/>
              <a:gd name="connsiteX71" fmla="*/ 8538519 w 12192000"/>
              <a:gd name="connsiteY71" fmla="*/ 1894114 h 3482342"/>
              <a:gd name="connsiteX72" fmla="*/ 8506541 w 12192000"/>
              <a:gd name="connsiteY72" fmla="*/ 1905955 h 3482342"/>
              <a:gd name="connsiteX73" fmla="*/ 8236214 w 12192000"/>
              <a:gd name="connsiteY73" fmla="*/ 1909725 h 3482342"/>
              <a:gd name="connsiteX74" fmla="*/ 8132104 w 12192000"/>
              <a:gd name="connsiteY74" fmla="*/ 1895727 h 3482342"/>
              <a:gd name="connsiteX75" fmla="*/ 7918078 w 12192000"/>
              <a:gd name="connsiteY75" fmla="*/ 1862668 h 3482342"/>
              <a:gd name="connsiteX76" fmla="*/ 7817899 w 12192000"/>
              <a:gd name="connsiteY76" fmla="*/ 1862176 h 3482342"/>
              <a:gd name="connsiteX77" fmla="*/ 7768994 w 12192000"/>
              <a:gd name="connsiteY77" fmla="*/ 1855721 h 3482342"/>
              <a:gd name="connsiteX78" fmla="*/ 7618027 w 12192000"/>
              <a:gd name="connsiteY78" fmla="*/ 1830959 h 3482342"/>
              <a:gd name="connsiteX79" fmla="*/ 7449425 w 12192000"/>
              <a:gd name="connsiteY79" fmla="*/ 1810910 h 3482342"/>
              <a:gd name="connsiteX80" fmla="*/ 7342915 w 12192000"/>
              <a:gd name="connsiteY80" fmla="*/ 1819827 h 3482342"/>
              <a:gd name="connsiteX81" fmla="*/ 7255191 w 12192000"/>
              <a:gd name="connsiteY81" fmla="*/ 1834354 h 3482342"/>
              <a:gd name="connsiteX82" fmla="*/ 7131205 w 12192000"/>
              <a:gd name="connsiteY82" fmla="*/ 1845557 h 3482342"/>
              <a:gd name="connsiteX83" fmla="*/ 6941837 w 12192000"/>
              <a:gd name="connsiteY83" fmla="*/ 1840640 h 3482342"/>
              <a:gd name="connsiteX84" fmla="*/ 6837145 w 12192000"/>
              <a:gd name="connsiteY84" fmla="*/ 1870724 h 3482342"/>
              <a:gd name="connsiteX85" fmla="*/ 6753991 w 12192000"/>
              <a:gd name="connsiteY85" fmla="*/ 1860969 h 3482342"/>
              <a:gd name="connsiteX86" fmla="*/ 6727754 w 12192000"/>
              <a:gd name="connsiteY86" fmla="*/ 1882372 h 3482342"/>
              <a:gd name="connsiteX87" fmla="*/ 6723371 w 12192000"/>
              <a:gd name="connsiteY87" fmla="*/ 1886494 h 3482342"/>
              <a:gd name="connsiteX88" fmla="*/ 6702779 w 12192000"/>
              <a:gd name="connsiteY88" fmla="*/ 1893601 h 3482342"/>
              <a:gd name="connsiteX89" fmla="*/ 6686657 w 12192000"/>
              <a:gd name="connsiteY89" fmla="*/ 1907344 h 3482342"/>
              <a:gd name="connsiteX90" fmla="*/ 6651330 w 12192000"/>
              <a:gd name="connsiteY90" fmla="*/ 1922921 h 3482342"/>
              <a:gd name="connsiteX91" fmla="*/ 6622958 w 12192000"/>
              <a:gd name="connsiteY91" fmla="*/ 1936255 h 3482342"/>
              <a:gd name="connsiteX92" fmla="*/ 6522602 w 12192000"/>
              <a:gd name="connsiteY92" fmla="*/ 1954133 h 3482342"/>
              <a:gd name="connsiteX93" fmla="*/ 6444344 w 12192000"/>
              <a:gd name="connsiteY93" fmla="*/ 1969663 h 3482342"/>
              <a:gd name="connsiteX94" fmla="*/ 6409626 w 12192000"/>
              <a:gd name="connsiteY94" fmla="*/ 1978846 h 3482342"/>
              <a:gd name="connsiteX95" fmla="*/ 6333446 w 12192000"/>
              <a:gd name="connsiteY95" fmla="*/ 1997163 h 3482342"/>
              <a:gd name="connsiteX96" fmla="*/ 6294933 w 12192000"/>
              <a:gd name="connsiteY96" fmla="*/ 2019412 h 3482342"/>
              <a:gd name="connsiteX97" fmla="*/ 6238719 w 12192000"/>
              <a:gd name="connsiteY97" fmla="*/ 2042547 h 3482342"/>
              <a:gd name="connsiteX98" fmla="*/ 6187205 w 12192000"/>
              <a:gd name="connsiteY98" fmla="*/ 2060048 h 3482342"/>
              <a:gd name="connsiteX99" fmla="*/ 6138780 w 12192000"/>
              <a:gd name="connsiteY99" fmla="*/ 2081918 h 3482342"/>
              <a:gd name="connsiteX100" fmla="*/ 6120125 w 12192000"/>
              <a:gd name="connsiteY100" fmla="*/ 2109475 h 3482342"/>
              <a:gd name="connsiteX101" fmla="*/ 6056576 w 12192000"/>
              <a:gd name="connsiteY101" fmla="*/ 2120066 h 3482342"/>
              <a:gd name="connsiteX102" fmla="*/ 5993794 w 12192000"/>
              <a:gd name="connsiteY102" fmla="*/ 2122569 h 3482342"/>
              <a:gd name="connsiteX103" fmla="*/ 5943601 w 12192000"/>
              <a:gd name="connsiteY103" fmla="*/ 2137719 h 3482342"/>
              <a:gd name="connsiteX104" fmla="*/ 5898141 w 12192000"/>
              <a:gd name="connsiteY104" fmla="*/ 2144806 h 3482342"/>
              <a:gd name="connsiteX105" fmla="*/ 5855337 w 12192000"/>
              <a:gd name="connsiteY105" fmla="*/ 2137719 h 3482342"/>
              <a:gd name="connsiteX106" fmla="*/ 5817682 w 12192000"/>
              <a:gd name="connsiteY106" fmla="*/ 2157358 h 3482342"/>
              <a:gd name="connsiteX107" fmla="*/ 5735300 w 12192000"/>
              <a:gd name="connsiteY107" fmla="*/ 2158902 h 3482342"/>
              <a:gd name="connsiteX108" fmla="*/ 5591469 w 12192000"/>
              <a:gd name="connsiteY108" fmla="*/ 2178389 h 3482342"/>
              <a:gd name="connsiteX109" fmla="*/ 5505818 w 12192000"/>
              <a:gd name="connsiteY109" fmla="*/ 2194207 h 3482342"/>
              <a:gd name="connsiteX110" fmla="*/ 5452860 w 12192000"/>
              <a:gd name="connsiteY110" fmla="*/ 2180085 h 3482342"/>
              <a:gd name="connsiteX111" fmla="*/ 5414282 w 12192000"/>
              <a:gd name="connsiteY111" fmla="*/ 2183070 h 3482342"/>
              <a:gd name="connsiteX112" fmla="*/ 5368369 w 12192000"/>
              <a:gd name="connsiteY112" fmla="*/ 2204272 h 3482342"/>
              <a:gd name="connsiteX113" fmla="*/ 5336354 w 12192000"/>
              <a:gd name="connsiteY113" fmla="*/ 2218920 h 3482342"/>
              <a:gd name="connsiteX114" fmla="*/ 5291263 w 12192000"/>
              <a:gd name="connsiteY114" fmla="*/ 2239182 h 3482342"/>
              <a:gd name="connsiteX115" fmla="*/ 5255152 w 12192000"/>
              <a:gd name="connsiteY115" fmla="*/ 2247164 h 3482342"/>
              <a:gd name="connsiteX116" fmla="*/ 5233796 w 12192000"/>
              <a:gd name="connsiteY116" fmla="*/ 2268260 h 3482342"/>
              <a:gd name="connsiteX117" fmla="*/ 5212786 w 12192000"/>
              <a:gd name="connsiteY117" fmla="*/ 2296592 h 3482342"/>
              <a:gd name="connsiteX118" fmla="*/ 5173523 w 12192000"/>
              <a:gd name="connsiteY118" fmla="*/ 2309057 h 3482342"/>
              <a:gd name="connsiteX119" fmla="*/ 5123830 w 12192000"/>
              <a:gd name="connsiteY119" fmla="*/ 2307070 h 3482342"/>
              <a:gd name="connsiteX120" fmla="*/ 5065426 w 12192000"/>
              <a:gd name="connsiteY120" fmla="*/ 2324076 h 3482342"/>
              <a:gd name="connsiteX121" fmla="*/ 4975908 w 12192000"/>
              <a:gd name="connsiteY121" fmla="*/ 2364128 h 3482342"/>
              <a:gd name="connsiteX122" fmla="*/ 4913723 w 12192000"/>
              <a:gd name="connsiteY122" fmla="*/ 2385265 h 3482342"/>
              <a:gd name="connsiteX123" fmla="*/ 4746485 w 12192000"/>
              <a:gd name="connsiteY123" fmla="*/ 2451769 h 3482342"/>
              <a:gd name="connsiteX124" fmla="*/ 4681588 w 12192000"/>
              <a:gd name="connsiteY124" fmla="*/ 2467494 h 3482342"/>
              <a:gd name="connsiteX125" fmla="*/ 1783655 w 12192000"/>
              <a:gd name="connsiteY125" fmla="*/ 3163860 h 3482342"/>
              <a:gd name="connsiteX126" fmla="*/ 1325955 w 12192000"/>
              <a:gd name="connsiteY126" fmla="*/ 3176692 h 3482342"/>
              <a:gd name="connsiteX127" fmla="*/ 1190384 w 12192000"/>
              <a:gd name="connsiteY127" fmla="*/ 3203504 h 3482342"/>
              <a:gd name="connsiteX128" fmla="*/ 1094537 w 12192000"/>
              <a:gd name="connsiteY128" fmla="*/ 3229469 h 3482342"/>
              <a:gd name="connsiteX129" fmla="*/ 779276 w 12192000"/>
              <a:gd name="connsiteY129" fmla="*/ 3327290 h 3482342"/>
              <a:gd name="connsiteX130" fmla="*/ 600378 w 12192000"/>
              <a:gd name="connsiteY130" fmla="*/ 3335250 h 3482342"/>
              <a:gd name="connsiteX131" fmla="*/ 493457 w 12192000"/>
              <a:gd name="connsiteY131" fmla="*/ 3365044 h 3482342"/>
              <a:gd name="connsiteX132" fmla="*/ 349402 w 12192000"/>
              <a:gd name="connsiteY132" fmla="*/ 3380897 h 3482342"/>
              <a:gd name="connsiteX133" fmla="*/ 192183 w 12192000"/>
              <a:gd name="connsiteY133" fmla="*/ 3460075 h 3482342"/>
              <a:gd name="connsiteX134" fmla="*/ 46713 w 12192000"/>
              <a:gd name="connsiteY134" fmla="*/ 3462986 h 3482342"/>
              <a:gd name="connsiteX135" fmla="*/ 2765 w 12192000"/>
              <a:gd name="connsiteY135" fmla="*/ 3480770 h 3482342"/>
              <a:gd name="connsiteX136" fmla="*/ 0 w 12192000"/>
              <a:gd name="connsiteY136" fmla="*/ 3482342 h 3482342"/>
              <a:gd name="connsiteX137" fmla="*/ 0 w 12192000"/>
              <a:gd name="connsiteY13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13493 w 12192000"/>
              <a:gd name="connsiteY21" fmla="*/ 880860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92183 w 12192000"/>
              <a:gd name="connsiteY135" fmla="*/ 3460075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416599 w 12192000"/>
              <a:gd name="connsiteY133" fmla="*/ 3387517 h 3482342"/>
              <a:gd name="connsiteX134" fmla="*/ 349402 w 12192000"/>
              <a:gd name="connsiteY134" fmla="*/ 3380897 h 3482342"/>
              <a:gd name="connsiteX135" fmla="*/ 225952 w 12192000"/>
              <a:gd name="connsiteY135" fmla="*/ 3426352 h 3482342"/>
              <a:gd name="connsiteX136" fmla="*/ 171000 w 12192000"/>
              <a:gd name="connsiteY136" fmla="*/ 3438892 h 3482342"/>
              <a:gd name="connsiteX137" fmla="*/ 88263 w 12192000"/>
              <a:gd name="connsiteY137" fmla="*/ 3479310 h 3482342"/>
              <a:gd name="connsiteX138" fmla="*/ 46713 w 12192000"/>
              <a:gd name="connsiteY138" fmla="*/ 3462986 h 3482342"/>
              <a:gd name="connsiteX139" fmla="*/ 2765 w 12192000"/>
              <a:gd name="connsiteY139" fmla="*/ 3480770 h 3482342"/>
              <a:gd name="connsiteX140" fmla="*/ 0 w 12192000"/>
              <a:gd name="connsiteY140" fmla="*/ 3482342 h 3482342"/>
              <a:gd name="connsiteX141" fmla="*/ 0 w 12192000"/>
              <a:gd name="connsiteY14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388355 w 12192000"/>
              <a:gd name="connsiteY135" fmla="*/ 3376925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192000" h="3482342">
                <a:moveTo>
                  <a:pt x="0" y="0"/>
                </a:moveTo>
                <a:lnTo>
                  <a:pt x="12192000" y="0"/>
                </a:lnTo>
                <a:lnTo>
                  <a:pt x="12192000" y="635369"/>
                </a:lnTo>
                <a:cubicBezTo>
                  <a:pt x="12191930" y="610378"/>
                  <a:pt x="12191859" y="585387"/>
                  <a:pt x="12191789" y="560396"/>
                </a:cubicBezTo>
                <a:cubicBezTo>
                  <a:pt x="12175211" y="562678"/>
                  <a:pt x="11999606" y="644473"/>
                  <a:pt x="11983027" y="646756"/>
                </a:cubicBezTo>
                <a:cubicBezTo>
                  <a:pt x="11943442" y="661920"/>
                  <a:pt x="11950154" y="649830"/>
                  <a:pt x="11940158" y="651378"/>
                </a:cubicBezTo>
                <a:cubicBezTo>
                  <a:pt x="11930162" y="652926"/>
                  <a:pt x="11943274" y="652245"/>
                  <a:pt x="11923051" y="656045"/>
                </a:cubicBezTo>
                <a:cubicBezTo>
                  <a:pt x="11882449" y="639093"/>
                  <a:pt x="11867184" y="670845"/>
                  <a:pt x="11832939" y="674181"/>
                </a:cubicBezTo>
                <a:cubicBezTo>
                  <a:pt x="11812296" y="669845"/>
                  <a:pt x="11772988" y="668355"/>
                  <a:pt x="11767770" y="683807"/>
                </a:cubicBezTo>
                <a:cubicBezTo>
                  <a:pt x="11757314" y="685936"/>
                  <a:pt x="11743230" y="693101"/>
                  <a:pt x="11728279" y="700816"/>
                </a:cubicBezTo>
                <a:lnTo>
                  <a:pt x="11722533" y="703421"/>
                </a:lnTo>
                <a:lnTo>
                  <a:pt x="11720002" y="710566"/>
                </a:lnTo>
                <a:lnTo>
                  <a:pt x="11707351" y="710310"/>
                </a:lnTo>
                <a:lnTo>
                  <a:pt x="11700369" y="713480"/>
                </a:lnTo>
                <a:lnTo>
                  <a:pt x="11691126" y="726131"/>
                </a:lnTo>
                <a:cubicBezTo>
                  <a:pt x="11686960" y="732845"/>
                  <a:pt x="11663435" y="739546"/>
                  <a:pt x="11657717" y="746701"/>
                </a:cubicBezTo>
                <a:cubicBezTo>
                  <a:pt x="11651999" y="753856"/>
                  <a:pt x="11669175" y="763766"/>
                  <a:pt x="11656818" y="769062"/>
                </a:cubicBezTo>
                <a:cubicBezTo>
                  <a:pt x="11645954" y="777786"/>
                  <a:pt x="11627045" y="778196"/>
                  <a:pt x="11601229" y="785537"/>
                </a:cubicBezTo>
                <a:cubicBezTo>
                  <a:pt x="11575413" y="792878"/>
                  <a:pt x="11538696" y="801341"/>
                  <a:pt x="11501920" y="813109"/>
                </a:cubicBezTo>
                <a:cubicBezTo>
                  <a:pt x="11460587" y="824093"/>
                  <a:pt x="11432519" y="842469"/>
                  <a:pt x="11405286" y="849086"/>
                </a:cubicBezTo>
                <a:cubicBezTo>
                  <a:pt x="11353339" y="866295"/>
                  <a:pt x="11354410" y="845161"/>
                  <a:pt x="11338523" y="852810"/>
                </a:cubicBezTo>
                <a:cubicBezTo>
                  <a:pt x="11308884" y="863514"/>
                  <a:pt x="11353090" y="841987"/>
                  <a:pt x="11334676" y="859677"/>
                </a:cubicBezTo>
                <a:cubicBezTo>
                  <a:pt x="11295079" y="884428"/>
                  <a:pt x="11238631" y="959542"/>
                  <a:pt x="11217448" y="980136"/>
                </a:cubicBezTo>
                <a:cubicBezTo>
                  <a:pt x="11196801" y="1004817"/>
                  <a:pt x="11202732" y="987478"/>
                  <a:pt x="11196987" y="1000897"/>
                </a:cubicBezTo>
                <a:cubicBezTo>
                  <a:pt x="11191242" y="1014316"/>
                  <a:pt x="11200040" y="1028284"/>
                  <a:pt x="11193568" y="1039464"/>
                </a:cubicBezTo>
                <a:cubicBezTo>
                  <a:pt x="11181920" y="1057634"/>
                  <a:pt x="11187929" y="1053532"/>
                  <a:pt x="11175804" y="1067977"/>
                </a:cubicBezTo>
                <a:cubicBezTo>
                  <a:pt x="11168136" y="1078025"/>
                  <a:pt x="11142602" y="1097119"/>
                  <a:pt x="11133438" y="1106812"/>
                </a:cubicBezTo>
                <a:cubicBezTo>
                  <a:pt x="11124274" y="1116505"/>
                  <a:pt x="11134647" y="1114365"/>
                  <a:pt x="11120819" y="1126133"/>
                </a:cubicBezTo>
                <a:cubicBezTo>
                  <a:pt x="11106991" y="1137901"/>
                  <a:pt x="11087009" y="1165275"/>
                  <a:pt x="11071654" y="1177422"/>
                </a:cubicBezTo>
                <a:cubicBezTo>
                  <a:pt x="11056299" y="1189570"/>
                  <a:pt x="11041338" y="1190780"/>
                  <a:pt x="11028687" y="1199018"/>
                </a:cubicBezTo>
                <a:cubicBezTo>
                  <a:pt x="11006077" y="1216981"/>
                  <a:pt x="10985939" y="1219268"/>
                  <a:pt x="10974565" y="1226849"/>
                </a:cubicBezTo>
                <a:cubicBezTo>
                  <a:pt x="10963191" y="1234430"/>
                  <a:pt x="10978096" y="1238618"/>
                  <a:pt x="10960443" y="1244502"/>
                </a:cubicBezTo>
                <a:cubicBezTo>
                  <a:pt x="10937301" y="1255025"/>
                  <a:pt x="10897483" y="1265096"/>
                  <a:pt x="10879242" y="1269215"/>
                </a:cubicBezTo>
                <a:cubicBezTo>
                  <a:pt x="10861001" y="1273334"/>
                  <a:pt x="10863361" y="1264933"/>
                  <a:pt x="10850998" y="1269215"/>
                </a:cubicBezTo>
                <a:lnTo>
                  <a:pt x="10815658" y="1287849"/>
                </a:lnTo>
                <a:cubicBezTo>
                  <a:pt x="10795652" y="1293733"/>
                  <a:pt x="10746525" y="1311275"/>
                  <a:pt x="10723900" y="1318642"/>
                </a:cubicBezTo>
                <a:cubicBezTo>
                  <a:pt x="10705077" y="1325539"/>
                  <a:pt x="10706518" y="1319939"/>
                  <a:pt x="10699186" y="1322173"/>
                </a:cubicBezTo>
                <a:cubicBezTo>
                  <a:pt x="10691854" y="1324408"/>
                  <a:pt x="10686855" y="1343347"/>
                  <a:pt x="10676375" y="1342640"/>
                </a:cubicBezTo>
                <a:cubicBezTo>
                  <a:pt x="10676343" y="1337186"/>
                  <a:pt x="10639666" y="1342470"/>
                  <a:pt x="10636304" y="1342641"/>
                </a:cubicBezTo>
                <a:cubicBezTo>
                  <a:pt x="10626667" y="1347586"/>
                  <a:pt x="10613500" y="1341941"/>
                  <a:pt x="10603863" y="1346886"/>
                </a:cubicBezTo>
                <a:lnTo>
                  <a:pt x="10573203" y="1351996"/>
                </a:lnTo>
                <a:cubicBezTo>
                  <a:pt x="10562611" y="1353173"/>
                  <a:pt x="10557365" y="1375337"/>
                  <a:pt x="10547375" y="1375130"/>
                </a:cubicBezTo>
                <a:cubicBezTo>
                  <a:pt x="10537385" y="1374923"/>
                  <a:pt x="10522089" y="1366643"/>
                  <a:pt x="10513263" y="1371939"/>
                </a:cubicBezTo>
                <a:cubicBezTo>
                  <a:pt x="10505804" y="1378887"/>
                  <a:pt x="10494815" y="1378774"/>
                  <a:pt x="10487356" y="1385722"/>
                </a:cubicBezTo>
                <a:lnTo>
                  <a:pt x="10464012" y="1391778"/>
                </a:lnTo>
                <a:cubicBezTo>
                  <a:pt x="10456657" y="1392366"/>
                  <a:pt x="10449461" y="1401737"/>
                  <a:pt x="10439694" y="1406905"/>
                </a:cubicBezTo>
                <a:cubicBezTo>
                  <a:pt x="10429927" y="1412073"/>
                  <a:pt x="10417525" y="1414065"/>
                  <a:pt x="10405409" y="1422789"/>
                </a:cubicBezTo>
                <a:cubicBezTo>
                  <a:pt x="10385126" y="1419848"/>
                  <a:pt x="10374706" y="1423369"/>
                  <a:pt x="10370530" y="1441596"/>
                </a:cubicBezTo>
                <a:cubicBezTo>
                  <a:pt x="10354767" y="1445421"/>
                  <a:pt x="10317840" y="1451247"/>
                  <a:pt x="10300239" y="1456332"/>
                </a:cubicBezTo>
                <a:cubicBezTo>
                  <a:pt x="10282638" y="1461417"/>
                  <a:pt x="10276690" y="1468577"/>
                  <a:pt x="10264922" y="1472107"/>
                </a:cubicBezTo>
                <a:cubicBezTo>
                  <a:pt x="10253154" y="1475637"/>
                  <a:pt x="10240218" y="1469553"/>
                  <a:pt x="10229629" y="1470454"/>
                </a:cubicBezTo>
                <a:cubicBezTo>
                  <a:pt x="10219040" y="1471355"/>
                  <a:pt x="10214330" y="1477515"/>
                  <a:pt x="10201385" y="1477515"/>
                </a:cubicBezTo>
                <a:cubicBezTo>
                  <a:pt x="10188440" y="1477515"/>
                  <a:pt x="10165492" y="1479280"/>
                  <a:pt x="10151958" y="1477515"/>
                </a:cubicBezTo>
                <a:cubicBezTo>
                  <a:pt x="10138424" y="1475750"/>
                  <a:pt x="10130187" y="1468101"/>
                  <a:pt x="10120184" y="1466924"/>
                </a:cubicBezTo>
                <a:cubicBezTo>
                  <a:pt x="10110181" y="1465747"/>
                  <a:pt x="10091597" y="1479719"/>
                  <a:pt x="10081348" y="1481046"/>
                </a:cubicBezTo>
                <a:cubicBezTo>
                  <a:pt x="10071099" y="1482373"/>
                  <a:pt x="10073276" y="1471664"/>
                  <a:pt x="10058690" y="1474888"/>
                </a:cubicBezTo>
                <a:cubicBezTo>
                  <a:pt x="10040170" y="1466053"/>
                  <a:pt x="10015872" y="1472731"/>
                  <a:pt x="10004424" y="1489801"/>
                </a:cubicBezTo>
                <a:cubicBezTo>
                  <a:pt x="10002452" y="1492741"/>
                  <a:pt x="10000947" y="1495882"/>
                  <a:pt x="9999951" y="1499127"/>
                </a:cubicBezTo>
                <a:cubicBezTo>
                  <a:pt x="9967418" y="1507155"/>
                  <a:pt x="9889427" y="1534394"/>
                  <a:pt x="9845462" y="1548192"/>
                </a:cubicBezTo>
                <a:cubicBezTo>
                  <a:pt x="9822222" y="1562604"/>
                  <a:pt x="9768858" y="1594433"/>
                  <a:pt x="9736156" y="1581928"/>
                </a:cubicBezTo>
                <a:cubicBezTo>
                  <a:pt x="9745637" y="1601571"/>
                  <a:pt x="9699425" y="1582999"/>
                  <a:pt x="9693355" y="1602632"/>
                </a:cubicBezTo>
                <a:cubicBezTo>
                  <a:pt x="9690360" y="1618512"/>
                  <a:pt x="9675642" y="1616579"/>
                  <a:pt x="9664242" y="1622075"/>
                </a:cubicBezTo>
                <a:cubicBezTo>
                  <a:pt x="9655776" y="1638103"/>
                  <a:pt x="9598819" y="1651043"/>
                  <a:pt x="9579195" y="1648017"/>
                </a:cubicBezTo>
                <a:cubicBezTo>
                  <a:pt x="9524163" y="1629881"/>
                  <a:pt x="9477693" y="1693985"/>
                  <a:pt x="9433652" y="1681174"/>
                </a:cubicBezTo>
                <a:cubicBezTo>
                  <a:pt x="9421990" y="1682314"/>
                  <a:pt x="9412258" y="1685676"/>
                  <a:pt x="9403775" y="1690403"/>
                </a:cubicBezTo>
                <a:lnTo>
                  <a:pt x="9382503" y="1706957"/>
                </a:lnTo>
                <a:lnTo>
                  <a:pt x="9381410" y="1718312"/>
                </a:lnTo>
                <a:lnTo>
                  <a:pt x="9365685" y="1724772"/>
                </a:lnTo>
                <a:lnTo>
                  <a:pt x="9278020" y="1741161"/>
                </a:lnTo>
                <a:cubicBezTo>
                  <a:pt x="9235873" y="1762229"/>
                  <a:pt x="9231473" y="1754941"/>
                  <a:pt x="9217145" y="1771195"/>
                </a:cubicBezTo>
                <a:cubicBezTo>
                  <a:pt x="9131538" y="1776872"/>
                  <a:pt x="9039728" y="1814874"/>
                  <a:pt x="8955875" y="1796806"/>
                </a:cubicBezTo>
                <a:cubicBezTo>
                  <a:pt x="8861771" y="1817659"/>
                  <a:pt x="8730077" y="1856614"/>
                  <a:pt x="8648415" y="1878623"/>
                </a:cubicBezTo>
                <a:cubicBezTo>
                  <a:pt x="8578856" y="1892487"/>
                  <a:pt x="8546278" y="1907799"/>
                  <a:pt x="8538519" y="1894114"/>
                </a:cubicBezTo>
                <a:cubicBezTo>
                  <a:pt x="8513108" y="1898081"/>
                  <a:pt x="8514559" y="1915122"/>
                  <a:pt x="8506541" y="1905955"/>
                </a:cubicBezTo>
                <a:cubicBezTo>
                  <a:pt x="8437841" y="1911139"/>
                  <a:pt x="8301617" y="1910841"/>
                  <a:pt x="8236214" y="1909725"/>
                </a:cubicBezTo>
                <a:cubicBezTo>
                  <a:pt x="8201189" y="1897570"/>
                  <a:pt x="8163827" y="1900921"/>
                  <a:pt x="8132104" y="1895727"/>
                </a:cubicBezTo>
                <a:cubicBezTo>
                  <a:pt x="8021354" y="1869423"/>
                  <a:pt x="7973371" y="1872758"/>
                  <a:pt x="7918078" y="1862668"/>
                </a:cubicBezTo>
                <a:cubicBezTo>
                  <a:pt x="7883942" y="1854133"/>
                  <a:pt x="7834588" y="1870269"/>
                  <a:pt x="7817899" y="1862176"/>
                </a:cubicBezTo>
                <a:cubicBezTo>
                  <a:pt x="7803952" y="1858540"/>
                  <a:pt x="7780423" y="1826275"/>
                  <a:pt x="7768994" y="1855721"/>
                </a:cubicBezTo>
                <a:cubicBezTo>
                  <a:pt x="7693971" y="1816704"/>
                  <a:pt x="7680420" y="1850219"/>
                  <a:pt x="7618027" y="1830959"/>
                </a:cubicBezTo>
                <a:cubicBezTo>
                  <a:pt x="7563589" y="1813247"/>
                  <a:pt x="7530287" y="1817871"/>
                  <a:pt x="7449425" y="1810910"/>
                </a:cubicBezTo>
                <a:lnTo>
                  <a:pt x="7342915" y="1819827"/>
                </a:lnTo>
                <a:lnTo>
                  <a:pt x="7255191" y="1834354"/>
                </a:lnTo>
                <a:cubicBezTo>
                  <a:pt x="7235153" y="1839259"/>
                  <a:pt x="7150315" y="1831629"/>
                  <a:pt x="7131205" y="1845557"/>
                </a:cubicBezTo>
                <a:cubicBezTo>
                  <a:pt x="6968750" y="1838101"/>
                  <a:pt x="6977206" y="1837412"/>
                  <a:pt x="6941837" y="1840640"/>
                </a:cubicBezTo>
                <a:cubicBezTo>
                  <a:pt x="6905846" y="1863867"/>
                  <a:pt x="6892534" y="1847120"/>
                  <a:pt x="6837145" y="1870724"/>
                </a:cubicBezTo>
                <a:cubicBezTo>
                  <a:pt x="6823442" y="1850610"/>
                  <a:pt x="6785388" y="1865075"/>
                  <a:pt x="6753991" y="1860969"/>
                </a:cubicBezTo>
                <a:cubicBezTo>
                  <a:pt x="6744571" y="1866959"/>
                  <a:pt x="6736100" y="1874451"/>
                  <a:pt x="6727754" y="1882372"/>
                </a:cubicBezTo>
                <a:lnTo>
                  <a:pt x="6723371" y="1886494"/>
                </a:lnTo>
                <a:lnTo>
                  <a:pt x="6702779" y="1893601"/>
                </a:lnTo>
                <a:lnTo>
                  <a:pt x="6686657" y="1907344"/>
                </a:lnTo>
                <a:lnTo>
                  <a:pt x="6651330" y="1922921"/>
                </a:lnTo>
                <a:cubicBezTo>
                  <a:pt x="6640157" y="1928264"/>
                  <a:pt x="6638035" y="1935420"/>
                  <a:pt x="6622958" y="1936255"/>
                </a:cubicBezTo>
                <a:cubicBezTo>
                  <a:pt x="6600915" y="1943222"/>
                  <a:pt x="6552371" y="1948565"/>
                  <a:pt x="6522602" y="1954133"/>
                </a:cubicBezTo>
                <a:cubicBezTo>
                  <a:pt x="6492833" y="1959701"/>
                  <a:pt x="6461408" y="1966721"/>
                  <a:pt x="6444344" y="1969663"/>
                </a:cubicBezTo>
                <a:cubicBezTo>
                  <a:pt x="6427280" y="1972605"/>
                  <a:pt x="6428109" y="1974263"/>
                  <a:pt x="6409626" y="1978846"/>
                </a:cubicBezTo>
                <a:cubicBezTo>
                  <a:pt x="6391143" y="1983429"/>
                  <a:pt x="6354327" y="1989225"/>
                  <a:pt x="6333446" y="1997163"/>
                </a:cubicBezTo>
                <a:cubicBezTo>
                  <a:pt x="6318475" y="2003304"/>
                  <a:pt x="6299617" y="2000258"/>
                  <a:pt x="6294933" y="2019412"/>
                </a:cubicBezTo>
                <a:cubicBezTo>
                  <a:pt x="6286089" y="2042978"/>
                  <a:pt x="6227534" y="2018229"/>
                  <a:pt x="6238719" y="2042547"/>
                </a:cubicBezTo>
                <a:cubicBezTo>
                  <a:pt x="6222530" y="2046966"/>
                  <a:pt x="6203861" y="2053486"/>
                  <a:pt x="6187205" y="2060048"/>
                </a:cubicBezTo>
                <a:cubicBezTo>
                  <a:pt x="6170549" y="2066610"/>
                  <a:pt x="6153490" y="2074269"/>
                  <a:pt x="6138780" y="2081918"/>
                </a:cubicBezTo>
                <a:cubicBezTo>
                  <a:pt x="6124070" y="2089567"/>
                  <a:pt x="6133826" y="2100763"/>
                  <a:pt x="6120125" y="2109475"/>
                </a:cubicBezTo>
                <a:cubicBezTo>
                  <a:pt x="6106424" y="2118187"/>
                  <a:pt x="6071747" y="2113765"/>
                  <a:pt x="6056576" y="2120066"/>
                </a:cubicBezTo>
                <a:cubicBezTo>
                  <a:pt x="6041405" y="2126367"/>
                  <a:pt x="6013212" y="2118450"/>
                  <a:pt x="5993794" y="2122569"/>
                </a:cubicBezTo>
                <a:cubicBezTo>
                  <a:pt x="5964206" y="2130692"/>
                  <a:pt x="5962485" y="2139897"/>
                  <a:pt x="5943601" y="2137719"/>
                </a:cubicBezTo>
                <a:cubicBezTo>
                  <a:pt x="5924717" y="2135541"/>
                  <a:pt x="5912263" y="2145394"/>
                  <a:pt x="5898141" y="2144806"/>
                </a:cubicBezTo>
                <a:cubicBezTo>
                  <a:pt x="5884019" y="2144218"/>
                  <a:pt x="5868158" y="2133273"/>
                  <a:pt x="5855337" y="2137719"/>
                </a:cubicBezTo>
                <a:cubicBezTo>
                  <a:pt x="5842516" y="2142165"/>
                  <a:pt x="5837100" y="2155593"/>
                  <a:pt x="5817682" y="2157358"/>
                </a:cubicBezTo>
                <a:cubicBezTo>
                  <a:pt x="5798264" y="2159123"/>
                  <a:pt x="5773002" y="2155397"/>
                  <a:pt x="5735300" y="2158902"/>
                </a:cubicBezTo>
                <a:cubicBezTo>
                  <a:pt x="5697598" y="2162407"/>
                  <a:pt x="5588527" y="2188980"/>
                  <a:pt x="5591469" y="2178389"/>
                </a:cubicBezTo>
                <a:cubicBezTo>
                  <a:pt x="5555576" y="2181920"/>
                  <a:pt x="5528919" y="2193924"/>
                  <a:pt x="5505818" y="2194207"/>
                </a:cubicBezTo>
                <a:cubicBezTo>
                  <a:pt x="5482717" y="2194490"/>
                  <a:pt x="5495184" y="2190180"/>
                  <a:pt x="5477574" y="2190677"/>
                </a:cubicBezTo>
                <a:cubicBezTo>
                  <a:pt x="5459964" y="2191175"/>
                  <a:pt x="5427187" y="2180216"/>
                  <a:pt x="5414282" y="2183070"/>
                </a:cubicBezTo>
                <a:cubicBezTo>
                  <a:pt x="5407945" y="2205016"/>
                  <a:pt x="5394338" y="2208803"/>
                  <a:pt x="5368369" y="2204272"/>
                </a:cubicBezTo>
                <a:cubicBezTo>
                  <a:pt x="5354793" y="2209070"/>
                  <a:pt x="5349205" y="2213102"/>
                  <a:pt x="5336354" y="2218920"/>
                </a:cubicBezTo>
                <a:cubicBezTo>
                  <a:pt x="5323503" y="2224738"/>
                  <a:pt x="5304208" y="2232709"/>
                  <a:pt x="5291263" y="2239182"/>
                </a:cubicBezTo>
                <a:cubicBezTo>
                  <a:pt x="5278318" y="2245655"/>
                  <a:pt x="5264730" y="2242318"/>
                  <a:pt x="5255152" y="2247164"/>
                </a:cubicBezTo>
                <a:cubicBezTo>
                  <a:pt x="5245574" y="2252010"/>
                  <a:pt x="5240857" y="2261199"/>
                  <a:pt x="5233796" y="2268260"/>
                </a:cubicBezTo>
                <a:cubicBezTo>
                  <a:pt x="5226735" y="2275321"/>
                  <a:pt x="5222832" y="2268609"/>
                  <a:pt x="5212786" y="2275408"/>
                </a:cubicBezTo>
                <a:cubicBezTo>
                  <a:pt x="5202741" y="2282208"/>
                  <a:pt x="5174227" y="2281420"/>
                  <a:pt x="5159401" y="2284343"/>
                </a:cubicBezTo>
                <a:cubicBezTo>
                  <a:pt x="5129776" y="2295641"/>
                  <a:pt x="5158686" y="2301898"/>
                  <a:pt x="5123830" y="2307070"/>
                </a:cubicBezTo>
                <a:cubicBezTo>
                  <a:pt x="5082905" y="2318102"/>
                  <a:pt x="5072939" y="2287385"/>
                  <a:pt x="5065426" y="2324076"/>
                </a:cubicBezTo>
                <a:cubicBezTo>
                  <a:pt x="5017747" y="2318395"/>
                  <a:pt x="5031271" y="2337329"/>
                  <a:pt x="4975908" y="2364128"/>
                </a:cubicBezTo>
                <a:cubicBezTo>
                  <a:pt x="4946700" y="2354134"/>
                  <a:pt x="4928936" y="2366071"/>
                  <a:pt x="4913723" y="2385265"/>
                </a:cubicBezTo>
                <a:cubicBezTo>
                  <a:pt x="4854880" y="2394046"/>
                  <a:pt x="4808730" y="2428302"/>
                  <a:pt x="4746485" y="2451769"/>
                </a:cubicBezTo>
                <a:lnTo>
                  <a:pt x="4681588" y="2467494"/>
                </a:lnTo>
                <a:lnTo>
                  <a:pt x="1783655" y="3163860"/>
                </a:lnTo>
                <a:lnTo>
                  <a:pt x="1325955" y="3176692"/>
                </a:lnTo>
                <a:cubicBezTo>
                  <a:pt x="1278931" y="3186609"/>
                  <a:pt x="1232617" y="3191205"/>
                  <a:pt x="1190384" y="3203504"/>
                </a:cubicBezTo>
                <a:cubicBezTo>
                  <a:pt x="1146740" y="3204301"/>
                  <a:pt x="1142940" y="3250947"/>
                  <a:pt x="1094537" y="3229469"/>
                </a:cubicBezTo>
                <a:cubicBezTo>
                  <a:pt x="1069134" y="3237778"/>
                  <a:pt x="1026961" y="3247646"/>
                  <a:pt x="1013254" y="3263949"/>
                </a:cubicBezTo>
                <a:cubicBezTo>
                  <a:pt x="966756" y="3279110"/>
                  <a:pt x="851011" y="3352246"/>
                  <a:pt x="815546" y="3334559"/>
                </a:cubicBezTo>
                <a:cubicBezTo>
                  <a:pt x="808324" y="3352177"/>
                  <a:pt x="815137" y="3324821"/>
                  <a:pt x="779276" y="3327290"/>
                </a:cubicBezTo>
                <a:cubicBezTo>
                  <a:pt x="712585" y="3298149"/>
                  <a:pt x="672574" y="3378796"/>
                  <a:pt x="600378" y="3335250"/>
                </a:cubicBezTo>
                <a:cubicBezTo>
                  <a:pt x="595066" y="3356366"/>
                  <a:pt x="514059" y="3361176"/>
                  <a:pt x="493457" y="3365044"/>
                </a:cubicBezTo>
                <a:cubicBezTo>
                  <a:pt x="467535" y="3372578"/>
                  <a:pt x="412364" y="3374283"/>
                  <a:pt x="388355" y="3376925"/>
                </a:cubicBezTo>
                <a:cubicBezTo>
                  <a:pt x="364346" y="3379567"/>
                  <a:pt x="376469" y="3372659"/>
                  <a:pt x="349402" y="3380897"/>
                </a:cubicBezTo>
                <a:cubicBezTo>
                  <a:pt x="322335" y="3389135"/>
                  <a:pt x="248625" y="3434339"/>
                  <a:pt x="225952" y="3426352"/>
                </a:cubicBezTo>
                <a:cubicBezTo>
                  <a:pt x="199749" y="3439548"/>
                  <a:pt x="193948" y="3430066"/>
                  <a:pt x="171000" y="3438892"/>
                </a:cubicBezTo>
                <a:cubicBezTo>
                  <a:pt x="148052" y="3447718"/>
                  <a:pt x="101917" y="3457642"/>
                  <a:pt x="88263" y="3479310"/>
                </a:cubicBezTo>
                <a:cubicBezTo>
                  <a:pt x="64018" y="3479795"/>
                  <a:pt x="62139" y="3459801"/>
                  <a:pt x="46713" y="3462986"/>
                </a:cubicBezTo>
                <a:cubicBezTo>
                  <a:pt x="31576" y="3476862"/>
                  <a:pt x="15706" y="3476378"/>
                  <a:pt x="2765" y="3480770"/>
                </a:cubicBezTo>
                <a:lnTo>
                  <a:pt x="0" y="348234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C32175DE-4565-EE9D-A593-528E24811863}"/>
              </a:ext>
            </a:extLst>
          </p:cNvPr>
          <p:cNvSpPr>
            <a:spLocks noGrp="1"/>
          </p:cNvSpPr>
          <p:nvPr>
            <p:ph type="title"/>
          </p:nvPr>
        </p:nvSpPr>
        <p:spPr>
          <a:xfrm>
            <a:off x="1137037" y="484094"/>
            <a:ext cx="9998441" cy="1206594"/>
          </a:xfrm>
        </p:spPr>
        <p:txBody>
          <a:bodyPr>
            <a:normAutofit/>
          </a:bodyPr>
          <a:lstStyle/>
          <a:p>
            <a:r>
              <a:rPr lang="fr-FR" dirty="0" err="1"/>
              <a:t>ArrayLists</a:t>
            </a:r>
            <a:r>
              <a:rPr lang="fr-FR" dirty="0"/>
              <a:t> </a:t>
            </a:r>
          </a:p>
        </p:txBody>
      </p:sp>
      <p:sp>
        <p:nvSpPr>
          <p:cNvPr id="6163" name="Freeform: Shape 6154">
            <a:extLst>
              <a:ext uri="{FF2B5EF4-FFF2-40B4-BE49-F238E27FC236}">
                <a16:creationId xmlns:a16="http://schemas.microsoft.com/office/drawing/2014/main" id="{8101159E-D455-456F-8FE1-396AB159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037" y="1958614"/>
            <a:ext cx="3594282" cy="398896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146" name="Picture 2" descr="Tactics ">
            <a:extLst>
              <a:ext uri="{FF2B5EF4-FFF2-40B4-BE49-F238E27FC236}">
                <a16:creationId xmlns:a16="http://schemas.microsoft.com/office/drawing/2014/main" id="{1D8F85F6-4013-B794-6F88-EC48A8BC1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033" r="4996" b="2"/>
          <a:stretch>
            <a:fillRect/>
          </a:stretch>
        </p:blipFill>
        <p:spPr bwMode="auto">
          <a:xfrm>
            <a:off x="1309404" y="2114946"/>
            <a:ext cx="3274548" cy="3639491"/>
          </a:xfrm>
          <a:prstGeom prst="rect">
            <a:avLst/>
          </a:prstGeom>
          <a:noFill/>
          <a:extLst>
            <a:ext uri="{909E8E84-426E-40DD-AFC4-6F175D3DCCD1}">
              <a14:hiddenFill xmlns:a14="http://schemas.microsoft.com/office/drawing/2010/main">
                <a:solidFill>
                  <a:srgbClr val="FFFFFF"/>
                </a:solidFill>
              </a14:hiddenFill>
            </a:ext>
          </a:extLst>
        </p:spPr>
      </p:pic>
      <p:sp>
        <p:nvSpPr>
          <p:cNvPr id="6164" name="Rectangle 6">
            <a:extLst>
              <a:ext uri="{FF2B5EF4-FFF2-40B4-BE49-F238E27FC236}">
                <a16:creationId xmlns:a16="http://schemas.microsoft.com/office/drawing/2014/main" id="{1F9FDF39-7A42-411B-85F1-9DE812C7A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497" y="5802246"/>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A1D34998-7D12-00C3-59B3-108D119B3713}"/>
              </a:ext>
            </a:extLst>
          </p:cNvPr>
          <p:cNvSpPr>
            <a:spLocks noGrp="1"/>
          </p:cNvSpPr>
          <p:nvPr>
            <p:ph idx="1"/>
          </p:nvPr>
        </p:nvSpPr>
        <p:spPr>
          <a:xfrm>
            <a:off x="5366870" y="1436914"/>
            <a:ext cx="6823068" cy="4665774"/>
          </a:xfrm>
        </p:spPr>
        <p:txBody>
          <a:bodyPr anchor="ctr">
            <a:normAutofit lnSpcReduction="10000"/>
          </a:bodyPr>
          <a:lstStyle/>
          <a:p>
            <a:r>
              <a:rPr lang="fr-FR" sz="1400" dirty="0"/>
              <a:t>Structure de données, similaire à un tableau mais indéfinie</a:t>
            </a:r>
          </a:p>
          <a:p>
            <a:r>
              <a:rPr lang="fr-FR" sz="1400" dirty="0"/>
              <a:t>Sa taille change au fut et à mesure de l’ajout ou du retrait d’éléments</a:t>
            </a:r>
          </a:p>
          <a:p>
            <a:r>
              <a:rPr lang="fr-FR" sz="1400" dirty="0"/>
              <a:t>S’utilise à la façon d’un tableau grâce a </a:t>
            </a:r>
            <a:r>
              <a:rPr lang="fr-FR" sz="1400" b="1" dirty="0" err="1"/>
              <a:t>get</a:t>
            </a:r>
            <a:r>
              <a:rPr lang="fr-FR" sz="1400" b="1" dirty="0"/>
              <a:t>(i)</a:t>
            </a:r>
          </a:p>
          <a:p>
            <a:pPr lvl="1"/>
            <a:r>
              <a:rPr lang="fr-FR" sz="1400" dirty="0"/>
              <a:t>i est l’index du tableau</a:t>
            </a:r>
          </a:p>
          <a:p>
            <a:r>
              <a:rPr lang="fr-FR" sz="1400" dirty="0"/>
              <a:t>L’objet </a:t>
            </a:r>
            <a:r>
              <a:rPr lang="fr-FR" sz="1400" dirty="0" err="1"/>
              <a:t>Arralyst</a:t>
            </a:r>
            <a:r>
              <a:rPr lang="fr-FR" sz="1400" dirty="0"/>
              <a:t> possède un ensemble de méthode permettant la manipulation de données</a:t>
            </a:r>
          </a:p>
          <a:p>
            <a:pPr lvl="1"/>
            <a:r>
              <a:rPr lang="fr-FR" sz="1400" b="1" dirty="0" err="1"/>
              <a:t>Get</a:t>
            </a:r>
            <a:endParaRPr lang="fr-FR" sz="1400" b="1" dirty="0"/>
          </a:p>
          <a:p>
            <a:pPr lvl="1"/>
            <a:r>
              <a:rPr lang="fr-FR" sz="1400" b="1" dirty="0" err="1"/>
              <a:t>Remove</a:t>
            </a:r>
            <a:endParaRPr lang="fr-FR" sz="1400" b="1" dirty="0"/>
          </a:p>
          <a:p>
            <a:pPr lvl="1"/>
            <a:r>
              <a:rPr lang="fr-FR" sz="1400" b="1" dirty="0" err="1"/>
              <a:t>isEmpty</a:t>
            </a:r>
            <a:endParaRPr lang="fr-FR" sz="1400" b="1" dirty="0"/>
          </a:p>
          <a:p>
            <a:pPr lvl="1"/>
            <a:r>
              <a:rPr lang="fr-FR" sz="1400" b="1" dirty="0" err="1"/>
              <a:t>toArray</a:t>
            </a:r>
            <a:r>
              <a:rPr lang="fr-FR" sz="1400" b="1" dirty="0"/>
              <a:t> </a:t>
            </a:r>
          </a:p>
          <a:p>
            <a:r>
              <a:rPr lang="fr-FR" sz="1400" dirty="0" err="1"/>
              <a:t>ArrayList</a:t>
            </a:r>
            <a:r>
              <a:rPr lang="fr-FR" sz="1400" dirty="0"/>
              <a:t> n’impose pas d’ordre particulier sur ses éléments </a:t>
            </a:r>
          </a:p>
          <a:p>
            <a:pPr lvl="1"/>
            <a:r>
              <a:rPr lang="fr-FR" sz="1400" dirty="0"/>
              <a:t>Ils sont stockés dans l’ordre d’insertion</a:t>
            </a:r>
          </a:p>
          <a:p>
            <a:r>
              <a:rPr lang="fr-FR" sz="1400" dirty="0"/>
              <a:t>La classe </a:t>
            </a:r>
            <a:r>
              <a:rPr lang="fr-FR" sz="1400" b="1" dirty="0" err="1"/>
              <a:t>Collections.sort</a:t>
            </a:r>
            <a:r>
              <a:rPr lang="fr-FR" sz="1400" b="1" dirty="0"/>
              <a:t>() </a:t>
            </a:r>
            <a:r>
              <a:rPr lang="fr-FR" sz="1400" dirty="0"/>
              <a:t>permet d’effectuer un tri en réorganisant les éléments</a:t>
            </a:r>
          </a:p>
          <a:p>
            <a:pPr lvl="1"/>
            <a:r>
              <a:rPr lang="fr-FR" sz="1400" dirty="0"/>
              <a:t>Pour les types primitifs enveloppés (</a:t>
            </a:r>
            <a:r>
              <a:rPr lang="fr-FR" sz="1400" b="1" dirty="0"/>
              <a:t>Integer, Double</a:t>
            </a:r>
            <a:r>
              <a:rPr lang="fr-FR" sz="1400" dirty="0"/>
              <a:t>) ou les </a:t>
            </a:r>
            <a:r>
              <a:rPr lang="fr-FR" sz="1400" b="1" dirty="0"/>
              <a:t>String</a:t>
            </a:r>
            <a:r>
              <a:rPr lang="fr-FR" sz="1400" dirty="0"/>
              <a:t>, le trie fonctionnement immédiatement</a:t>
            </a:r>
          </a:p>
          <a:p>
            <a:pPr lvl="1"/>
            <a:r>
              <a:rPr lang="fr-FR" sz="1400" dirty="0"/>
              <a:t>Si les éléments sont des objets personnalisés, il faudra que la classe implémente Comparable, soit fournir un </a:t>
            </a:r>
            <a:r>
              <a:rPr lang="fr-FR" sz="1400" dirty="0" err="1"/>
              <a:t>Comparator</a:t>
            </a:r>
            <a:r>
              <a:rPr lang="fr-FR" sz="1400" dirty="0"/>
              <a:t> personnalisé en second argument à </a:t>
            </a:r>
            <a:r>
              <a:rPr lang="fr-FR" sz="1400" b="1" dirty="0" err="1"/>
              <a:t>Collections.sort</a:t>
            </a:r>
            <a:r>
              <a:rPr lang="fr-FR" sz="1400" b="1" dirty="0"/>
              <a:t>(</a:t>
            </a:r>
            <a:r>
              <a:rPr lang="fr-FR" sz="1400" b="1" dirty="0" err="1"/>
              <a:t>list</a:t>
            </a:r>
            <a:r>
              <a:rPr lang="fr-FR" sz="1400" b="1" dirty="0"/>
              <a:t>, </a:t>
            </a:r>
            <a:r>
              <a:rPr lang="fr-FR" sz="1400" b="1" dirty="0" err="1"/>
              <a:t>comparator</a:t>
            </a:r>
            <a:r>
              <a:rPr lang="fr-FR" sz="1400" b="1" dirty="0"/>
              <a:t>)</a:t>
            </a:r>
            <a:r>
              <a:rPr lang="fr-FR" sz="1400" dirty="0"/>
              <a:t> </a:t>
            </a:r>
          </a:p>
          <a:p>
            <a:r>
              <a:rPr lang="fr-FR" sz="1400" dirty="0"/>
              <a:t>Obtenir un tri décroissant : </a:t>
            </a:r>
            <a:r>
              <a:rPr lang="fr-FR" sz="1400" b="1" dirty="0"/>
              <a:t>Collections.reverse0rder()</a:t>
            </a:r>
          </a:p>
          <a:p>
            <a:pPr marL="0" indent="0">
              <a:buNone/>
            </a:pPr>
            <a:endParaRPr lang="fr-FR" sz="1000" dirty="0"/>
          </a:p>
        </p:txBody>
      </p:sp>
    </p:spTree>
    <p:extLst>
      <p:ext uri="{BB962C8B-B14F-4D97-AF65-F5344CB8AC3E}">
        <p14:creationId xmlns:p14="http://schemas.microsoft.com/office/powerpoint/2010/main" val="4193544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464B49-3DB8-28CE-2CA0-E534F2D89172}"/>
              </a:ext>
            </a:extLst>
          </p:cNvPr>
          <p:cNvSpPr>
            <a:spLocks noGrp="1"/>
          </p:cNvSpPr>
          <p:nvPr>
            <p:ph type="title"/>
          </p:nvPr>
        </p:nvSpPr>
        <p:spPr>
          <a:xfrm>
            <a:off x="838200" y="136072"/>
            <a:ext cx="10515600" cy="1325563"/>
          </a:xfrm>
        </p:spPr>
        <p:txBody>
          <a:bodyPr/>
          <a:lstStyle/>
          <a:p>
            <a:r>
              <a:rPr lang="fr-FR" dirty="0"/>
              <a:t>Erreurs et exceptions en Java</a:t>
            </a:r>
          </a:p>
        </p:txBody>
      </p:sp>
      <p:sp>
        <p:nvSpPr>
          <p:cNvPr id="3" name="Espace réservé du contenu 2">
            <a:extLst>
              <a:ext uri="{FF2B5EF4-FFF2-40B4-BE49-F238E27FC236}">
                <a16:creationId xmlns:a16="http://schemas.microsoft.com/office/drawing/2014/main" id="{2EB67853-D89E-DADD-750F-6A47AC582B2C}"/>
              </a:ext>
            </a:extLst>
          </p:cNvPr>
          <p:cNvSpPr>
            <a:spLocks noGrp="1"/>
          </p:cNvSpPr>
          <p:nvPr>
            <p:ph idx="1"/>
          </p:nvPr>
        </p:nvSpPr>
        <p:spPr>
          <a:xfrm>
            <a:off x="838200" y="1267968"/>
            <a:ext cx="10515600" cy="4908995"/>
          </a:xfrm>
        </p:spPr>
        <p:txBody>
          <a:bodyPr/>
          <a:lstStyle/>
          <a:p>
            <a:r>
              <a:rPr lang="fr-FR" b="1" dirty="0"/>
              <a:t>Erreur – </a:t>
            </a:r>
            <a:r>
              <a:rPr lang="fr-FR" b="1" dirty="0" err="1"/>
              <a:t>Error</a:t>
            </a:r>
            <a:r>
              <a:rPr lang="fr-FR" b="1" dirty="0"/>
              <a:t> ➡️</a:t>
            </a:r>
            <a:r>
              <a:rPr lang="fr-FR" dirty="0"/>
              <a:t>Événement grave, souvient lié au système que l’on ne cherche généralement pas intercepter</a:t>
            </a:r>
          </a:p>
          <a:p>
            <a:pPr lvl="1"/>
            <a:r>
              <a:rPr lang="fr-FR" dirty="0"/>
              <a:t>Manque de mémoire</a:t>
            </a:r>
          </a:p>
          <a:p>
            <a:r>
              <a:rPr lang="fr-FR" b="1" dirty="0"/>
              <a:t>Exception – Exception ➡️</a:t>
            </a:r>
            <a:r>
              <a:rPr lang="fr-FR" dirty="0"/>
              <a:t> Situation inhabituelle ou fautive que le programme peut choir de gérer </a:t>
            </a:r>
          </a:p>
          <a:p>
            <a:pPr lvl="1"/>
            <a:r>
              <a:rPr lang="fr-FR" dirty="0"/>
              <a:t>Division par zéro, fichier absent</a:t>
            </a:r>
          </a:p>
          <a:p>
            <a:pPr marL="0" indent="0">
              <a:buNone/>
            </a:pPr>
            <a:endParaRPr lang="fr-FR" dirty="0"/>
          </a:p>
          <a:p>
            <a:pPr marL="0" indent="0">
              <a:buNone/>
            </a:pPr>
            <a:r>
              <a:rPr lang="fr-FR" dirty="0"/>
              <a:t>Gérer les exceptions permet d’éviter que le programme ne s’arrête de façon inattendue et d’informer l’utilisateur ou le développeur de ce qui s’est passé </a:t>
            </a:r>
          </a:p>
        </p:txBody>
      </p:sp>
      <p:pic>
        <p:nvPicPr>
          <p:cNvPr id="7170" name="Picture 2" descr="Problem ">
            <a:extLst>
              <a:ext uri="{FF2B5EF4-FFF2-40B4-BE49-F238E27FC236}">
                <a16:creationId xmlns:a16="http://schemas.microsoft.com/office/drawing/2014/main" id="{720CCE65-D86D-9697-03DA-508DD58ACA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0970" y="5014685"/>
            <a:ext cx="1707243" cy="1707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13891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32871</TotalTime>
  <Words>3215</Words>
  <Application>Microsoft Macintosh PowerPoint</Application>
  <PresentationFormat>Grand écran</PresentationFormat>
  <Paragraphs>376</Paragraphs>
  <Slides>31</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31</vt:i4>
      </vt:variant>
    </vt:vector>
  </HeadingPairs>
  <TitlesOfParts>
    <vt:vector size="36" baseType="lpstr">
      <vt:lpstr>Aptos</vt:lpstr>
      <vt:lpstr>Aptos Display</vt:lpstr>
      <vt:lpstr>Arial</vt:lpstr>
      <vt:lpstr>Calibri</vt:lpstr>
      <vt:lpstr>Thème Office</vt:lpstr>
      <vt:lpstr>Présentation PowerPoint</vt:lpstr>
      <vt:lpstr>Variables et valeurs</vt:lpstr>
      <vt:lpstr>Principaux opérateurs booléens</vt:lpstr>
      <vt:lpstr>Concevoir un algorithme</vt:lpstr>
      <vt:lpstr>Les structures de contrôle</vt:lpstr>
      <vt:lpstr>Les tris </vt:lpstr>
      <vt:lpstr>Table de hachage – Hash table</vt:lpstr>
      <vt:lpstr>Les arbres en informatique</vt:lpstr>
      <vt:lpstr>Création d’une classe en Java</vt:lpstr>
      <vt:lpstr>Les variables et les types</vt:lpstr>
      <vt:lpstr>Les noms des variables</vt:lpstr>
      <vt:lpstr>Les types de base en Java </vt:lpstr>
      <vt:lpstr>Notions importantes concernant les types en JAVA</vt:lpstr>
      <vt:lpstr>Mot-clé var</vt:lpstr>
      <vt:lpstr>Les types Record</vt:lpstr>
      <vt:lpstr>Les opérateurs de base</vt:lpstr>
      <vt:lpstr>Priorité des opérateurs </vt:lpstr>
      <vt:lpstr>Documentation Java</vt:lpstr>
      <vt:lpstr>Les variables d’instance et de classe</vt:lpstr>
      <vt:lpstr>Catégorisation des fonctions </vt:lpstr>
      <vt:lpstr>Structure de contrôle Switch-case</vt:lpstr>
      <vt:lpstr>Boucle while </vt:lpstr>
      <vt:lpstr>Boucle for</vt:lpstr>
      <vt:lpstr>Comment choisir le type d’une boucle </vt:lpstr>
      <vt:lpstr>String</vt:lpstr>
      <vt:lpstr>StringBuilder</vt:lpstr>
      <vt:lpstr>CharSequence &amp; subSequence ()</vt:lpstr>
      <vt:lpstr>Types primitifs</vt:lpstr>
      <vt:lpstr>Type référence</vt:lpstr>
      <vt:lpstr>ArrayLists </vt:lpstr>
      <vt:lpstr>Erreurs et exceptions en Java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Lépine Alexandra</dc:creator>
  <cp:lastModifiedBy>Lépine Alexandra</cp:lastModifiedBy>
  <cp:revision>12</cp:revision>
  <dcterms:created xsi:type="dcterms:W3CDTF">2026-02-08T16:35:09Z</dcterms:created>
  <dcterms:modified xsi:type="dcterms:W3CDTF">2026-03-31T17:20:19Z</dcterms:modified>
</cp:coreProperties>
</file>