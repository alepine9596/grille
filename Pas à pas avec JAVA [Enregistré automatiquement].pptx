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2" r:id="rId1"/>
  </p:sldMasterIdLst>
  <p:sldIdLst>
    <p:sldId id="258" r:id="rId2"/>
    <p:sldId id="256" r:id="rId3"/>
    <p:sldId id="257"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0785"/>
    <p:restoredTop sz="91267"/>
  </p:normalViewPr>
  <p:slideViewPr>
    <p:cSldViewPr snapToGrid="0">
      <p:cViewPr varScale="1">
        <p:scale>
          <a:sx n="65" d="100"/>
          <a:sy n="65" d="100"/>
        </p:scale>
        <p:origin x="232" y="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8.xml.rels><?xml version="1.0" encoding="UTF-8" standalone="yes"?>
<Relationships xmlns="http://schemas.openxmlformats.org/package/2006/relationships"><Relationship Id="rId1" Type="http://schemas.openxmlformats.org/officeDocument/2006/relationships/hyperlink" Target="https://docs.oracle.com/javase/8/docs/api/java/io/package-summary.html" TargetMode="External"/></Relationships>
</file>

<file path=ppt/diagrams/_rels/data9.xml.rels><?xml version="1.0" encoding="UTF-8" standalone="yes"?>
<Relationships xmlns="http://schemas.openxmlformats.org/package/2006/relationships"><Relationship Id="rId2" Type="http://schemas.openxmlformats.org/officeDocument/2006/relationships/hyperlink" Target="https://docs.oracle.com/javase/8/docs/api/java/io/OutputStream.html" TargetMode="External"/><Relationship Id="rId1" Type="http://schemas.openxmlformats.org/officeDocument/2006/relationships/hyperlink" Target="https://docs.oracle.com/javase/8/docs/api/java/io/InputStream.html" TargetMode="External"/></Relationships>
</file>

<file path=ppt/diagrams/_rels/data10.xml.rels><?xml version="1.0" encoding="UTF-8" standalone="yes"?>
<Relationships xmlns="http://schemas.openxmlformats.org/package/2006/relationships"><Relationship Id="rId1" Type="http://schemas.openxmlformats.org/officeDocument/2006/relationships/hyperlink" Target="https://docs.oracle.com/javase/8/docs/api/java/io/PrintStream.html" TargetMode="External"/></Relationships>
</file>

<file path=ppt/diagrams/_rels/data11.xml.rels><?xml version="1.0" encoding="UTF-8" standalone="yes"?>
<Relationships xmlns="http://schemas.openxmlformats.org/package/2006/relationships"><Relationship Id="rId1" Type="http://schemas.openxmlformats.org/officeDocument/2006/relationships/hyperlink" Target="https://docs.oracle.com/javase/8/docs/api/java/io/File.html" TargetMode="External"/></Relationships>
</file>

<file path=ppt/diagrams/_rels/drawing8.xml.rels><?xml version="1.0" encoding="UTF-8" standalone="yes"?>
<Relationships xmlns="http://schemas.openxmlformats.org/package/2006/relationships"><Relationship Id="rId1" Type="http://schemas.openxmlformats.org/officeDocument/2006/relationships/hyperlink" Target="https://docs.oracle.com/javase/8/docs/api/java/io/package-summary.html" TargetMode="External"/></Relationships>
</file>

<file path=ppt/diagrams/_rels/drawing9.xml.rels><?xml version="1.0" encoding="UTF-8" standalone="yes"?>
<Relationships xmlns="http://schemas.openxmlformats.org/package/2006/relationships"><Relationship Id="rId2" Type="http://schemas.openxmlformats.org/officeDocument/2006/relationships/hyperlink" Target="https://docs.oracle.com/javase/8/docs/api/java/io/OutputStream.html" TargetMode="External"/><Relationship Id="rId1" Type="http://schemas.openxmlformats.org/officeDocument/2006/relationships/hyperlink" Target="https://docs.oracle.com/javase/8/docs/api/java/io/InputStream.html" TargetMode="External"/></Relationships>
</file>

<file path=ppt/diagrams/_rels/drawing10.xml.rels><?xml version="1.0" encoding="UTF-8" standalone="yes"?>
<Relationships xmlns="http://schemas.openxmlformats.org/package/2006/relationships"><Relationship Id="rId1" Type="http://schemas.openxmlformats.org/officeDocument/2006/relationships/hyperlink" Target="https://docs.oracle.com/javase/8/docs/api/java/io/PrintStream.html" TargetMode="External"/></Relationships>
</file>

<file path=ppt/diagrams/_rels/drawing11.xml.rels><?xml version="1.0" encoding="UTF-8" standalone="yes"?>
<Relationships xmlns="http://schemas.openxmlformats.org/package/2006/relationships"><Relationship Id="rId1" Type="http://schemas.openxmlformats.org/officeDocument/2006/relationships/hyperlink" Target="https://docs.oracle.com/javase/8/docs/api/java/io/File.html" TargetMode="Externa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5C7E7A-B2B7-C044-A403-14529EA7D323}" type="doc">
      <dgm:prSet loTypeId="urn:microsoft.com/office/officeart/2005/8/layout/list1" loCatId="" qsTypeId="urn:microsoft.com/office/officeart/2005/8/quickstyle/simple1" qsCatId="simple" csTypeId="urn:microsoft.com/office/officeart/2005/8/colors/colorful4" csCatId="colorful" phldr="1"/>
      <dgm:spPr/>
      <dgm:t>
        <a:bodyPr/>
        <a:lstStyle/>
        <a:p>
          <a:endParaRPr lang="fr-CA"/>
        </a:p>
      </dgm:t>
    </dgm:pt>
    <dgm:pt modelId="{F3D5E907-B199-1C45-8C88-C09A06FBE357}">
      <dgm:prSet phldrT="[Texte]"/>
      <dgm:spPr/>
      <dgm:t>
        <a:bodyPr/>
        <a:lstStyle/>
        <a:p>
          <a:pPr>
            <a:lnSpc>
              <a:spcPct val="100000"/>
            </a:lnSpc>
          </a:pPr>
          <a:r>
            <a:rPr lang="fr-CA" dirty="0"/>
            <a:t>Séquence</a:t>
          </a:r>
        </a:p>
      </dgm:t>
    </dgm:pt>
    <dgm:pt modelId="{50A66749-2271-B84B-B40B-022A065C2AE4}" type="parTrans" cxnId="{ACEE3F57-95C6-144D-8848-C44B96F01B1A}">
      <dgm:prSet/>
      <dgm:spPr/>
      <dgm:t>
        <a:bodyPr/>
        <a:lstStyle/>
        <a:p>
          <a:endParaRPr lang="fr-CA"/>
        </a:p>
      </dgm:t>
    </dgm:pt>
    <dgm:pt modelId="{D3CBDA4E-4977-384F-96E3-CE4621DB7230}" type="sibTrans" cxnId="{ACEE3F57-95C6-144D-8848-C44B96F01B1A}">
      <dgm:prSet/>
      <dgm:spPr/>
      <dgm:t>
        <a:bodyPr/>
        <a:lstStyle/>
        <a:p>
          <a:endParaRPr lang="fr-CA"/>
        </a:p>
      </dgm:t>
    </dgm:pt>
    <dgm:pt modelId="{2FCF39FC-54AC-3A4B-B15E-B2E64C65022E}">
      <dgm:prSet phldrT="[Texte]"/>
      <dgm:spPr/>
      <dgm:t>
        <a:bodyPr/>
        <a:lstStyle/>
        <a:p>
          <a:pPr>
            <a:lnSpc>
              <a:spcPct val="100000"/>
            </a:lnSpc>
          </a:pPr>
          <a:r>
            <a:rPr lang="fr-CA"/>
            <a:t>La boucle</a:t>
          </a:r>
          <a:endParaRPr lang="fr-CA" dirty="0"/>
        </a:p>
      </dgm:t>
    </dgm:pt>
    <dgm:pt modelId="{B449D35A-8E60-E24F-B2D0-394114078416}" type="parTrans" cxnId="{1DC62517-F363-2B47-B610-84204135B7DA}">
      <dgm:prSet/>
      <dgm:spPr/>
      <dgm:t>
        <a:bodyPr/>
        <a:lstStyle/>
        <a:p>
          <a:endParaRPr lang="fr-CA"/>
        </a:p>
      </dgm:t>
    </dgm:pt>
    <dgm:pt modelId="{32CE390A-DB58-F742-9F28-476B872867BE}" type="sibTrans" cxnId="{1DC62517-F363-2B47-B610-84204135B7DA}">
      <dgm:prSet/>
      <dgm:spPr/>
      <dgm:t>
        <a:bodyPr/>
        <a:lstStyle/>
        <a:p>
          <a:endParaRPr lang="fr-CA"/>
        </a:p>
      </dgm:t>
    </dgm:pt>
    <dgm:pt modelId="{C081EE23-2498-3C48-AF40-FBD2C5329EB1}">
      <dgm:prSet phldrT="[Texte]"/>
      <dgm:spPr/>
      <dgm:t>
        <a:bodyPr/>
        <a:lstStyle/>
        <a:p>
          <a:pPr>
            <a:lnSpc>
              <a:spcPct val="100000"/>
            </a:lnSpc>
          </a:pPr>
          <a:r>
            <a:rPr lang="fr-CA" dirty="0"/>
            <a:t>L'adresse en mémoire centrale de la prochaine instruction est normalement celle qui suite l'adresse de l'instruction précédente. </a:t>
          </a:r>
        </a:p>
      </dgm:t>
    </dgm:pt>
    <dgm:pt modelId="{B98E79AB-0967-4743-AE04-D59650D2DD0F}" type="parTrans" cxnId="{9AA21D78-B9AA-3E44-9DF0-448B30651A16}">
      <dgm:prSet/>
      <dgm:spPr/>
      <dgm:t>
        <a:bodyPr/>
        <a:lstStyle/>
        <a:p>
          <a:endParaRPr lang="fr-CA"/>
        </a:p>
      </dgm:t>
    </dgm:pt>
    <dgm:pt modelId="{A7CBEAD3-CDB2-0D45-A1A2-CD668579BCA6}" type="sibTrans" cxnId="{9AA21D78-B9AA-3E44-9DF0-448B30651A16}">
      <dgm:prSet/>
      <dgm:spPr/>
      <dgm:t>
        <a:bodyPr/>
        <a:lstStyle/>
        <a:p>
          <a:endParaRPr lang="fr-CA"/>
        </a:p>
      </dgm:t>
    </dgm:pt>
    <dgm:pt modelId="{0D581D1B-82D1-3348-A394-8B7473475A9B}">
      <dgm:prSet phldrT="[Texte]"/>
      <dgm:spPr/>
      <dgm:t>
        <a:bodyPr/>
        <a:lstStyle/>
        <a:p>
          <a:pPr>
            <a:lnSpc>
              <a:spcPct val="100000"/>
            </a:lnSpc>
          </a:pPr>
          <a:r>
            <a:rPr lang="fr-CA" dirty="0"/>
            <a:t>Donc, les instructions sont exécutées en séquence. Cependant, si c'était toujours le cas, l'unité centrale de traitement exécuterait les instructions jusqu'à ce qu'elle aboutisse à un cul de sac</a:t>
          </a:r>
        </a:p>
      </dgm:t>
    </dgm:pt>
    <dgm:pt modelId="{24CAEFB4-F436-FB46-80E6-5CB2F22E9F57}" type="parTrans" cxnId="{51C37C5F-F2DA-1743-A74C-E302ECDB97F9}">
      <dgm:prSet/>
      <dgm:spPr/>
      <dgm:t>
        <a:bodyPr/>
        <a:lstStyle/>
        <a:p>
          <a:endParaRPr lang="fr-CA"/>
        </a:p>
      </dgm:t>
    </dgm:pt>
    <dgm:pt modelId="{10C1A342-7BF6-034A-A7CA-F24BD21884B6}" type="sibTrans" cxnId="{51C37C5F-F2DA-1743-A74C-E302ECDB97F9}">
      <dgm:prSet/>
      <dgm:spPr/>
      <dgm:t>
        <a:bodyPr/>
        <a:lstStyle/>
        <a:p>
          <a:endParaRPr lang="fr-CA"/>
        </a:p>
      </dgm:t>
    </dgm:pt>
    <dgm:pt modelId="{496D471B-7926-F846-A529-C4E71040757C}">
      <dgm:prSet phldrT="[Texte]"/>
      <dgm:spPr/>
      <dgm:t>
        <a:bodyPr/>
        <a:lstStyle/>
        <a:p>
          <a:pPr>
            <a:lnSpc>
              <a:spcPct val="100000"/>
            </a:lnSpc>
          </a:pPr>
          <a:r>
            <a:rPr lang="fr-CA"/>
            <a:t>Des instructions peuvent spécifier l'adresse de la prochaine instruction à exécuter.</a:t>
          </a:r>
          <a:endParaRPr lang="fr-CA" dirty="0"/>
        </a:p>
      </dgm:t>
    </dgm:pt>
    <dgm:pt modelId="{CE6DEC12-1EED-1445-9FB2-BF5EC6A3ADCB}" type="parTrans" cxnId="{18A57AFA-068C-D44B-975A-D676DDE21D5C}">
      <dgm:prSet/>
      <dgm:spPr/>
      <dgm:t>
        <a:bodyPr/>
        <a:lstStyle/>
        <a:p>
          <a:endParaRPr lang="fr-CA"/>
        </a:p>
      </dgm:t>
    </dgm:pt>
    <dgm:pt modelId="{A73A3D4B-56BF-FC46-BF18-9E62C34B21C8}" type="sibTrans" cxnId="{18A57AFA-068C-D44B-975A-D676DDE21D5C}">
      <dgm:prSet/>
      <dgm:spPr/>
      <dgm:t>
        <a:bodyPr/>
        <a:lstStyle/>
        <a:p>
          <a:endParaRPr lang="fr-CA"/>
        </a:p>
      </dgm:t>
    </dgm:pt>
    <dgm:pt modelId="{0CCB0A8B-AABD-B043-B9F1-EE074B50AA43}">
      <dgm:prSet phldrT="[Texte]"/>
      <dgm:spPr/>
      <dgm:t>
        <a:bodyPr/>
        <a:lstStyle/>
        <a:p>
          <a:pPr>
            <a:lnSpc>
              <a:spcPct val="100000"/>
            </a:lnSpc>
          </a:pPr>
          <a:r>
            <a:rPr lang="fr-CA"/>
            <a:t>Exemple : une instruction peut provoquer le saut à une adresse précédente ce qui permet de répéter un ensemble d'instructions en revenant constamment au début de la séquence</a:t>
          </a:r>
          <a:endParaRPr lang="fr-CA" dirty="0"/>
        </a:p>
      </dgm:t>
    </dgm:pt>
    <dgm:pt modelId="{E4687784-3CEC-EE46-A6A3-8092F8E15642}" type="parTrans" cxnId="{20F45092-FC63-EF48-B7B8-2868F9733EE3}">
      <dgm:prSet/>
      <dgm:spPr/>
      <dgm:t>
        <a:bodyPr/>
        <a:lstStyle/>
        <a:p>
          <a:endParaRPr lang="fr-CA"/>
        </a:p>
      </dgm:t>
    </dgm:pt>
    <dgm:pt modelId="{5ED3DE0D-F6DE-A143-88AF-8CE4063B7BE9}" type="sibTrans" cxnId="{20F45092-FC63-EF48-B7B8-2868F9733EE3}">
      <dgm:prSet/>
      <dgm:spPr/>
      <dgm:t>
        <a:bodyPr/>
        <a:lstStyle/>
        <a:p>
          <a:endParaRPr lang="fr-CA"/>
        </a:p>
      </dgm:t>
    </dgm:pt>
    <dgm:pt modelId="{E1C62B6B-A053-C440-9D96-08226324EDF5}">
      <dgm:prSet phldrT="[Texte]"/>
      <dgm:spPr/>
      <dgm:t>
        <a:bodyPr/>
        <a:lstStyle/>
        <a:p>
          <a:pPr>
            <a:lnSpc>
              <a:spcPct val="100000"/>
            </a:lnSpc>
          </a:pPr>
          <a:r>
            <a:rPr lang="fr-CA"/>
            <a:t>  Décision - Sélection, embranchement, choix</a:t>
          </a:r>
          <a:endParaRPr lang="fr-CA" dirty="0"/>
        </a:p>
      </dgm:t>
    </dgm:pt>
    <dgm:pt modelId="{908768E0-80AC-FE4F-9677-3050E2CA6536}" type="parTrans" cxnId="{5E1BD661-B3E7-F04B-A949-24378816EBB7}">
      <dgm:prSet/>
      <dgm:spPr/>
      <dgm:t>
        <a:bodyPr/>
        <a:lstStyle/>
        <a:p>
          <a:endParaRPr lang="fr-CA"/>
        </a:p>
      </dgm:t>
    </dgm:pt>
    <dgm:pt modelId="{2B817F4A-D74E-A844-B7DA-B6DE938C323B}" type="sibTrans" cxnId="{5E1BD661-B3E7-F04B-A949-24378816EBB7}">
      <dgm:prSet/>
      <dgm:spPr/>
      <dgm:t>
        <a:bodyPr/>
        <a:lstStyle/>
        <a:p>
          <a:endParaRPr lang="fr-CA"/>
        </a:p>
      </dgm:t>
    </dgm:pt>
    <dgm:pt modelId="{334CE879-7F11-4E4B-9C37-0F5EB03337FC}">
      <dgm:prSet phldrT="[Texte]"/>
      <dgm:spPr/>
      <dgm:t>
        <a:bodyPr/>
        <a:lstStyle/>
        <a:p>
          <a:pPr>
            <a:lnSpc>
              <a:spcPct val="100000"/>
            </a:lnSpc>
          </a:pPr>
          <a:r>
            <a:rPr lang="fr-CA"/>
            <a:t>Certaines instructions peuvent choisir l'adresse de la prochaine instruction en fonction d'une condition.</a:t>
          </a:r>
          <a:endParaRPr lang="fr-CA" dirty="0"/>
        </a:p>
      </dgm:t>
    </dgm:pt>
    <dgm:pt modelId="{6E1E99E9-3A07-F54A-88BF-C47F060435F8}" type="parTrans" cxnId="{B6E622EC-D78C-D144-B519-A024B7C2DF27}">
      <dgm:prSet/>
      <dgm:spPr/>
      <dgm:t>
        <a:bodyPr/>
        <a:lstStyle/>
        <a:p>
          <a:endParaRPr lang="fr-CA"/>
        </a:p>
      </dgm:t>
    </dgm:pt>
    <dgm:pt modelId="{EEC38334-7F42-BB45-B2B2-8292C8C25E2D}" type="sibTrans" cxnId="{B6E622EC-D78C-D144-B519-A024B7C2DF27}">
      <dgm:prSet/>
      <dgm:spPr/>
      <dgm:t>
        <a:bodyPr/>
        <a:lstStyle/>
        <a:p>
          <a:endParaRPr lang="fr-CA"/>
        </a:p>
      </dgm:t>
    </dgm:pt>
    <dgm:pt modelId="{1AD1CBFF-DD16-A74E-9415-16858C6455A1}">
      <dgm:prSet phldrT="[Texte]"/>
      <dgm:spPr/>
      <dgm:t>
        <a:bodyPr/>
        <a:lstStyle/>
        <a:p>
          <a:pPr>
            <a:lnSpc>
              <a:spcPct val="100000"/>
            </a:lnSpc>
          </a:pPr>
          <a:r>
            <a:rPr lang="fr-CA" dirty="0"/>
            <a:t>Exemple : si le contenu de la cas d'adresse x est 0, sauter l'adresse y sinon continuer normalement en séquence </a:t>
          </a:r>
        </a:p>
      </dgm:t>
    </dgm:pt>
    <dgm:pt modelId="{2D54B356-C7FF-1F4B-BC0C-60C600A7B39F}" type="parTrans" cxnId="{F5F2C7A2-4FA9-F04C-B095-EB568EA9BF7D}">
      <dgm:prSet/>
      <dgm:spPr/>
      <dgm:t>
        <a:bodyPr/>
        <a:lstStyle/>
        <a:p>
          <a:endParaRPr lang="fr-CA"/>
        </a:p>
      </dgm:t>
    </dgm:pt>
    <dgm:pt modelId="{A6C52237-754B-F449-B34A-275813EF89B1}" type="sibTrans" cxnId="{F5F2C7A2-4FA9-F04C-B095-EB568EA9BF7D}">
      <dgm:prSet/>
      <dgm:spPr/>
      <dgm:t>
        <a:bodyPr/>
        <a:lstStyle/>
        <a:p>
          <a:endParaRPr lang="fr-CA"/>
        </a:p>
      </dgm:t>
    </dgm:pt>
    <dgm:pt modelId="{33B40735-40E2-554A-B4A9-C944D8479529}">
      <dgm:prSet phldrT="[Texte]"/>
      <dgm:spPr/>
      <dgm:t>
        <a:bodyPr/>
        <a:lstStyle/>
        <a:p>
          <a:pPr>
            <a:lnSpc>
              <a:spcPct val="100000"/>
            </a:lnSpc>
          </a:pPr>
          <a:r>
            <a:rPr lang="fr-CA"/>
            <a:t>Ce genre d'instruction permet à l'ordinateur de prendre des décisions et de modifier son comportement au besoin</a:t>
          </a:r>
          <a:endParaRPr lang="fr-CA" dirty="0"/>
        </a:p>
      </dgm:t>
    </dgm:pt>
    <dgm:pt modelId="{28808223-55B0-9949-946A-B21B55AC25B8}" type="parTrans" cxnId="{298506DC-3793-B74A-8CFF-6D13762764CD}">
      <dgm:prSet/>
      <dgm:spPr/>
      <dgm:t>
        <a:bodyPr/>
        <a:lstStyle/>
        <a:p>
          <a:endParaRPr lang="fr-CA"/>
        </a:p>
      </dgm:t>
    </dgm:pt>
    <dgm:pt modelId="{1DE78507-F459-CB44-94A0-EDD5688A88A6}" type="sibTrans" cxnId="{298506DC-3793-B74A-8CFF-6D13762764CD}">
      <dgm:prSet/>
      <dgm:spPr/>
      <dgm:t>
        <a:bodyPr/>
        <a:lstStyle/>
        <a:p>
          <a:endParaRPr lang="fr-CA"/>
        </a:p>
      </dgm:t>
    </dgm:pt>
    <dgm:pt modelId="{A86463B2-429E-354B-BFE7-FAB462675E82}" type="pres">
      <dgm:prSet presAssocID="{245C7E7A-B2B7-C044-A403-14529EA7D323}" presName="linear" presStyleCnt="0">
        <dgm:presLayoutVars>
          <dgm:dir/>
          <dgm:animLvl val="lvl"/>
          <dgm:resizeHandles val="exact"/>
        </dgm:presLayoutVars>
      </dgm:prSet>
      <dgm:spPr/>
    </dgm:pt>
    <dgm:pt modelId="{3A0E199F-6EC8-A941-911A-0B651797AF2A}" type="pres">
      <dgm:prSet presAssocID="{F3D5E907-B199-1C45-8C88-C09A06FBE357}" presName="parentLin" presStyleCnt="0"/>
      <dgm:spPr/>
    </dgm:pt>
    <dgm:pt modelId="{1C5135DB-272E-5A43-ADC3-62667330FD4C}" type="pres">
      <dgm:prSet presAssocID="{F3D5E907-B199-1C45-8C88-C09A06FBE357}" presName="parentLeftMargin" presStyleLbl="node1" presStyleIdx="0" presStyleCnt="3"/>
      <dgm:spPr/>
    </dgm:pt>
    <dgm:pt modelId="{400ABB0D-F6DE-CD42-B9E7-FF7609043149}" type="pres">
      <dgm:prSet presAssocID="{F3D5E907-B199-1C45-8C88-C09A06FBE357}" presName="parentText" presStyleLbl="node1" presStyleIdx="0" presStyleCnt="3">
        <dgm:presLayoutVars>
          <dgm:chMax val="0"/>
          <dgm:bulletEnabled val="1"/>
        </dgm:presLayoutVars>
      </dgm:prSet>
      <dgm:spPr/>
    </dgm:pt>
    <dgm:pt modelId="{BC133842-604A-0541-B5FF-EA4243C48B2F}" type="pres">
      <dgm:prSet presAssocID="{F3D5E907-B199-1C45-8C88-C09A06FBE357}" presName="negativeSpace" presStyleCnt="0"/>
      <dgm:spPr/>
    </dgm:pt>
    <dgm:pt modelId="{45B2B462-0A26-0147-B4CA-B2B6CB2F23A4}" type="pres">
      <dgm:prSet presAssocID="{F3D5E907-B199-1C45-8C88-C09A06FBE357}" presName="childText" presStyleLbl="conFgAcc1" presStyleIdx="0" presStyleCnt="3">
        <dgm:presLayoutVars>
          <dgm:bulletEnabled val="1"/>
        </dgm:presLayoutVars>
      </dgm:prSet>
      <dgm:spPr/>
    </dgm:pt>
    <dgm:pt modelId="{DFA9ECE5-08AC-CC4E-BC9F-CF7BB910070F}" type="pres">
      <dgm:prSet presAssocID="{D3CBDA4E-4977-384F-96E3-CE4621DB7230}" presName="spaceBetweenRectangles" presStyleCnt="0"/>
      <dgm:spPr/>
    </dgm:pt>
    <dgm:pt modelId="{D515CE11-08F6-924F-94DC-F1EBD832DE31}" type="pres">
      <dgm:prSet presAssocID="{2FCF39FC-54AC-3A4B-B15E-B2E64C65022E}" presName="parentLin" presStyleCnt="0"/>
      <dgm:spPr/>
    </dgm:pt>
    <dgm:pt modelId="{C681723D-6FD0-934F-94B8-6E3A571904E7}" type="pres">
      <dgm:prSet presAssocID="{2FCF39FC-54AC-3A4B-B15E-B2E64C65022E}" presName="parentLeftMargin" presStyleLbl="node1" presStyleIdx="0" presStyleCnt="3"/>
      <dgm:spPr/>
    </dgm:pt>
    <dgm:pt modelId="{C7C30DAF-4455-FE46-94D7-AB7CC12C05FA}" type="pres">
      <dgm:prSet presAssocID="{2FCF39FC-54AC-3A4B-B15E-B2E64C65022E}" presName="parentText" presStyleLbl="node1" presStyleIdx="1" presStyleCnt="3">
        <dgm:presLayoutVars>
          <dgm:chMax val="0"/>
          <dgm:bulletEnabled val="1"/>
        </dgm:presLayoutVars>
      </dgm:prSet>
      <dgm:spPr/>
    </dgm:pt>
    <dgm:pt modelId="{CE4F294F-E31D-554E-B505-DAB4E2D74989}" type="pres">
      <dgm:prSet presAssocID="{2FCF39FC-54AC-3A4B-B15E-B2E64C65022E}" presName="negativeSpace" presStyleCnt="0"/>
      <dgm:spPr/>
    </dgm:pt>
    <dgm:pt modelId="{30180B50-33A0-764D-B799-1970322F0B36}" type="pres">
      <dgm:prSet presAssocID="{2FCF39FC-54AC-3A4B-B15E-B2E64C65022E}" presName="childText" presStyleLbl="conFgAcc1" presStyleIdx="1" presStyleCnt="3">
        <dgm:presLayoutVars>
          <dgm:bulletEnabled val="1"/>
        </dgm:presLayoutVars>
      </dgm:prSet>
      <dgm:spPr/>
    </dgm:pt>
    <dgm:pt modelId="{9FA20F5F-1E54-C745-B322-463F068DCC84}" type="pres">
      <dgm:prSet presAssocID="{32CE390A-DB58-F742-9F28-476B872867BE}" presName="spaceBetweenRectangles" presStyleCnt="0"/>
      <dgm:spPr/>
    </dgm:pt>
    <dgm:pt modelId="{AC5816D4-D247-3449-B9F6-AB75394E2424}" type="pres">
      <dgm:prSet presAssocID="{E1C62B6B-A053-C440-9D96-08226324EDF5}" presName="parentLin" presStyleCnt="0"/>
      <dgm:spPr/>
    </dgm:pt>
    <dgm:pt modelId="{F9FC9434-222A-1741-A162-1C6D383E0AD6}" type="pres">
      <dgm:prSet presAssocID="{E1C62B6B-A053-C440-9D96-08226324EDF5}" presName="parentLeftMargin" presStyleLbl="node1" presStyleIdx="1" presStyleCnt="3"/>
      <dgm:spPr/>
    </dgm:pt>
    <dgm:pt modelId="{EC374591-4CDA-314E-9BDA-F13D79D7940F}" type="pres">
      <dgm:prSet presAssocID="{E1C62B6B-A053-C440-9D96-08226324EDF5}" presName="parentText" presStyleLbl="node1" presStyleIdx="2" presStyleCnt="3">
        <dgm:presLayoutVars>
          <dgm:chMax val="0"/>
          <dgm:bulletEnabled val="1"/>
        </dgm:presLayoutVars>
      </dgm:prSet>
      <dgm:spPr/>
    </dgm:pt>
    <dgm:pt modelId="{35E9229D-C001-D440-A560-58DC28DB5572}" type="pres">
      <dgm:prSet presAssocID="{E1C62B6B-A053-C440-9D96-08226324EDF5}" presName="negativeSpace" presStyleCnt="0"/>
      <dgm:spPr/>
    </dgm:pt>
    <dgm:pt modelId="{66A8E9F8-A027-ED42-B02F-84F75241710E}" type="pres">
      <dgm:prSet presAssocID="{E1C62B6B-A053-C440-9D96-08226324EDF5}" presName="childText" presStyleLbl="conFgAcc1" presStyleIdx="2" presStyleCnt="3">
        <dgm:presLayoutVars>
          <dgm:bulletEnabled val="1"/>
        </dgm:presLayoutVars>
      </dgm:prSet>
      <dgm:spPr/>
    </dgm:pt>
  </dgm:ptLst>
  <dgm:cxnLst>
    <dgm:cxn modelId="{C9D12505-50CE-2F45-9411-0E96DB3F6F8C}" type="presOf" srcId="{F3D5E907-B199-1C45-8C88-C09A06FBE357}" destId="{1C5135DB-272E-5A43-ADC3-62667330FD4C}" srcOrd="0" destOrd="0" presId="urn:microsoft.com/office/officeart/2005/8/layout/list1"/>
    <dgm:cxn modelId="{1DC62517-F363-2B47-B610-84204135B7DA}" srcId="{245C7E7A-B2B7-C044-A403-14529EA7D323}" destId="{2FCF39FC-54AC-3A4B-B15E-B2E64C65022E}" srcOrd="1" destOrd="0" parTransId="{B449D35A-8E60-E24F-B2D0-394114078416}" sibTransId="{32CE390A-DB58-F742-9F28-476B872867BE}"/>
    <dgm:cxn modelId="{FAAD7A17-9274-C647-891B-2B0E8B7CFAD0}" type="presOf" srcId="{2FCF39FC-54AC-3A4B-B15E-B2E64C65022E}" destId="{C7C30DAF-4455-FE46-94D7-AB7CC12C05FA}" srcOrd="1" destOrd="0" presId="urn:microsoft.com/office/officeart/2005/8/layout/list1"/>
    <dgm:cxn modelId="{8ED03E1B-CD9E-AD41-8357-DE605CC23DEC}" type="presOf" srcId="{33B40735-40E2-554A-B4A9-C944D8479529}" destId="{66A8E9F8-A027-ED42-B02F-84F75241710E}" srcOrd="0" destOrd="2" presId="urn:microsoft.com/office/officeart/2005/8/layout/list1"/>
    <dgm:cxn modelId="{EFB6752F-47CC-7146-AB49-2056279B0EAF}" type="presOf" srcId="{F3D5E907-B199-1C45-8C88-C09A06FBE357}" destId="{400ABB0D-F6DE-CD42-B9E7-FF7609043149}" srcOrd="1" destOrd="0" presId="urn:microsoft.com/office/officeart/2005/8/layout/list1"/>
    <dgm:cxn modelId="{EAE93D4A-106F-8F42-A67C-3E8DB97C50BC}" type="presOf" srcId="{1AD1CBFF-DD16-A74E-9415-16858C6455A1}" destId="{66A8E9F8-A027-ED42-B02F-84F75241710E}" srcOrd="0" destOrd="1" presId="urn:microsoft.com/office/officeart/2005/8/layout/list1"/>
    <dgm:cxn modelId="{ACEE3F57-95C6-144D-8848-C44B96F01B1A}" srcId="{245C7E7A-B2B7-C044-A403-14529EA7D323}" destId="{F3D5E907-B199-1C45-8C88-C09A06FBE357}" srcOrd="0" destOrd="0" parTransId="{50A66749-2271-B84B-B40B-022A065C2AE4}" sibTransId="{D3CBDA4E-4977-384F-96E3-CE4621DB7230}"/>
    <dgm:cxn modelId="{51C37C5F-F2DA-1743-A74C-E302ECDB97F9}" srcId="{F3D5E907-B199-1C45-8C88-C09A06FBE357}" destId="{0D581D1B-82D1-3348-A394-8B7473475A9B}" srcOrd="1" destOrd="0" parTransId="{24CAEFB4-F436-FB46-80E6-5CB2F22E9F57}" sibTransId="{10C1A342-7BF6-034A-A7CA-F24BD21884B6}"/>
    <dgm:cxn modelId="{5E1BD661-B3E7-F04B-A949-24378816EBB7}" srcId="{245C7E7A-B2B7-C044-A403-14529EA7D323}" destId="{E1C62B6B-A053-C440-9D96-08226324EDF5}" srcOrd="2" destOrd="0" parTransId="{908768E0-80AC-FE4F-9677-3050E2CA6536}" sibTransId="{2B817F4A-D74E-A844-B7DA-B6DE938C323B}"/>
    <dgm:cxn modelId="{AE09936F-53A0-AB49-A258-51A96224D9D0}" type="presOf" srcId="{2FCF39FC-54AC-3A4B-B15E-B2E64C65022E}" destId="{C681723D-6FD0-934F-94B8-6E3A571904E7}" srcOrd="0" destOrd="0" presId="urn:microsoft.com/office/officeart/2005/8/layout/list1"/>
    <dgm:cxn modelId="{579B4A70-59DD-E247-9DC2-1265A1680B86}" type="presOf" srcId="{E1C62B6B-A053-C440-9D96-08226324EDF5}" destId="{F9FC9434-222A-1741-A162-1C6D383E0AD6}" srcOrd="0" destOrd="0" presId="urn:microsoft.com/office/officeart/2005/8/layout/list1"/>
    <dgm:cxn modelId="{9AA21D78-B9AA-3E44-9DF0-448B30651A16}" srcId="{F3D5E907-B199-1C45-8C88-C09A06FBE357}" destId="{C081EE23-2498-3C48-AF40-FBD2C5329EB1}" srcOrd="0" destOrd="0" parTransId="{B98E79AB-0967-4743-AE04-D59650D2DD0F}" sibTransId="{A7CBEAD3-CDB2-0D45-A1A2-CD668579BCA6}"/>
    <dgm:cxn modelId="{CB3B3F84-43BC-7B4B-95CD-B1379E186785}" type="presOf" srcId="{C081EE23-2498-3C48-AF40-FBD2C5329EB1}" destId="{45B2B462-0A26-0147-B4CA-B2B6CB2F23A4}" srcOrd="0" destOrd="0" presId="urn:microsoft.com/office/officeart/2005/8/layout/list1"/>
    <dgm:cxn modelId="{228DD88F-DF64-014E-9D76-A98D8726833C}" type="presOf" srcId="{0D581D1B-82D1-3348-A394-8B7473475A9B}" destId="{45B2B462-0A26-0147-B4CA-B2B6CB2F23A4}" srcOrd="0" destOrd="1" presId="urn:microsoft.com/office/officeart/2005/8/layout/list1"/>
    <dgm:cxn modelId="{20F45092-FC63-EF48-B7B8-2868F9733EE3}" srcId="{2FCF39FC-54AC-3A4B-B15E-B2E64C65022E}" destId="{0CCB0A8B-AABD-B043-B9F1-EE074B50AA43}" srcOrd="1" destOrd="0" parTransId="{E4687784-3CEC-EE46-A6A3-8092F8E15642}" sibTransId="{5ED3DE0D-F6DE-A143-88AF-8CE4063B7BE9}"/>
    <dgm:cxn modelId="{B01EF398-E4B3-0A43-B030-E4364D7AA597}" type="presOf" srcId="{E1C62B6B-A053-C440-9D96-08226324EDF5}" destId="{EC374591-4CDA-314E-9BDA-F13D79D7940F}" srcOrd="1" destOrd="0" presId="urn:microsoft.com/office/officeart/2005/8/layout/list1"/>
    <dgm:cxn modelId="{945C2A99-DD12-EF44-839A-D9D87134DA71}" type="presOf" srcId="{496D471B-7926-F846-A529-C4E71040757C}" destId="{30180B50-33A0-764D-B799-1970322F0B36}" srcOrd="0" destOrd="0" presId="urn:microsoft.com/office/officeart/2005/8/layout/list1"/>
    <dgm:cxn modelId="{5A7FCE9A-02DB-6E43-958A-8262C47489C2}" type="presOf" srcId="{0CCB0A8B-AABD-B043-B9F1-EE074B50AA43}" destId="{30180B50-33A0-764D-B799-1970322F0B36}" srcOrd="0" destOrd="1" presId="urn:microsoft.com/office/officeart/2005/8/layout/list1"/>
    <dgm:cxn modelId="{F5F2C7A2-4FA9-F04C-B095-EB568EA9BF7D}" srcId="{E1C62B6B-A053-C440-9D96-08226324EDF5}" destId="{1AD1CBFF-DD16-A74E-9415-16858C6455A1}" srcOrd="1" destOrd="0" parTransId="{2D54B356-C7FF-1F4B-BC0C-60C600A7B39F}" sibTransId="{A6C52237-754B-F449-B34A-275813EF89B1}"/>
    <dgm:cxn modelId="{3EC949B0-6080-7248-BB9E-A35928232BED}" type="presOf" srcId="{334CE879-7F11-4E4B-9C37-0F5EB03337FC}" destId="{66A8E9F8-A027-ED42-B02F-84F75241710E}" srcOrd="0" destOrd="0" presId="urn:microsoft.com/office/officeart/2005/8/layout/list1"/>
    <dgm:cxn modelId="{C25727BF-F2F8-7744-AF3D-60E254CD2C8E}" type="presOf" srcId="{245C7E7A-B2B7-C044-A403-14529EA7D323}" destId="{A86463B2-429E-354B-BFE7-FAB462675E82}" srcOrd="0" destOrd="0" presId="urn:microsoft.com/office/officeart/2005/8/layout/list1"/>
    <dgm:cxn modelId="{298506DC-3793-B74A-8CFF-6D13762764CD}" srcId="{E1C62B6B-A053-C440-9D96-08226324EDF5}" destId="{33B40735-40E2-554A-B4A9-C944D8479529}" srcOrd="2" destOrd="0" parTransId="{28808223-55B0-9949-946A-B21B55AC25B8}" sibTransId="{1DE78507-F459-CB44-94A0-EDD5688A88A6}"/>
    <dgm:cxn modelId="{B6E622EC-D78C-D144-B519-A024B7C2DF27}" srcId="{E1C62B6B-A053-C440-9D96-08226324EDF5}" destId="{334CE879-7F11-4E4B-9C37-0F5EB03337FC}" srcOrd="0" destOrd="0" parTransId="{6E1E99E9-3A07-F54A-88BF-C47F060435F8}" sibTransId="{EEC38334-7F42-BB45-B2B2-8292C8C25E2D}"/>
    <dgm:cxn modelId="{18A57AFA-068C-D44B-975A-D676DDE21D5C}" srcId="{2FCF39FC-54AC-3A4B-B15E-B2E64C65022E}" destId="{496D471B-7926-F846-A529-C4E71040757C}" srcOrd="0" destOrd="0" parTransId="{CE6DEC12-1EED-1445-9FB2-BF5EC6A3ADCB}" sibTransId="{A73A3D4B-56BF-FC46-BF18-9E62C34B21C8}"/>
    <dgm:cxn modelId="{B8A864BA-04BE-D146-B844-5ECF59A8E0A5}" type="presParOf" srcId="{A86463B2-429E-354B-BFE7-FAB462675E82}" destId="{3A0E199F-6EC8-A941-911A-0B651797AF2A}" srcOrd="0" destOrd="0" presId="urn:microsoft.com/office/officeart/2005/8/layout/list1"/>
    <dgm:cxn modelId="{98D1723D-6D60-4845-9E52-7293232C0D60}" type="presParOf" srcId="{3A0E199F-6EC8-A941-911A-0B651797AF2A}" destId="{1C5135DB-272E-5A43-ADC3-62667330FD4C}" srcOrd="0" destOrd="0" presId="urn:microsoft.com/office/officeart/2005/8/layout/list1"/>
    <dgm:cxn modelId="{79DB9889-2DCE-4B45-BD83-8FF9694F806C}" type="presParOf" srcId="{3A0E199F-6EC8-A941-911A-0B651797AF2A}" destId="{400ABB0D-F6DE-CD42-B9E7-FF7609043149}" srcOrd="1" destOrd="0" presId="urn:microsoft.com/office/officeart/2005/8/layout/list1"/>
    <dgm:cxn modelId="{1EC9F456-35C7-1142-8B56-F3FFA01A3BB6}" type="presParOf" srcId="{A86463B2-429E-354B-BFE7-FAB462675E82}" destId="{BC133842-604A-0541-B5FF-EA4243C48B2F}" srcOrd="1" destOrd="0" presId="urn:microsoft.com/office/officeart/2005/8/layout/list1"/>
    <dgm:cxn modelId="{D253917D-54B1-8347-B33B-EB1528FA9335}" type="presParOf" srcId="{A86463B2-429E-354B-BFE7-FAB462675E82}" destId="{45B2B462-0A26-0147-B4CA-B2B6CB2F23A4}" srcOrd="2" destOrd="0" presId="urn:microsoft.com/office/officeart/2005/8/layout/list1"/>
    <dgm:cxn modelId="{0FF1522D-0030-BC44-AC8E-28FEF901E411}" type="presParOf" srcId="{A86463B2-429E-354B-BFE7-FAB462675E82}" destId="{DFA9ECE5-08AC-CC4E-BC9F-CF7BB910070F}" srcOrd="3" destOrd="0" presId="urn:microsoft.com/office/officeart/2005/8/layout/list1"/>
    <dgm:cxn modelId="{372F99A5-B28D-2849-86A8-93DC685AF471}" type="presParOf" srcId="{A86463B2-429E-354B-BFE7-FAB462675E82}" destId="{D515CE11-08F6-924F-94DC-F1EBD832DE31}" srcOrd="4" destOrd="0" presId="urn:microsoft.com/office/officeart/2005/8/layout/list1"/>
    <dgm:cxn modelId="{32353AAD-12F5-9140-B3A3-BC8A43AB5D3B}" type="presParOf" srcId="{D515CE11-08F6-924F-94DC-F1EBD832DE31}" destId="{C681723D-6FD0-934F-94B8-6E3A571904E7}" srcOrd="0" destOrd="0" presId="urn:microsoft.com/office/officeart/2005/8/layout/list1"/>
    <dgm:cxn modelId="{CFC8D84C-5BEB-ED4C-965C-FED3ADFBFC65}" type="presParOf" srcId="{D515CE11-08F6-924F-94DC-F1EBD832DE31}" destId="{C7C30DAF-4455-FE46-94D7-AB7CC12C05FA}" srcOrd="1" destOrd="0" presId="urn:microsoft.com/office/officeart/2005/8/layout/list1"/>
    <dgm:cxn modelId="{B29B3875-53F1-C146-92BD-1D63D4F06D29}" type="presParOf" srcId="{A86463B2-429E-354B-BFE7-FAB462675E82}" destId="{CE4F294F-E31D-554E-B505-DAB4E2D74989}" srcOrd="5" destOrd="0" presId="urn:microsoft.com/office/officeart/2005/8/layout/list1"/>
    <dgm:cxn modelId="{8D594100-E376-6B49-8D59-36BE6E0F1842}" type="presParOf" srcId="{A86463B2-429E-354B-BFE7-FAB462675E82}" destId="{30180B50-33A0-764D-B799-1970322F0B36}" srcOrd="6" destOrd="0" presId="urn:microsoft.com/office/officeart/2005/8/layout/list1"/>
    <dgm:cxn modelId="{E2D0FBC5-67A9-5545-8F9C-1F162BA516AF}" type="presParOf" srcId="{A86463B2-429E-354B-BFE7-FAB462675E82}" destId="{9FA20F5F-1E54-C745-B322-463F068DCC84}" srcOrd="7" destOrd="0" presId="urn:microsoft.com/office/officeart/2005/8/layout/list1"/>
    <dgm:cxn modelId="{81E3499B-975F-E44B-976D-A811AD1F11F9}" type="presParOf" srcId="{A86463B2-429E-354B-BFE7-FAB462675E82}" destId="{AC5816D4-D247-3449-B9F6-AB75394E2424}" srcOrd="8" destOrd="0" presId="urn:microsoft.com/office/officeart/2005/8/layout/list1"/>
    <dgm:cxn modelId="{798995A6-DE25-E744-8A40-309EA65BD4A1}" type="presParOf" srcId="{AC5816D4-D247-3449-B9F6-AB75394E2424}" destId="{F9FC9434-222A-1741-A162-1C6D383E0AD6}" srcOrd="0" destOrd="0" presId="urn:microsoft.com/office/officeart/2005/8/layout/list1"/>
    <dgm:cxn modelId="{C86F9D23-D853-174C-A833-BB27370FF46E}" type="presParOf" srcId="{AC5816D4-D247-3449-B9F6-AB75394E2424}" destId="{EC374591-4CDA-314E-9BDA-F13D79D7940F}" srcOrd="1" destOrd="0" presId="urn:microsoft.com/office/officeart/2005/8/layout/list1"/>
    <dgm:cxn modelId="{B87EEB72-9601-EC44-816A-2053F5A1E040}" type="presParOf" srcId="{A86463B2-429E-354B-BFE7-FAB462675E82}" destId="{35E9229D-C001-D440-A560-58DC28DB5572}" srcOrd="9" destOrd="0" presId="urn:microsoft.com/office/officeart/2005/8/layout/list1"/>
    <dgm:cxn modelId="{E9686786-8F38-D74A-B737-B5090266B979}" type="presParOf" srcId="{A86463B2-429E-354B-BFE7-FAB462675E82}" destId="{66A8E9F8-A027-ED42-B02F-84F75241710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FC6BA3-5857-A542-9BA3-6FE791B47465}" type="doc">
      <dgm:prSet loTypeId="urn:microsoft.com/office/officeart/2005/8/layout/list1" loCatId="" qsTypeId="urn:microsoft.com/office/officeart/2005/8/quickstyle/simple1" qsCatId="simple" csTypeId="urn:microsoft.com/office/officeart/2005/8/colors/colorful5" csCatId="colorful" phldr="1"/>
      <dgm:spPr/>
      <dgm:t>
        <a:bodyPr/>
        <a:lstStyle/>
        <a:p>
          <a:endParaRPr lang="fr-CA"/>
        </a:p>
      </dgm:t>
    </dgm:pt>
    <dgm:pt modelId="{28D83433-D27E-0A45-85C8-E076E97AC907}">
      <dgm:prSet phldrT="[Texte]"/>
      <dgm:spPr/>
      <dgm:t>
        <a:bodyPr/>
        <a:lstStyle/>
        <a:p>
          <a:r>
            <a:rPr lang="fr-CA" dirty="0"/>
            <a:t>Entrée, lecture, input</a:t>
          </a:r>
        </a:p>
      </dgm:t>
    </dgm:pt>
    <dgm:pt modelId="{FB0CC641-DA04-5F4F-A459-74CC7F25E838}" type="parTrans" cxnId="{3486355A-10BB-E44E-A778-7BD6557A47C5}">
      <dgm:prSet/>
      <dgm:spPr/>
      <dgm:t>
        <a:bodyPr/>
        <a:lstStyle/>
        <a:p>
          <a:endParaRPr lang="fr-CA"/>
        </a:p>
      </dgm:t>
    </dgm:pt>
    <dgm:pt modelId="{FE347224-6E2F-3F44-8B36-29EEB4428308}" type="sibTrans" cxnId="{3486355A-10BB-E44E-A778-7BD6557A47C5}">
      <dgm:prSet/>
      <dgm:spPr/>
      <dgm:t>
        <a:bodyPr/>
        <a:lstStyle/>
        <a:p>
          <a:endParaRPr lang="fr-CA"/>
        </a:p>
      </dgm:t>
    </dgm:pt>
    <dgm:pt modelId="{5C63D5F3-95D5-5C4A-83C5-E418A91B89AE}">
      <dgm:prSet phldrT="[Texte]"/>
      <dgm:spPr/>
      <dgm:t>
        <a:bodyPr/>
        <a:lstStyle/>
        <a:p>
          <a:r>
            <a:rPr lang="fr-CA" dirty="0"/>
            <a:t>Sortie, écriture, output</a:t>
          </a:r>
        </a:p>
      </dgm:t>
    </dgm:pt>
    <dgm:pt modelId="{FA05D910-363C-124C-8BEA-093A971FE482}" type="parTrans" cxnId="{96D556CD-049E-FF4F-815B-30E1B161B99D}">
      <dgm:prSet/>
      <dgm:spPr/>
      <dgm:t>
        <a:bodyPr/>
        <a:lstStyle/>
        <a:p>
          <a:endParaRPr lang="fr-CA"/>
        </a:p>
      </dgm:t>
    </dgm:pt>
    <dgm:pt modelId="{0FB654D1-159D-3C4F-8FDC-18A81359DCB0}" type="sibTrans" cxnId="{96D556CD-049E-FF4F-815B-30E1B161B99D}">
      <dgm:prSet/>
      <dgm:spPr/>
      <dgm:t>
        <a:bodyPr/>
        <a:lstStyle/>
        <a:p>
          <a:endParaRPr lang="fr-CA"/>
        </a:p>
      </dgm:t>
    </dgm:pt>
    <dgm:pt modelId="{E115DB0E-D50F-5F4B-9355-49F086C052A2}">
      <dgm:prSet phldrT="[Texte]"/>
      <dgm:spPr/>
      <dgm:t>
        <a:bodyPr/>
        <a:lstStyle/>
        <a:p>
          <a:r>
            <a:rPr lang="fr-CA" dirty="0"/>
            <a:t>Périphérique d'entrée</a:t>
          </a:r>
        </a:p>
      </dgm:t>
    </dgm:pt>
    <dgm:pt modelId="{4FB33B56-669C-0D49-BE0A-3EABA14620BA}" type="parTrans" cxnId="{E949D2B3-B3D8-2247-9326-45B01AC752D1}">
      <dgm:prSet/>
      <dgm:spPr/>
      <dgm:t>
        <a:bodyPr/>
        <a:lstStyle/>
        <a:p>
          <a:endParaRPr lang="fr-CA"/>
        </a:p>
      </dgm:t>
    </dgm:pt>
    <dgm:pt modelId="{72BAF0E6-05D3-6B42-97FB-B3D117CB49EA}" type="sibTrans" cxnId="{E949D2B3-B3D8-2247-9326-45B01AC752D1}">
      <dgm:prSet/>
      <dgm:spPr/>
      <dgm:t>
        <a:bodyPr/>
        <a:lstStyle/>
        <a:p>
          <a:endParaRPr lang="fr-CA"/>
        </a:p>
      </dgm:t>
    </dgm:pt>
    <dgm:pt modelId="{D29B3EB2-B12A-6046-A622-EA709CD309F4}">
      <dgm:prSet phldrT="[Texte]"/>
      <dgm:spPr/>
      <dgm:t>
        <a:bodyPr/>
        <a:lstStyle/>
        <a:p>
          <a:r>
            <a:rPr lang="fr-CA" dirty="0"/>
            <a:t>Un transfert inverse de la mémoire centrale vers une unité périphérique est une opération de sortie ou d'écritures</a:t>
          </a:r>
        </a:p>
      </dgm:t>
    </dgm:pt>
    <dgm:pt modelId="{7135C046-B8B7-A647-9B5F-92F953AB2AEB}" type="parTrans" cxnId="{3CA18EC4-AA87-194B-A766-AB7EC176C880}">
      <dgm:prSet/>
      <dgm:spPr/>
      <dgm:t>
        <a:bodyPr/>
        <a:lstStyle/>
        <a:p>
          <a:endParaRPr lang="fr-CA"/>
        </a:p>
      </dgm:t>
    </dgm:pt>
    <dgm:pt modelId="{228D3803-931B-6641-AD56-82BD0D0AB286}" type="sibTrans" cxnId="{3CA18EC4-AA87-194B-A766-AB7EC176C880}">
      <dgm:prSet/>
      <dgm:spPr/>
      <dgm:t>
        <a:bodyPr/>
        <a:lstStyle/>
        <a:p>
          <a:endParaRPr lang="fr-CA"/>
        </a:p>
      </dgm:t>
    </dgm:pt>
    <dgm:pt modelId="{EA12E951-DBDB-EB48-8587-0E1512DFA69D}">
      <dgm:prSet phldrT="[Texte]"/>
      <dgm:spPr/>
      <dgm:t>
        <a:bodyPr/>
        <a:lstStyle/>
        <a:p>
          <a:r>
            <a:rPr lang="fr-CA" dirty="0"/>
            <a:t>Permet de transmettre de l'information du monde extérieur à la mémoire centrale</a:t>
          </a:r>
        </a:p>
      </dgm:t>
    </dgm:pt>
    <dgm:pt modelId="{B4C2ADD4-5946-6D45-84D3-668ECD68817E}" type="parTrans" cxnId="{E5AA834D-9131-BE4B-AAC6-270D943D1AB6}">
      <dgm:prSet/>
      <dgm:spPr/>
      <dgm:t>
        <a:bodyPr/>
        <a:lstStyle/>
        <a:p>
          <a:endParaRPr lang="fr-CA"/>
        </a:p>
      </dgm:t>
    </dgm:pt>
    <dgm:pt modelId="{ADE142F4-CB37-2E42-9590-21122533BAE6}" type="sibTrans" cxnId="{E5AA834D-9131-BE4B-AAC6-270D943D1AB6}">
      <dgm:prSet/>
      <dgm:spPr/>
      <dgm:t>
        <a:bodyPr/>
        <a:lstStyle/>
        <a:p>
          <a:endParaRPr lang="fr-CA"/>
        </a:p>
      </dgm:t>
    </dgm:pt>
    <dgm:pt modelId="{E6F0DAE1-A01E-5A49-B8AE-11098067D3D0}">
      <dgm:prSet phldrT="[Texte]"/>
      <dgm:spPr/>
      <dgm:t>
        <a:bodyPr/>
        <a:lstStyle/>
        <a:p>
          <a:r>
            <a:rPr lang="fr-CA" dirty="0"/>
            <a:t>Sortie, écran tactile, caméra, manette de jeu vidéo, clavier</a:t>
          </a:r>
        </a:p>
      </dgm:t>
    </dgm:pt>
    <dgm:pt modelId="{E8401811-552D-0047-8D3F-99BE13C69B7D}" type="parTrans" cxnId="{66ECA08D-1F6A-B241-AD78-77F78EBBC373}">
      <dgm:prSet/>
      <dgm:spPr/>
      <dgm:t>
        <a:bodyPr/>
        <a:lstStyle/>
        <a:p>
          <a:endParaRPr lang="fr-CA"/>
        </a:p>
      </dgm:t>
    </dgm:pt>
    <dgm:pt modelId="{B3C7A909-AA8F-8A47-A060-B7AF895BEF75}" type="sibTrans" cxnId="{66ECA08D-1F6A-B241-AD78-77F78EBBC373}">
      <dgm:prSet/>
      <dgm:spPr/>
      <dgm:t>
        <a:bodyPr/>
        <a:lstStyle/>
        <a:p>
          <a:endParaRPr lang="fr-CA"/>
        </a:p>
      </dgm:t>
    </dgm:pt>
    <dgm:pt modelId="{09DD8FA3-B066-2640-8119-CCBA664F3C44}">
      <dgm:prSet phldrT="[Texte]"/>
      <dgm:spPr/>
      <dgm:t>
        <a:bodyPr/>
        <a:lstStyle/>
        <a:p>
          <a:r>
            <a:rPr lang="fr-CA" dirty="0"/>
            <a:t>Permet à l’ordinateur de transmettre de l’information au monde extérieur. </a:t>
          </a:r>
        </a:p>
      </dgm:t>
    </dgm:pt>
    <dgm:pt modelId="{5DA61E1B-2320-4441-B8E5-FCDC97294C54}" type="parTrans" cxnId="{C79CF892-A009-A046-99D9-56D45F67E140}">
      <dgm:prSet/>
      <dgm:spPr/>
      <dgm:t>
        <a:bodyPr/>
        <a:lstStyle/>
        <a:p>
          <a:endParaRPr lang="fr-CA"/>
        </a:p>
      </dgm:t>
    </dgm:pt>
    <dgm:pt modelId="{4B9BEE26-871B-E645-A692-6EE228EEF3C6}" type="sibTrans" cxnId="{C79CF892-A009-A046-99D9-56D45F67E140}">
      <dgm:prSet/>
      <dgm:spPr/>
      <dgm:t>
        <a:bodyPr/>
        <a:lstStyle/>
        <a:p>
          <a:endParaRPr lang="fr-CA"/>
        </a:p>
      </dgm:t>
    </dgm:pt>
    <dgm:pt modelId="{795C4B94-C34A-BF41-B631-AFB219B1806C}">
      <dgm:prSet phldrT="[Texte]"/>
      <dgm:spPr/>
      <dgm:t>
        <a:bodyPr/>
        <a:lstStyle/>
        <a:p>
          <a:r>
            <a:rPr lang="fr-CA" dirty="0"/>
            <a:t>Périphérique de sortie</a:t>
          </a:r>
        </a:p>
      </dgm:t>
    </dgm:pt>
    <dgm:pt modelId="{E07460F0-35F3-B041-9FFC-6B621FEC4D2D}" type="parTrans" cxnId="{772E946B-B59A-CD40-B0FE-CFDF649B3ED6}">
      <dgm:prSet/>
      <dgm:spPr/>
      <dgm:t>
        <a:bodyPr/>
        <a:lstStyle/>
        <a:p>
          <a:endParaRPr lang="fr-CA"/>
        </a:p>
      </dgm:t>
    </dgm:pt>
    <dgm:pt modelId="{8E70D0E9-BC8B-364B-943A-60AE11ABD5D3}" type="sibTrans" cxnId="{772E946B-B59A-CD40-B0FE-CFDF649B3ED6}">
      <dgm:prSet/>
      <dgm:spPr/>
      <dgm:t>
        <a:bodyPr/>
        <a:lstStyle/>
        <a:p>
          <a:endParaRPr lang="fr-CA"/>
        </a:p>
      </dgm:t>
    </dgm:pt>
    <dgm:pt modelId="{AB631D64-F8DD-D445-9C1B-E5D2061DE263}">
      <dgm:prSet phldrT="[Texte]"/>
      <dgm:spPr/>
      <dgm:t>
        <a:bodyPr/>
        <a:lstStyle/>
        <a:p>
          <a:r>
            <a:rPr lang="fr-CA" dirty="0"/>
            <a:t>Écran, imprimante, écouteur, haut-parleurs</a:t>
          </a:r>
        </a:p>
      </dgm:t>
    </dgm:pt>
    <dgm:pt modelId="{B296BAB5-C304-FD48-A546-448AC4A6AF11}" type="parTrans" cxnId="{A2C5A9D0-B975-784C-819E-BA158105CF7F}">
      <dgm:prSet/>
      <dgm:spPr/>
      <dgm:t>
        <a:bodyPr/>
        <a:lstStyle/>
        <a:p>
          <a:endParaRPr lang="fr-CA"/>
        </a:p>
      </dgm:t>
    </dgm:pt>
    <dgm:pt modelId="{5AF90F3B-A511-A846-91B6-20A93A48B1D0}" type="sibTrans" cxnId="{A2C5A9D0-B975-784C-819E-BA158105CF7F}">
      <dgm:prSet/>
      <dgm:spPr/>
      <dgm:t>
        <a:bodyPr/>
        <a:lstStyle/>
        <a:p>
          <a:endParaRPr lang="fr-CA"/>
        </a:p>
      </dgm:t>
    </dgm:pt>
    <dgm:pt modelId="{CACA83A1-8061-B04E-A752-07BAA7C8102B}">
      <dgm:prSet phldrT="[Texte]"/>
      <dgm:spPr/>
      <dgm:t>
        <a:bodyPr/>
        <a:lstStyle/>
        <a:p>
          <a:r>
            <a:rPr lang="fr-CA" dirty="0"/>
            <a:t>Selon la mémoire centrale, une opération de transfert d’une opération d’une unité périphérique vers la mémoire centrale est une opération d’entrée ou de lecture</a:t>
          </a:r>
        </a:p>
      </dgm:t>
    </dgm:pt>
    <dgm:pt modelId="{9025CFB8-676E-9B45-AF3D-FA19A2E01386}" type="parTrans" cxnId="{9122EA1D-7616-FB4B-9110-BE53CD92F926}">
      <dgm:prSet/>
      <dgm:spPr/>
      <dgm:t>
        <a:bodyPr/>
        <a:lstStyle/>
        <a:p>
          <a:endParaRPr lang="fr-CA"/>
        </a:p>
      </dgm:t>
    </dgm:pt>
    <dgm:pt modelId="{5A993514-EEBE-564A-8C6D-6F45C9F09BA7}" type="sibTrans" cxnId="{9122EA1D-7616-FB4B-9110-BE53CD92F926}">
      <dgm:prSet/>
      <dgm:spPr/>
      <dgm:t>
        <a:bodyPr/>
        <a:lstStyle/>
        <a:p>
          <a:endParaRPr lang="fr-CA"/>
        </a:p>
      </dgm:t>
    </dgm:pt>
    <dgm:pt modelId="{A078BF1F-7456-8E48-B423-52E11F36A713}" type="pres">
      <dgm:prSet presAssocID="{1FFC6BA3-5857-A542-9BA3-6FE791B47465}" presName="linear" presStyleCnt="0">
        <dgm:presLayoutVars>
          <dgm:dir/>
          <dgm:animLvl val="lvl"/>
          <dgm:resizeHandles val="exact"/>
        </dgm:presLayoutVars>
      </dgm:prSet>
      <dgm:spPr/>
    </dgm:pt>
    <dgm:pt modelId="{308C7865-8B21-F344-92F4-2CE6C261D768}" type="pres">
      <dgm:prSet presAssocID="{28D83433-D27E-0A45-85C8-E076E97AC907}" presName="parentLin" presStyleCnt="0"/>
      <dgm:spPr/>
    </dgm:pt>
    <dgm:pt modelId="{70FE5774-D149-B640-928E-7378358B11D0}" type="pres">
      <dgm:prSet presAssocID="{28D83433-D27E-0A45-85C8-E076E97AC907}" presName="parentLeftMargin" presStyleLbl="node1" presStyleIdx="0" presStyleCnt="4"/>
      <dgm:spPr/>
    </dgm:pt>
    <dgm:pt modelId="{D4669E22-6FF1-DD4E-913E-AC5D82BA1960}" type="pres">
      <dgm:prSet presAssocID="{28D83433-D27E-0A45-85C8-E076E97AC907}" presName="parentText" presStyleLbl="node1" presStyleIdx="0" presStyleCnt="4">
        <dgm:presLayoutVars>
          <dgm:chMax val="0"/>
          <dgm:bulletEnabled val="1"/>
        </dgm:presLayoutVars>
      </dgm:prSet>
      <dgm:spPr/>
    </dgm:pt>
    <dgm:pt modelId="{B85EF275-849C-F544-8CB7-F18C58A2E549}" type="pres">
      <dgm:prSet presAssocID="{28D83433-D27E-0A45-85C8-E076E97AC907}" presName="negativeSpace" presStyleCnt="0"/>
      <dgm:spPr/>
    </dgm:pt>
    <dgm:pt modelId="{A35CDB68-35F2-6843-9AA4-F7825FFFA007}" type="pres">
      <dgm:prSet presAssocID="{28D83433-D27E-0A45-85C8-E076E97AC907}" presName="childText" presStyleLbl="conFgAcc1" presStyleIdx="0" presStyleCnt="4">
        <dgm:presLayoutVars>
          <dgm:bulletEnabled val="1"/>
        </dgm:presLayoutVars>
      </dgm:prSet>
      <dgm:spPr/>
    </dgm:pt>
    <dgm:pt modelId="{AA4281F6-DD5B-0D46-BCAE-9716DACA2E19}" type="pres">
      <dgm:prSet presAssocID="{FE347224-6E2F-3F44-8B36-29EEB4428308}" presName="spaceBetweenRectangles" presStyleCnt="0"/>
      <dgm:spPr/>
    </dgm:pt>
    <dgm:pt modelId="{072749D4-2A3F-DB41-B17D-F18641FCF538}" type="pres">
      <dgm:prSet presAssocID="{5C63D5F3-95D5-5C4A-83C5-E418A91B89AE}" presName="parentLin" presStyleCnt="0"/>
      <dgm:spPr/>
    </dgm:pt>
    <dgm:pt modelId="{1BD42ABA-F91E-5145-B541-F0B6D894C5A0}" type="pres">
      <dgm:prSet presAssocID="{5C63D5F3-95D5-5C4A-83C5-E418A91B89AE}" presName="parentLeftMargin" presStyleLbl="node1" presStyleIdx="0" presStyleCnt="4"/>
      <dgm:spPr/>
    </dgm:pt>
    <dgm:pt modelId="{C527E26F-3E6B-E84A-B435-141627A4924B}" type="pres">
      <dgm:prSet presAssocID="{5C63D5F3-95D5-5C4A-83C5-E418A91B89AE}" presName="parentText" presStyleLbl="node1" presStyleIdx="1" presStyleCnt="4">
        <dgm:presLayoutVars>
          <dgm:chMax val="0"/>
          <dgm:bulletEnabled val="1"/>
        </dgm:presLayoutVars>
      </dgm:prSet>
      <dgm:spPr/>
    </dgm:pt>
    <dgm:pt modelId="{957FCA81-699F-9849-A32D-20D685E818CE}" type="pres">
      <dgm:prSet presAssocID="{5C63D5F3-95D5-5C4A-83C5-E418A91B89AE}" presName="negativeSpace" presStyleCnt="0"/>
      <dgm:spPr/>
    </dgm:pt>
    <dgm:pt modelId="{83BDEB0C-37A4-B744-A5BD-6BCA5046B206}" type="pres">
      <dgm:prSet presAssocID="{5C63D5F3-95D5-5C4A-83C5-E418A91B89AE}" presName="childText" presStyleLbl="conFgAcc1" presStyleIdx="1" presStyleCnt="4">
        <dgm:presLayoutVars>
          <dgm:bulletEnabled val="1"/>
        </dgm:presLayoutVars>
      </dgm:prSet>
      <dgm:spPr/>
    </dgm:pt>
    <dgm:pt modelId="{9F0E3C8C-CD68-4142-AEC4-F6563680FA30}" type="pres">
      <dgm:prSet presAssocID="{0FB654D1-159D-3C4F-8FDC-18A81359DCB0}" presName="spaceBetweenRectangles" presStyleCnt="0"/>
      <dgm:spPr/>
    </dgm:pt>
    <dgm:pt modelId="{F11677FF-D59C-F549-9152-B6B68B2CFA60}" type="pres">
      <dgm:prSet presAssocID="{E115DB0E-D50F-5F4B-9355-49F086C052A2}" presName="parentLin" presStyleCnt="0"/>
      <dgm:spPr/>
    </dgm:pt>
    <dgm:pt modelId="{251928F0-0414-AA4D-A25F-546C5C34DD36}" type="pres">
      <dgm:prSet presAssocID="{E115DB0E-D50F-5F4B-9355-49F086C052A2}" presName="parentLeftMargin" presStyleLbl="node1" presStyleIdx="1" presStyleCnt="4"/>
      <dgm:spPr/>
    </dgm:pt>
    <dgm:pt modelId="{47DEA1D2-0C76-444F-9831-8848CB3045C7}" type="pres">
      <dgm:prSet presAssocID="{E115DB0E-D50F-5F4B-9355-49F086C052A2}" presName="parentText" presStyleLbl="node1" presStyleIdx="2" presStyleCnt="4">
        <dgm:presLayoutVars>
          <dgm:chMax val="0"/>
          <dgm:bulletEnabled val="1"/>
        </dgm:presLayoutVars>
      </dgm:prSet>
      <dgm:spPr/>
    </dgm:pt>
    <dgm:pt modelId="{89FAC222-2814-6345-8077-36C261C32EDD}" type="pres">
      <dgm:prSet presAssocID="{E115DB0E-D50F-5F4B-9355-49F086C052A2}" presName="negativeSpace" presStyleCnt="0"/>
      <dgm:spPr/>
    </dgm:pt>
    <dgm:pt modelId="{DED5F77B-6D7A-7F4C-BC4D-32832E95EF50}" type="pres">
      <dgm:prSet presAssocID="{E115DB0E-D50F-5F4B-9355-49F086C052A2}" presName="childText" presStyleLbl="conFgAcc1" presStyleIdx="2" presStyleCnt="4">
        <dgm:presLayoutVars>
          <dgm:bulletEnabled val="1"/>
        </dgm:presLayoutVars>
      </dgm:prSet>
      <dgm:spPr/>
    </dgm:pt>
    <dgm:pt modelId="{6EA5FDBA-F8AE-144B-B5C4-6E04A8B59741}" type="pres">
      <dgm:prSet presAssocID="{72BAF0E6-05D3-6B42-97FB-B3D117CB49EA}" presName="spaceBetweenRectangles" presStyleCnt="0"/>
      <dgm:spPr/>
    </dgm:pt>
    <dgm:pt modelId="{3EE1D301-52DB-994C-9316-7AD56FDF60A6}" type="pres">
      <dgm:prSet presAssocID="{795C4B94-C34A-BF41-B631-AFB219B1806C}" presName="parentLin" presStyleCnt="0"/>
      <dgm:spPr/>
    </dgm:pt>
    <dgm:pt modelId="{AB787F32-AD3E-294B-9A4B-6E1EAE67716E}" type="pres">
      <dgm:prSet presAssocID="{795C4B94-C34A-BF41-B631-AFB219B1806C}" presName="parentLeftMargin" presStyleLbl="node1" presStyleIdx="2" presStyleCnt="4"/>
      <dgm:spPr/>
    </dgm:pt>
    <dgm:pt modelId="{E89E011F-8BBF-6F4E-A2FC-D5990140475D}" type="pres">
      <dgm:prSet presAssocID="{795C4B94-C34A-BF41-B631-AFB219B1806C}" presName="parentText" presStyleLbl="node1" presStyleIdx="3" presStyleCnt="4">
        <dgm:presLayoutVars>
          <dgm:chMax val="0"/>
          <dgm:bulletEnabled val="1"/>
        </dgm:presLayoutVars>
      </dgm:prSet>
      <dgm:spPr/>
    </dgm:pt>
    <dgm:pt modelId="{98A28557-A87A-A246-9FA9-FDBC06EC5899}" type="pres">
      <dgm:prSet presAssocID="{795C4B94-C34A-BF41-B631-AFB219B1806C}" presName="negativeSpace" presStyleCnt="0"/>
      <dgm:spPr/>
    </dgm:pt>
    <dgm:pt modelId="{8E094596-BA66-5E46-8C00-67550366680C}" type="pres">
      <dgm:prSet presAssocID="{795C4B94-C34A-BF41-B631-AFB219B1806C}" presName="childText" presStyleLbl="conFgAcc1" presStyleIdx="3" presStyleCnt="4">
        <dgm:presLayoutVars>
          <dgm:bulletEnabled val="1"/>
        </dgm:presLayoutVars>
      </dgm:prSet>
      <dgm:spPr/>
    </dgm:pt>
  </dgm:ptLst>
  <dgm:cxnLst>
    <dgm:cxn modelId="{24670907-510F-5243-B538-8B235CFF3CD6}" type="presOf" srcId="{E6F0DAE1-A01E-5A49-B8AE-11098067D3D0}" destId="{DED5F77B-6D7A-7F4C-BC4D-32832E95EF50}" srcOrd="0" destOrd="1" presId="urn:microsoft.com/office/officeart/2005/8/layout/list1"/>
    <dgm:cxn modelId="{D6CB920C-A42E-DD4D-9120-F1A3959BBB5E}" type="presOf" srcId="{AB631D64-F8DD-D445-9C1B-E5D2061DE263}" destId="{8E094596-BA66-5E46-8C00-67550366680C}" srcOrd="0" destOrd="1" presId="urn:microsoft.com/office/officeart/2005/8/layout/list1"/>
    <dgm:cxn modelId="{285FA211-8BB5-F442-A5E7-8798A90EAC03}" type="presOf" srcId="{28D83433-D27E-0A45-85C8-E076E97AC907}" destId="{70FE5774-D149-B640-928E-7378358B11D0}" srcOrd="0" destOrd="0" presId="urn:microsoft.com/office/officeart/2005/8/layout/list1"/>
    <dgm:cxn modelId="{9122EA1D-7616-FB4B-9110-BE53CD92F926}" srcId="{28D83433-D27E-0A45-85C8-E076E97AC907}" destId="{CACA83A1-8061-B04E-A752-07BAA7C8102B}" srcOrd="0" destOrd="0" parTransId="{9025CFB8-676E-9B45-AF3D-FA19A2E01386}" sibTransId="{5A993514-EEBE-564A-8C6D-6F45C9F09BA7}"/>
    <dgm:cxn modelId="{7D793E3C-1553-7D4D-B1EC-B6B8D87FBF7A}" type="presOf" srcId="{E115DB0E-D50F-5F4B-9355-49F086C052A2}" destId="{251928F0-0414-AA4D-A25F-546C5C34DD36}" srcOrd="0" destOrd="0" presId="urn:microsoft.com/office/officeart/2005/8/layout/list1"/>
    <dgm:cxn modelId="{E5AA834D-9131-BE4B-AAC6-270D943D1AB6}" srcId="{E115DB0E-D50F-5F4B-9355-49F086C052A2}" destId="{EA12E951-DBDB-EB48-8587-0E1512DFA69D}" srcOrd="0" destOrd="0" parTransId="{B4C2ADD4-5946-6D45-84D3-668ECD68817E}" sibTransId="{ADE142F4-CB37-2E42-9590-21122533BAE6}"/>
    <dgm:cxn modelId="{B5DEE351-B9B6-D84F-9895-DDE6CBB04B4A}" type="presOf" srcId="{E115DB0E-D50F-5F4B-9355-49F086C052A2}" destId="{47DEA1D2-0C76-444F-9831-8848CB3045C7}" srcOrd="1" destOrd="0" presId="urn:microsoft.com/office/officeart/2005/8/layout/list1"/>
    <dgm:cxn modelId="{3486355A-10BB-E44E-A778-7BD6557A47C5}" srcId="{1FFC6BA3-5857-A542-9BA3-6FE791B47465}" destId="{28D83433-D27E-0A45-85C8-E076E97AC907}" srcOrd="0" destOrd="0" parTransId="{FB0CC641-DA04-5F4F-A459-74CC7F25E838}" sibTransId="{FE347224-6E2F-3F44-8B36-29EEB4428308}"/>
    <dgm:cxn modelId="{5DCB2E5E-7375-7944-A5C5-2EE121355677}" type="presOf" srcId="{795C4B94-C34A-BF41-B631-AFB219B1806C}" destId="{E89E011F-8BBF-6F4E-A2FC-D5990140475D}" srcOrd="1" destOrd="0" presId="urn:microsoft.com/office/officeart/2005/8/layout/list1"/>
    <dgm:cxn modelId="{772E946B-B59A-CD40-B0FE-CFDF649B3ED6}" srcId="{1FFC6BA3-5857-A542-9BA3-6FE791B47465}" destId="{795C4B94-C34A-BF41-B631-AFB219B1806C}" srcOrd="3" destOrd="0" parTransId="{E07460F0-35F3-B041-9FFC-6B621FEC4D2D}" sibTransId="{8E70D0E9-BC8B-364B-943A-60AE11ABD5D3}"/>
    <dgm:cxn modelId="{4B39C56F-4F52-EF47-AAE6-0B58FC19E8D0}" type="presOf" srcId="{5C63D5F3-95D5-5C4A-83C5-E418A91B89AE}" destId="{1BD42ABA-F91E-5145-B541-F0B6D894C5A0}" srcOrd="0" destOrd="0" presId="urn:microsoft.com/office/officeart/2005/8/layout/list1"/>
    <dgm:cxn modelId="{0683B573-ED52-BC49-A1D2-FB5797C6EEE8}" type="presOf" srcId="{09DD8FA3-B066-2640-8119-CCBA664F3C44}" destId="{8E094596-BA66-5E46-8C00-67550366680C}" srcOrd="0" destOrd="0" presId="urn:microsoft.com/office/officeart/2005/8/layout/list1"/>
    <dgm:cxn modelId="{CC5D997A-F346-CE49-BEB8-6D4DC15FD488}" type="presOf" srcId="{795C4B94-C34A-BF41-B631-AFB219B1806C}" destId="{AB787F32-AD3E-294B-9A4B-6E1EAE67716E}" srcOrd="0" destOrd="0" presId="urn:microsoft.com/office/officeart/2005/8/layout/list1"/>
    <dgm:cxn modelId="{C293797F-A9BE-E04E-8118-552D9594E0EA}" type="presOf" srcId="{1FFC6BA3-5857-A542-9BA3-6FE791B47465}" destId="{A078BF1F-7456-8E48-B423-52E11F36A713}" srcOrd="0" destOrd="0" presId="urn:microsoft.com/office/officeart/2005/8/layout/list1"/>
    <dgm:cxn modelId="{66ECA08D-1F6A-B241-AD78-77F78EBBC373}" srcId="{E115DB0E-D50F-5F4B-9355-49F086C052A2}" destId="{E6F0DAE1-A01E-5A49-B8AE-11098067D3D0}" srcOrd="1" destOrd="0" parTransId="{E8401811-552D-0047-8D3F-99BE13C69B7D}" sibTransId="{B3C7A909-AA8F-8A47-A060-B7AF895BEF75}"/>
    <dgm:cxn modelId="{C79CF892-A009-A046-99D9-56D45F67E140}" srcId="{795C4B94-C34A-BF41-B631-AFB219B1806C}" destId="{09DD8FA3-B066-2640-8119-CCBA664F3C44}" srcOrd="0" destOrd="0" parTransId="{5DA61E1B-2320-4441-B8E5-FCDC97294C54}" sibTransId="{4B9BEE26-871B-E645-A692-6EE228EEF3C6}"/>
    <dgm:cxn modelId="{4A041AA9-6BB1-8B47-9A92-45B33C2A7E51}" type="presOf" srcId="{28D83433-D27E-0A45-85C8-E076E97AC907}" destId="{D4669E22-6FF1-DD4E-913E-AC5D82BA1960}" srcOrd="1" destOrd="0" presId="urn:microsoft.com/office/officeart/2005/8/layout/list1"/>
    <dgm:cxn modelId="{E949D2B3-B3D8-2247-9326-45B01AC752D1}" srcId="{1FFC6BA3-5857-A542-9BA3-6FE791B47465}" destId="{E115DB0E-D50F-5F4B-9355-49F086C052A2}" srcOrd="2" destOrd="0" parTransId="{4FB33B56-669C-0D49-BE0A-3EABA14620BA}" sibTransId="{72BAF0E6-05D3-6B42-97FB-B3D117CB49EA}"/>
    <dgm:cxn modelId="{1AE8B5B4-954E-3449-B010-E6E1D85FC61B}" type="presOf" srcId="{EA12E951-DBDB-EB48-8587-0E1512DFA69D}" destId="{DED5F77B-6D7A-7F4C-BC4D-32832E95EF50}" srcOrd="0" destOrd="0" presId="urn:microsoft.com/office/officeart/2005/8/layout/list1"/>
    <dgm:cxn modelId="{3CA18EC4-AA87-194B-A766-AB7EC176C880}" srcId="{5C63D5F3-95D5-5C4A-83C5-E418A91B89AE}" destId="{D29B3EB2-B12A-6046-A622-EA709CD309F4}" srcOrd="0" destOrd="0" parTransId="{7135C046-B8B7-A647-9B5F-92F953AB2AEB}" sibTransId="{228D3803-931B-6641-AD56-82BD0D0AB286}"/>
    <dgm:cxn modelId="{96D556CD-049E-FF4F-815B-30E1B161B99D}" srcId="{1FFC6BA3-5857-A542-9BA3-6FE791B47465}" destId="{5C63D5F3-95D5-5C4A-83C5-E418A91B89AE}" srcOrd="1" destOrd="0" parTransId="{FA05D910-363C-124C-8BEA-093A971FE482}" sibTransId="{0FB654D1-159D-3C4F-8FDC-18A81359DCB0}"/>
    <dgm:cxn modelId="{CC59BFCD-1743-BF4C-88DC-C79A2E2AD72D}" type="presOf" srcId="{5C63D5F3-95D5-5C4A-83C5-E418A91B89AE}" destId="{C527E26F-3E6B-E84A-B435-141627A4924B}" srcOrd="1" destOrd="0" presId="urn:microsoft.com/office/officeart/2005/8/layout/list1"/>
    <dgm:cxn modelId="{A2C5A9D0-B975-784C-819E-BA158105CF7F}" srcId="{795C4B94-C34A-BF41-B631-AFB219B1806C}" destId="{AB631D64-F8DD-D445-9C1B-E5D2061DE263}" srcOrd="1" destOrd="0" parTransId="{B296BAB5-C304-FD48-A546-448AC4A6AF11}" sibTransId="{5AF90F3B-A511-A846-91B6-20A93A48B1D0}"/>
    <dgm:cxn modelId="{2946F5EB-B391-1F4C-BDB2-122A36B7D852}" type="presOf" srcId="{D29B3EB2-B12A-6046-A622-EA709CD309F4}" destId="{83BDEB0C-37A4-B744-A5BD-6BCA5046B206}" srcOrd="0" destOrd="0" presId="urn:microsoft.com/office/officeart/2005/8/layout/list1"/>
    <dgm:cxn modelId="{5530CEEE-8FBA-5943-9ADC-A9F7FA7277BB}" type="presOf" srcId="{CACA83A1-8061-B04E-A752-07BAA7C8102B}" destId="{A35CDB68-35F2-6843-9AA4-F7825FFFA007}" srcOrd="0" destOrd="0" presId="urn:microsoft.com/office/officeart/2005/8/layout/list1"/>
    <dgm:cxn modelId="{19F012E7-E7D4-F949-834F-B2E6037361B2}" type="presParOf" srcId="{A078BF1F-7456-8E48-B423-52E11F36A713}" destId="{308C7865-8B21-F344-92F4-2CE6C261D768}" srcOrd="0" destOrd="0" presId="urn:microsoft.com/office/officeart/2005/8/layout/list1"/>
    <dgm:cxn modelId="{8C240B60-4942-194B-AC11-EFF07F5AFFC5}" type="presParOf" srcId="{308C7865-8B21-F344-92F4-2CE6C261D768}" destId="{70FE5774-D149-B640-928E-7378358B11D0}" srcOrd="0" destOrd="0" presId="urn:microsoft.com/office/officeart/2005/8/layout/list1"/>
    <dgm:cxn modelId="{8B13FA07-F8E4-D442-BAC8-A183AACDE8C1}" type="presParOf" srcId="{308C7865-8B21-F344-92F4-2CE6C261D768}" destId="{D4669E22-6FF1-DD4E-913E-AC5D82BA1960}" srcOrd="1" destOrd="0" presId="urn:microsoft.com/office/officeart/2005/8/layout/list1"/>
    <dgm:cxn modelId="{F82C8DCF-C6C6-0F43-8C18-CE7E60119D11}" type="presParOf" srcId="{A078BF1F-7456-8E48-B423-52E11F36A713}" destId="{B85EF275-849C-F544-8CB7-F18C58A2E549}" srcOrd="1" destOrd="0" presId="urn:microsoft.com/office/officeart/2005/8/layout/list1"/>
    <dgm:cxn modelId="{A229BF52-FED2-3F4A-9FD5-9352B0EBFF17}" type="presParOf" srcId="{A078BF1F-7456-8E48-B423-52E11F36A713}" destId="{A35CDB68-35F2-6843-9AA4-F7825FFFA007}" srcOrd="2" destOrd="0" presId="urn:microsoft.com/office/officeart/2005/8/layout/list1"/>
    <dgm:cxn modelId="{35ACA78C-56EF-484E-B99F-FD5024759E1C}" type="presParOf" srcId="{A078BF1F-7456-8E48-B423-52E11F36A713}" destId="{AA4281F6-DD5B-0D46-BCAE-9716DACA2E19}" srcOrd="3" destOrd="0" presId="urn:microsoft.com/office/officeart/2005/8/layout/list1"/>
    <dgm:cxn modelId="{7B312E99-14B9-964C-8987-288266344F64}" type="presParOf" srcId="{A078BF1F-7456-8E48-B423-52E11F36A713}" destId="{072749D4-2A3F-DB41-B17D-F18641FCF538}" srcOrd="4" destOrd="0" presId="urn:microsoft.com/office/officeart/2005/8/layout/list1"/>
    <dgm:cxn modelId="{E71D9A6B-7B1E-EC42-B00D-7C1261BD2067}" type="presParOf" srcId="{072749D4-2A3F-DB41-B17D-F18641FCF538}" destId="{1BD42ABA-F91E-5145-B541-F0B6D894C5A0}" srcOrd="0" destOrd="0" presId="urn:microsoft.com/office/officeart/2005/8/layout/list1"/>
    <dgm:cxn modelId="{75D6A3B8-2DF2-CA47-B22B-D8CC35A2CE32}" type="presParOf" srcId="{072749D4-2A3F-DB41-B17D-F18641FCF538}" destId="{C527E26F-3E6B-E84A-B435-141627A4924B}" srcOrd="1" destOrd="0" presId="urn:microsoft.com/office/officeart/2005/8/layout/list1"/>
    <dgm:cxn modelId="{286C3513-DEC8-4448-AE7D-458933845F2C}" type="presParOf" srcId="{A078BF1F-7456-8E48-B423-52E11F36A713}" destId="{957FCA81-699F-9849-A32D-20D685E818CE}" srcOrd="5" destOrd="0" presId="urn:microsoft.com/office/officeart/2005/8/layout/list1"/>
    <dgm:cxn modelId="{9C52CEA9-3CD9-F849-8173-C84261C3FED5}" type="presParOf" srcId="{A078BF1F-7456-8E48-B423-52E11F36A713}" destId="{83BDEB0C-37A4-B744-A5BD-6BCA5046B206}" srcOrd="6" destOrd="0" presId="urn:microsoft.com/office/officeart/2005/8/layout/list1"/>
    <dgm:cxn modelId="{FD7A97B9-F0C3-9C43-AB95-868A9E9FBAF2}" type="presParOf" srcId="{A078BF1F-7456-8E48-B423-52E11F36A713}" destId="{9F0E3C8C-CD68-4142-AEC4-F6563680FA30}" srcOrd="7" destOrd="0" presId="urn:microsoft.com/office/officeart/2005/8/layout/list1"/>
    <dgm:cxn modelId="{2F7F1425-177F-0540-8490-5087DE576C9F}" type="presParOf" srcId="{A078BF1F-7456-8E48-B423-52E11F36A713}" destId="{F11677FF-D59C-F549-9152-B6B68B2CFA60}" srcOrd="8" destOrd="0" presId="urn:microsoft.com/office/officeart/2005/8/layout/list1"/>
    <dgm:cxn modelId="{C7B4C88B-0BBD-0E4C-AA98-4DCC49564F45}" type="presParOf" srcId="{F11677FF-D59C-F549-9152-B6B68B2CFA60}" destId="{251928F0-0414-AA4D-A25F-546C5C34DD36}" srcOrd="0" destOrd="0" presId="urn:microsoft.com/office/officeart/2005/8/layout/list1"/>
    <dgm:cxn modelId="{4571A086-1A56-3741-AFD3-99D980300B95}" type="presParOf" srcId="{F11677FF-D59C-F549-9152-B6B68B2CFA60}" destId="{47DEA1D2-0C76-444F-9831-8848CB3045C7}" srcOrd="1" destOrd="0" presId="urn:microsoft.com/office/officeart/2005/8/layout/list1"/>
    <dgm:cxn modelId="{F86D6281-A137-154A-8401-C661CBC33A02}" type="presParOf" srcId="{A078BF1F-7456-8E48-B423-52E11F36A713}" destId="{89FAC222-2814-6345-8077-36C261C32EDD}" srcOrd="9" destOrd="0" presId="urn:microsoft.com/office/officeart/2005/8/layout/list1"/>
    <dgm:cxn modelId="{67EE8DF9-C371-174B-8FE9-8DCFF4451CD3}" type="presParOf" srcId="{A078BF1F-7456-8E48-B423-52E11F36A713}" destId="{DED5F77B-6D7A-7F4C-BC4D-32832E95EF50}" srcOrd="10" destOrd="0" presId="urn:microsoft.com/office/officeart/2005/8/layout/list1"/>
    <dgm:cxn modelId="{1D3CB65C-E50A-F346-B6A5-FF0DFE24CBF0}" type="presParOf" srcId="{A078BF1F-7456-8E48-B423-52E11F36A713}" destId="{6EA5FDBA-F8AE-144B-B5C4-6E04A8B59741}" srcOrd="11" destOrd="0" presId="urn:microsoft.com/office/officeart/2005/8/layout/list1"/>
    <dgm:cxn modelId="{6AB8AFA4-8D14-094F-9F59-4E450B013FAB}" type="presParOf" srcId="{A078BF1F-7456-8E48-B423-52E11F36A713}" destId="{3EE1D301-52DB-994C-9316-7AD56FDF60A6}" srcOrd="12" destOrd="0" presId="urn:microsoft.com/office/officeart/2005/8/layout/list1"/>
    <dgm:cxn modelId="{199DC87F-6721-394D-940D-EDF8EDD0A93A}" type="presParOf" srcId="{3EE1D301-52DB-994C-9316-7AD56FDF60A6}" destId="{AB787F32-AD3E-294B-9A4B-6E1EAE67716E}" srcOrd="0" destOrd="0" presId="urn:microsoft.com/office/officeart/2005/8/layout/list1"/>
    <dgm:cxn modelId="{D77F8922-7D14-1044-974B-0748C708CC55}" type="presParOf" srcId="{3EE1D301-52DB-994C-9316-7AD56FDF60A6}" destId="{E89E011F-8BBF-6F4E-A2FC-D5990140475D}" srcOrd="1" destOrd="0" presId="urn:microsoft.com/office/officeart/2005/8/layout/list1"/>
    <dgm:cxn modelId="{83020071-2ECF-7247-B921-5A8718095023}" type="presParOf" srcId="{A078BF1F-7456-8E48-B423-52E11F36A713}" destId="{98A28557-A87A-A246-9FA9-FDBC06EC5899}" srcOrd="13" destOrd="0" presId="urn:microsoft.com/office/officeart/2005/8/layout/list1"/>
    <dgm:cxn modelId="{E060E06A-8F21-C547-9034-11118DB126EF}" type="presParOf" srcId="{A078BF1F-7456-8E48-B423-52E11F36A713}" destId="{8E094596-BA66-5E46-8C00-67550366680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ADB31A-7E70-426B-BB87-7EC2DD0B0A5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B8AB7BB-3764-4DC9-BCFD-3DF6B5B96A2C}">
      <dgm:prSet/>
      <dgm:spPr/>
      <dgm:t>
        <a:bodyPr/>
        <a:lstStyle/>
        <a:p>
          <a:r>
            <a:rPr lang="fr-FR"/>
            <a:t>Un package au sens de Java est tout simplement un regroupement de classes. </a:t>
          </a:r>
          <a:endParaRPr lang="en-US"/>
        </a:p>
      </dgm:t>
    </dgm:pt>
    <dgm:pt modelId="{3AD2CE87-518B-48AB-B6EF-6231814DA899}" type="parTrans" cxnId="{49C38A66-18EA-4DA7-AF66-103364FCD3F9}">
      <dgm:prSet/>
      <dgm:spPr/>
      <dgm:t>
        <a:bodyPr/>
        <a:lstStyle/>
        <a:p>
          <a:endParaRPr lang="en-US"/>
        </a:p>
      </dgm:t>
    </dgm:pt>
    <dgm:pt modelId="{AB9F7647-7C88-4666-A43B-90281008666C}" type="sibTrans" cxnId="{49C38A66-18EA-4DA7-AF66-103364FCD3F9}">
      <dgm:prSet/>
      <dgm:spPr/>
      <dgm:t>
        <a:bodyPr/>
        <a:lstStyle/>
        <a:p>
          <a:endParaRPr lang="en-US"/>
        </a:p>
      </dgm:t>
    </dgm:pt>
    <dgm:pt modelId="{E1923D27-9016-47F3-9D2B-BB224D8F859B}">
      <dgm:prSet/>
      <dgm:spPr/>
      <dgm:t>
        <a:bodyPr/>
        <a:lstStyle/>
        <a:p>
          <a:r>
            <a:rPr lang="fr-FR"/>
            <a:t>Ce regroupement de classes en packages permet d’organiser les classes afin de les trouver plus facilement. </a:t>
          </a:r>
          <a:endParaRPr lang="en-US"/>
        </a:p>
      </dgm:t>
    </dgm:pt>
    <dgm:pt modelId="{CFEBBE52-EE3B-4AFB-876F-F2625EC30E6E}" type="parTrans" cxnId="{42531571-7F6A-45D4-B866-3FFF59238ADC}">
      <dgm:prSet/>
      <dgm:spPr/>
      <dgm:t>
        <a:bodyPr/>
        <a:lstStyle/>
        <a:p>
          <a:endParaRPr lang="en-US"/>
        </a:p>
      </dgm:t>
    </dgm:pt>
    <dgm:pt modelId="{178075F1-AD34-47D6-8986-C402F4588AB2}" type="sibTrans" cxnId="{42531571-7F6A-45D4-B866-3FFF59238ADC}">
      <dgm:prSet/>
      <dgm:spPr/>
      <dgm:t>
        <a:bodyPr/>
        <a:lstStyle/>
        <a:p>
          <a:endParaRPr lang="en-US"/>
        </a:p>
      </dgm:t>
    </dgm:pt>
    <dgm:pt modelId="{DE2ACF26-0215-4FF2-8C8A-E8A2DA04F622}">
      <dgm:prSet/>
      <dgm:spPr/>
      <dgm:t>
        <a:bodyPr/>
        <a:lstStyle/>
        <a:p>
          <a:r>
            <a:rPr lang="fr-FR"/>
            <a:t>Le rôle des packages est analogue aux dossiers (répertoires) dans les systèmes de gestion de fichiers. </a:t>
          </a:r>
          <a:endParaRPr lang="en-US"/>
        </a:p>
      </dgm:t>
    </dgm:pt>
    <dgm:pt modelId="{B025E1F9-230D-419A-9AB5-AA7C50535DA1}" type="parTrans" cxnId="{75A84270-E0B0-403B-8962-D4C03EE5A56F}">
      <dgm:prSet/>
      <dgm:spPr/>
      <dgm:t>
        <a:bodyPr/>
        <a:lstStyle/>
        <a:p>
          <a:endParaRPr lang="en-US"/>
        </a:p>
      </dgm:t>
    </dgm:pt>
    <dgm:pt modelId="{355F4D39-E4B9-4099-AF78-64DC92F76903}" type="sibTrans" cxnId="{75A84270-E0B0-403B-8962-D4C03EE5A56F}">
      <dgm:prSet/>
      <dgm:spPr/>
      <dgm:t>
        <a:bodyPr/>
        <a:lstStyle/>
        <a:p>
          <a:endParaRPr lang="en-US"/>
        </a:p>
      </dgm:t>
    </dgm:pt>
    <dgm:pt modelId="{64391E1E-B616-2147-9E0A-49E8F36B58CF}" type="pres">
      <dgm:prSet presAssocID="{FCADB31A-7E70-426B-BB87-7EC2DD0B0A58}" presName="linear" presStyleCnt="0">
        <dgm:presLayoutVars>
          <dgm:animLvl val="lvl"/>
          <dgm:resizeHandles val="exact"/>
        </dgm:presLayoutVars>
      </dgm:prSet>
      <dgm:spPr/>
    </dgm:pt>
    <dgm:pt modelId="{2A10096B-9320-D140-8667-10B5F7F9D545}" type="pres">
      <dgm:prSet presAssocID="{CB8AB7BB-3764-4DC9-BCFD-3DF6B5B96A2C}" presName="parentText" presStyleLbl="node1" presStyleIdx="0" presStyleCnt="3">
        <dgm:presLayoutVars>
          <dgm:chMax val="0"/>
          <dgm:bulletEnabled val="1"/>
        </dgm:presLayoutVars>
      </dgm:prSet>
      <dgm:spPr/>
    </dgm:pt>
    <dgm:pt modelId="{0DFDF4C6-3366-5D44-8BE7-343EC047DFA0}" type="pres">
      <dgm:prSet presAssocID="{AB9F7647-7C88-4666-A43B-90281008666C}" presName="spacer" presStyleCnt="0"/>
      <dgm:spPr/>
    </dgm:pt>
    <dgm:pt modelId="{D2038D63-B3D8-8744-ADF6-6F0CD2D05667}" type="pres">
      <dgm:prSet presAssocID="{E1923D27-9016-47F3-9D2B-BB224D8F859B}" presName="parentText" presStyleLbl="node1" presStyleIdx="1" presStyleCnt="3">
        <dgm:presLayoutVars>
          <dgm:chMax val="0"/>
          <dgm:bulletEnabled val="1"/>
        </dgm:presLayoutVars>
      </dgm:prSet>
      <dgm:spPr/>
    </dgm:pt>
    <dgm:pt modelId="{93F10D3B-4954-8843-B0C2-9A7A88753129}" type="pres">
      <dgm:prSet presAssocID="{178075F1-AD34-47D6-8986-C402F4588AB2}" presName="spacer" presStyleCnt="0"/>
      <dgm:spPr/>
    </dgm:pt>
    <dgm:pt modelId="{299CAEB5-304F-0848-BD98-6528797993B4}" type="pres">
      <dgm:prSet presAssocID="{DE2ACF26-0215-4FF2-8C8A-E8A2DA04F622}" presName="parentText" presStyleLbl="node1" presStyleIdx="2" presStyleCnt="3">
        <dgm:presLayoutVars>
          <dgm:chMax val="0"/>
          <dgm:bulletEnabled val="1"/>
        </dgm:presLayoutVars>
      </dgm:prSet>
      <dgm:spPr/>
    </dgm:pt>
  </dgm:ptLst>
  <dgm:cxnLst>
    <dgm:cxn modelId="{2F50C755-8FE6-E340-A06E-FEEA0E516D44}" type="presOf" srcId="{E1923D27-9016-47F3-9D2B-BB224D8F859B}" destId="{D2038D63-B3D8-8744-ADF6-6F0CD2D05667}" srcOrd="0" destOrd="0" presId="urn:microsoft.com/office/officeart/2005/8/layout/vList2"/>
    <dgm:cxn modelId="{D739225E-4D03-CF43-A51A-F80BA5C0BDC3}" type="presOf" srcId="{FCADB31A-7E70-426B-BB87-7EC2DD0B0A58}" destId="{64391E1E-B616-2147-9E0A-49E8F36B58CF}" srcOrd="0" destOrd="0" presId="urn:microsoft.com/office/officeart/2005/8/layout/vList2"/>
    <dgm:cxn modelId="{49C38A66-18EA-4DA7-AF66-103364FCD3F9}" srcId="{FCADB31A-7E70-426B-BB87-7EC2DD0B0A58}" destId="{CB8AB7BB-3764-4DC9-BCFD-3DF6B5B96A2C}" srcOrd="0" destOrd="0" parTransId="{3AD2CE87-518B-48AB-B6EF-6231814DA899}" sibTransId="{AB9F7647-7C88-4666-A43B-90281008666C}"/>
    <dgm:cxn modelId="{BDFAEE6D-4CB6-5F41-B35E-E0D8A08F08C3}" type="presOf" srcId="{CB8AB7BB-3764-4DC9-BCFD-3DF6B5B96A2C}" destId="{2A10096B-9320-D140-8667-10B5F7F9D545}" srcOrd="0" destOrd="0" presId="urn:microsoft.com/office/officeart/2005/8/layout/vList2"/>
    <dgm:cxn modelId="{75A84270-E0B0-403B-8962-D4C03EE5A56F}" srcId="{FCADB31A-7E70-426B-BB87-7EC2DD0B0A58}" destId="{DE2ACF26-0215-4FF2-8C8A-E8A2DA04F622}" srcOrd="2" destOrd="0" parTransId="{B025E1F9-230D-419A-9AB5-AA7C50535DA1}" sibTransId="{355F4D39-E4B9-4099-AF78-64DC92F76903}"/>
    <dgm:cxn modelId="{42531571-7F6A-45D4-B866-3FFF59238ADC}" srcId="{FCADB31A-7E70-426B-BB87-7EC2DD0B0A58}" destId="{E1923D27-9016-47F3-9D2B-BB224D8F859B}" srcOrd="1" destOrd="0" parTransId="{CFEBBE52-EE3B-4AFB-876F-F2625EC30E6E}" sibTransId="{178075F1-AD34-47D6-8986-C402F4588AB2}"/>
    <dgm:cxn modelId="{4022FC8A-9CBF-CC4C-8BAA-CEBA4CBE3C27}" type="presOf" srcId="{DE2ACF26-0215-4FF2-8C8A-E8A2DA04F622}" destId="{299CAEB5-304F-0848-BD98-6528797993B4}" srcOrd="0" destOrd="0" presId="urn:microsoft.com/office/officeart/2005/8/layout/vList2"/>
    <dgm:cxn modelId="{9E99DF26-713C-2A49-94D7-936B9555D60B}" type="presParOf" srcId="{64391E1E-B616-2147-9E0A-49E8F36B58CF}" destId="{2A10096B-9320-D140-8667-10B5F7F9D545}" srcOrd="0" destOrd="0" presId="urn:microsoft.com/office/officeart/2005/8/layout/vList2"/>
    <dgm:cxn modelId="{A51BD43D-C864-2543-A60E-1A44865F1E12}" type="presParOf" srcId="{64391E1E-B616-2147-9E0A-49E8F36B58CF}" destId="{0DFDF4C6-3366-5D44-8BE7-343EC047DFA0}" srcOrd="1" destOrd="0" presId="urn:microsoft.com/office/officeart/2005/8/layout/vList2"/>
    <dgm:cxn modelId="{97580C25-86D4-A64E-8226-393A5DDEC7E4}" type="presParOf" srcId="{64391E1E-B616-2147-9E0A-49E8F36B58CF}" destId="{D2038D63-B3D8-8744-ADF6-6F0CD2D05667}" srcOrd="2" destOrd="0" presId="urn:microsoft.com/office/officeart/2005/8/layout/vList2"/>
    <dgm:cxn modelId="{F5DDCE3A-D572-9F42-B337-B10C684DDF74}" type="presParOf" srcId="{64391E1E-B616-2147-9E0A-49E8F36B58CF}" destId="{93F10D3B-4954-8843-B0C2-9A7A88753129}" srcOrd="3" destOrd="0" presId="urn:microsoft.com/office/officeart/2005/8/layout/vList2"/>
    <dgm:cxn modelId="{1B4813AC-4133-0046-9E52-191BCF7D2159}" type="presParOf" srcId="{64391E1E-B616-2147-9E0A-49E8F36B58CF}" destId="{299CAEB5-304F-0848-BD98-6528797993B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0F5214-1C40-6C43-A6AD-54DE5C50A28F}" type="doc">
      <dgm:prSet loTypeId="urn:microsoft.com/office/officeart/2008/layout/SquareAccentList" loCatId="" qsTypeId="urn:microsoft.com/office/officeart/2005/8/quickstyle/simple1" qsCatId="simple" csTypeId="urn:microsoft.com/office/officeart/2005/8/colors/colorful4" csCatId="colorful" phldr="1"/>
      <dgm:spPr/>
      <dgm:t>
        <a:bodyPr/>
        <a:lstStyle/>
        <a:p>
          <a:endParaRPr lang="fr-CA"/>
        </a:p>
      </dgm:t>
    </dgm:pt>
    <dgm:pt modelId="{E3297A0E-83E1-C44D-9DD3-2867F80E03F8}">
      <dgm:prSet phldrT="[Texte]"/>
      <dgm:spPr/>
      <dgm:t>
        <a:bodyPr/>
        <a:lstStyle/>
        <a:p>
          <a:r>
            <a:rPr lang="fr-CA"/>
            <a:t>org</a:t>
          </a:r>
          <a:endParaRPr lang="fr-CA" dirty="0"/>
        </a:p>
      </dgm:t>
    </dgm:pt>
    <dgm:pt modelId="{658A401F-180D-A14F-8E8C-E4852654EF07}" type="parTrans" cxnId="{0AD84764-6281-EB41-927D-B20BD42427D7}">
      <dgm:prSet/>
      <dgm:spPr/>
      <dgm:t>
        <a:bodyPr/>
        <a:lstStyle/>
        <a:p>
          <a:endParaRPr lang="fr-CA"/>
        </a:p>
      </dgm:t>
    </dgm:pt>
    <dgm:pt modelId="{5F797974-CD39-764B-B6EE-C69E0B869EFB}" type="sibTrans" cxnId="{0AD84764-6281-EB41-927D-B20BD42427D7}">
      <dgm:prSet/>
      <dgm:spPr/>
      <dgm:t>
        <a:bodyPr/>
        <a:lstStyle/>
        <a:p>
          <a:endParaRPr lang="fr-CA"/>
        </a:p>
      </dgm:t>
    </dgm:pt>
    <dgm:pt modelId="{03F52327-36AF-6E45-8636-9936DB7F9E69}">
      <dgm:prSet phldrT="[Texte]"/>
      <dgm:spPr/>
      <dgm:t>
        <a:bodyPr/>
        <a:lstStyle/>
        <a:p>
          <a:r>
            <a:rPr lang="fr-CA"/>
            <a:t>Javax</a:t>
          </a:r>
          <a:endParaRPr lang="fr-CA" dirty="0"/>
        </a:p>
      </dgm:t>
    </dgm:pt>
    <dgm:pt modelId="{8E7E77F3-28F5-CE4A-867D-B0B02711BE7A}" type="parTrans" cxnId="{337F243C-BED0-4F43-AB6A-1B4ABB271F49}">
      <dgm:prSet/>
      <dgm:spPr/>
      <dgm:t>
        <a:bodyPr/>
        <a:lstStyle/>
        <a:p>
          <a:endParaRPr lang="fr-CA"/>
        </a:p>
      </dgm:t>
    </dgm:pt>
    <dgm:pt modelId="{3B3DF69A-2A7B-AC43-ADC1-4578993F04F3}" type="sibTrans" cxnId="{337F243C-BED0-4F43-AB6A-1B4ABB271F49}">
      <dgm:prSet/>
      <dgm:spPr/>
      <dgm:t>
        <a:bodyPr/>
        <a:lstStyle/>
        <a:p>
          <a:endParaRPr lang="fr-CA"/>
        </a:p>
      </dgm:t>
    </dgm:pt>
    <dgm:pt modelId="{6BF414AD-FF3E-A74D-9A9C-3B7EA46ACA12}">
      <dgm:prSet phldrT="[Texte]"/>
      <dgm:spPr/>
      <dgm:t>
        <a:bodyPr/>
        <a:lstStyle/>
        <a:p>
          <a:r>
            <a:rPr lang="fr-CA"/>
            <a:t>Java</a:t>
          </a:r>
          <a:endParaRPr lang="fr-CA" dirty="0"/>
        </a:p>
      </dgm:t>
    </dgm:pt>
    <dgm:pt modelId="{FCD5D962-4E74-2245-B837-6AA01E86BD69}" type="parTrans" cxnId="{EF4DAE60-821B-4746-999E-49182DC81675}">
      <dgm:prSet/>
      <dgm:spPr/>
      <dgm:t>
        <a:bodyPr/>
        <a:lstStyle/>
        <a:p>
          <a:endParaRPr lang="fr-CA"/>
        </a:p>
      </dgm:t>
    </dgm:pt>
    <dgm:pt modelId="{2105B172-E0BE-984E-BDC1-B329B2240CB3}" type="sibTrans" cxnId="{EF4DAE60-821B-4746-999E-49182DC81675}">
      <dgm:prSet/>
      <dgm:spPr/>
      <dgm:t>
        <a:bodyPr/>
        <a:lstStyle/>
        <a:p>
          <a:endParaRPr lang="fr-CA"/>
        </a:p>
      </dgm:t>
    </dgm:pt>
    <dgm:pt modelId="{1F98BEE6-5E74-8646-9265-75AF8005C33C}">
      <dgm:prSet phldrT="[Texte]"/>
      <dgm:spPr/>
      <dgm:t>
        <a:bodyPr/>
        <a:lstStyle/>
        <a:p>
          <a:pPr>
            <a:lnSpc>
              <a:spcPct val="100000"/>
            </a:lnSpc>
          </a:pPr>
          <a:r>
            <a:rPr lang="fr-CA" dirty="0" err="1"/>
            <a:t>accessibility</a:t>
          </a:r>
          <a:endParaRPr lang="fr-CA" dirty="0"/>
        </a:p>
      </dgm:t>
    </dgm:pt>
    <dgm:pt modelId="{C005B141-0112-314D-ACAF-E6D8B4B8D323}" type="parTrans" cxnId="{B7C94624-DDF1-7247-A9F4-32C1B708ED62}">
      <dgm:prSet/>
      <dgm:spPr/>
      <dgm:t>
        <a:bodyPr/>
        <a:lstStyle/>
        <a:p>
          <a:endParaRPr lang="fr-CA"/>
        </a:p>
      </dgm:t>
    </dgm:pt>
    <dgm:pt modelId="{F1D04368-88B4-F948-9973-9F041EA39386}" type="sibTrans" cxnId="{B7C94624-DDF1-7247-A9F4-32C1B708ED62}">
      <dgm:prSet/>
      <dgm:spPr/>
      <dgm:t>
        <a:bodyPr/>
        <a:lstStyle/>
        <a:p>
          <a:endParaRPr lang="fr-CA"/>
        </a:p>
      </dgm:t>
    </dgm:pt>
    <dgm:pt modelId="{DBCD539C-C292-9B45-8438-0524DD7948B4}">
      <dgm:prSet phldrT="[Texte]"/>
      <dgm:spPr/>
      <dgm:t>
        <a:bodyPr/>
        <a:lstStyle/>
        <a:p>
          <a:pPr>
            <a:lnSpc>
              <a:spcPct val="100000"/>
            </a:lnSpc>
          </a:pPr>
          <a:r>
            <a:rPr lang="fr-CA" dirty="0" err="1"/>
            <a:t>naming</a:t>
          </a:r>
          <a:endParaRPr lang="fr-CA" dirty="0"/>
        </a:p>
      </dgm:t>
    </dgm:pt>
    <dgm:pt modelId="{248902D6-5B90-CD4F-BD44-67D1829A50F3}" type="parTrans" cxnId="{290E9DC1-4F5E-324E-B3FB-439014D4C41D}">
      <dgm:prSet/>
      <dgm:spPr/>
      <dgm:t>
        <a:bodyPr/>
        <a:lstStyle/>
        <a:p>
          <a:endParaRPr lang="fr-CA"/>
        </a:p>
      </dgm:t>
    </dgm:pt>
    <dgm:pt modelId="{D26ACE53-37B3-B34F-8DBA-35509323814D}" type="sibTrans" cxnId="{290E9DC1-4F5E-324E-B3FB-439014D4C41D}">
      <dgm:prSet/>
      <dgm:spPr/>
      <dgm:t>
        <a:bodyPr/>
        <a:lstStyle/>
        <a:p>
          <a:endParaRPr lang="fr-CA"/>
        </a:p>
      </dgm:t>
    </dgm:pt>
    <dgm:pt modelId="{083A293C-9360-0E4F-B650-4103CF95D238}">
      <dgm:prSet phldrT="[Texte]"/>
      <dgm:spPr/>
      <dgm:t>
        <a:bodyPr/>
        <a:lstStyle/>
        <a:p>
          <a:pPr>
            <a:lnSpc>
              <a:spcPct val="100000"/>
            </a:lnSpc>
          </a:pPr>
          <a:r>
            <a:rPr lang="fr-CA" dirty="0" err="1"/>
            <a:t>rmi</a:t>
          </a:r>
          <a:endParaRPr lang="fr-CA" dirty="0"/>
        </a:p>
      </dgm:t>
    </dgm:pt>
    <dgm:pt modelId="{BB55E449-9BC0-6D42-8288-61A4E3BBD381}" type="parTrans" cxnId="{36024918-408A-1F45-B461-E31B19ED6447}">
      <dgm:prSet/>
      <dgm:spPr/>
      <dgm:t>
        <a:bodyPr/>
        <a:lstStyle/>
        <a:p>
          <a:endParaRPr lang="fr-CA"/>
        </a:p>
      </dgm:t>
    </dgm:pt>
    <dgm:pt modelId="{A1AC929C-FB75-0E43-92D5-03BAF9CA9CD0}" type="sibTrans" cxnId="{36024918-408A-1F45-B461-E31B19ED6447}">
      <dgm:prSet/>
      <dgm:spPr/>
      <dgm:t>
        <a:bodyPr/>
        <a:lstStyle/>
        <a:p>
          <a:endParaRPr lang="fr-CA"/>
        </a:p>
      </dgm:t>
    </dgm:pt>
    <dgm:pt modelId="{58E59BA1-4A61-F54F-8006-AA032C8B8619}">
      <dgm:prSet phldrT="[Texte]"/>
      <dgm:spPr/>
      <dgm:t>
        <a:bodyPr/>
        <a:lstStyle/>
        <a:p>
          <a:pPr>
            <a:lnSpc>
              <a:spcPct val="100000"/>
            </a:lnSpc>
          </a:pPr>
          <a:r>
            <a:rPr lang="fr-CA" dirty="0" err="1"/>
            <a:t>sound</a:t>
          </a:r>
          <a:endParaRPr lang="fr-CA" dirty="0"/>
        </a:p>
      </dgm:t>
    </dgm:pt>
    <dgm:pt modelId="{292246B6-511A-D541-BA38-D0C51163F219}" type="parTrans" cxnId="{B4DC8BA0-8E80-5741-B8BA-ACC3CDFF3916}">
      <dgm:prSet/>
      <dgm:spPr/>
      <dgm:t>
        <a:bodyPr/>
        <a:lstStyle/>
        <a:p>
          <a:endParaRPr lang="fr-CA"/>
        </a:p>
      </dgm:t>
    </dgm:pt>
    <dgm:pt modelId="{DFC013FF-C21A-3B46-AC50-50FCECC3ABEA}" type="sibTrans" cxnId="{B4DC8BA0-8E80-5741-B8BA-ACC3CDFF3916}">
      <dgm:prSet/>
      <dgm:spPr/>
      <dgm:t>
        <a:bodyPr/>
        <a:lstStyle/>
        <a:p>
          <a:endParaRPr lang="fr-CA"/>
        </a:p>
      </dgm:t>
    </dgm:pt>
    <dgm:pt modelId="{D3ED5203-4ABC-6A4A-9E1A-2E957D18F517}">
      <dgm:prSet phldrT="[Texte]"/>
      <dgm:spPr/>
      <dgm:t>
        <a:bodyPr/>
        <a:lstStyle/>
        <a:p>
          <a:pPr>
            <a:lnSpc>
              <a:spcPct val="100000"/>
            </a:lnSpc>
          </a:pPr>
          <a:r>
            <a:rPr lang="fr-CA" dirty="0"/>
            <a:t>swing</a:t>
          </a:r>
        </a:p>
      </dgm:t>
    </dgm:pt>
    <dgm:pt modelId="{B1EF49DF-1CA2-6840-8EFC-6644506A0F83}" type="parTrans" cxnId="{3D4B8726-3D4E-D64B-9C34-BE9120D21D30}">
      <dgm:prSet/>
      <dgm:spPr/>
      <dgm:t>
        <a:bodyPr/>
        <a:lstStyle/>
        <a:p>
          <a:endParaRPr lang="fr-CA"/>
        </a:p>
      </dgm:t>
    </dgm:pt>
    <dgm:pt modelId="{1EBC46CE-35CA-DF4C-BD35-CE740DEB820D}" type="sibTrans" cxnId="{3D4B8726-3D4E-D64B-9C34-BE9120D21D30}">
      <dgm:prSet/>
      <dgm:spPr/>
      <dgm:t>
        <a:bodyPr/>
        <a:lstStyle/>
        <a:p>
          <a:endParaRPr lang="fr-CA"/>
        </a:p>
      </dgm:t>
    </dgm:pt>
    <dgm:pt modelId="{758691E6-5F1D-4D4C-B329-C37F837563AE}">
      <dgm:prSet phldrT="[Texte]"/>
      <dgm:spPr/>
      <dgm:t>
        <a:bodyPr/>
        <a:lstStyle/>
        <a:p>
          <a:pPr>
            <a:lnSpc>
              <a:spcPct val="100000"/>
            </a:lnSpc>
          </a:pPr>
          <a:r>
            <a:rPr lang="fr-CA" dirty="0"/>
            <a:t>transaction</a:t>
          </a:r>
        </a:p>
      </dgm:t>
    </dgm:pt>
    <dgm:pt modelId="{8F0176CE-CE3E-3B40-A7EC-A6266A1060DC}" type="parTrans" cxnId="{4610EC2E-D51A-A847-8586-576A8E3D3A6F}">
      <dgm:prSet/>
      <dgm:spPr/>
      <dgm:t>
        <a:bodyPr/>
        <a:lstStyle/>
        <a:p>
          <a:endParaRPr lang="fr-CA"/>
        </a:p>
      </dgm:t>
    </dgm:pt>
    <dgm:pt modelId="{5170803C-3AA6-1047-82AE-EDB81FA6C411}" type="sibTrans" cxnId="{4610EC2E-D51A-A847-8586-576A8E3D3A6F}">
      <dgm:prSet/>
      <dgm:spPr/>
      <dgm:t>
        <a:bodyPr/>
        <a:lstStyle/>
        <a:p>
          <a:endParaRPr lang="fr-CA"/>
        </a:p>
      </dgm:t>
    </dgm:pt>
    <dgm:pt modelId="{7DC4ED7F-7DBE-B24F-B8EF-726E71200676}" type="pres">
      <dgm:prSet presAssocID="{8C0F5214-1C40-6C43-A6AD-54DE5C50A28F}" presName="layout" presStyleCnt="0">
        <dgm:presLayoutVars>
          <dgm:chMax/>
          <dgm:chPref/>
          <dgm:dir/>
          <dgm:resizeHandles/>
        </dgm:presLayoutVars>
      </dgm:prSet>
      <dgm:spPr/>
    </dgm:pt>
    <dgm:pt modelId="{9596399F-51DC-A849-AA57-EA09C4506067}" type="pres">
      <dgm:prSet presAssocID="{E3297A0E-83E1-C44D-9DD3-2867F80E03F8}" presName="root" presStyleCnt="0">
        <dgm:presLayoutVars>
          <dgm:chMax/>
          <dgm:chPref/>
        </dgm:presLayoutVars>
      </dgm:prSet>
      <dgm:spPr/>
    </dgm:pt>
    <dgm:pt modelId="{4743FA08-866C-934F-8F04-4933D9D7BFD5}" type="pres">
      <dgm:prSet presAssocID="{E3297A0E-83E1-C44D-9DD3-2867F80E03F8}" presName="rootComposite" presStyleCnt="0">
        <dgm:presLayoutVars/>
      </dgm:prSet>
      <dgm:spPr/>
    </dgm:pt>
    <dgm:pt modelId="{49F9CDDF-52ED-5442-90E8-D4540718491B}" type="pres">
      <dgm:prSet presAssocID="{E3297A0E-83E1-C44D-9DD3-2867F80E03F8}" presName="ParentAccent" presStyleLbl="alignNode1" presStyleIdx="0" presStyleCnt="3"/>
      <dgm:spPr/>
    </dgm:pt>
    <dgm:pt modelId="{B225706C-4851-EE46-9F5A-91E4F562965F}" type="pres">
      <dgm:prSet presAssocID="{E3297A0E-83E1-C44D-9DD3-2867F80E03F8}" presName="ParentSmallAccent" presStyleLbl="fgAcc1" presStyleIdx="0" presStyleCnt="3"/>
      <dgm:spPr/>
    </dgm:pt>
    <dgm:pt modelId="{EAE46408-D997-D144-80BE-CD5D1708DAFE}" type="pres">
      <dgm:prSet presAssocID="{E3297A0E-83E1-C44D-9DD3-2867F80E03F8}" presName="Parent" presStyleLbl="revTx" presStyleIdx="0" presStyleCnt="9">
        <dgm:presLayoutVars>
          <dgm:chMax/>
          <dgm:chPref val="4"/>
          <dgm:bulletEnabled val="1"/>
        </dgm:presLayoutVars>
      </dgm:prSet>
      <dgm:spPr/>
    </dgm:pt>
    <dgm:pt modelId="{BD9918BD-4DEB-134B-A185-70B782D27DFA}" type="pres">
      <dgm:prSet presAssocID="{E3297A0E-83E1-C44D-9DD3-2867F80E03F8}" presName="childShape" presStyleCnt="0">
        <dgm:presLayoutVars>
          <dgm:chMax val="0"/>
          <dgm:chPref val="0"/>
        </dgm:presLayoutVars>
      </dgm:prSet>
      <dgm:spPr/>
    </dgm:pt>
    <dgm:pt modelId="{268297CC-69E5-D840-A8A7-CB41C5D08E2A}" type="pres">
      <dgm:prSet presAssocID="{03F52327-36AF-6E45-8636-9936DB7F9E69}" presName="root" presStyleCnt="0">
        <dgm:presLayoutVars>
          <dgm:chMax/>
          <dgm:chPref/>
        </dgm:presLayoutVars>
      </dgm:prSet>
      <dgm:spPr/>
    </dgm:pt>
    <dgm:pt modelId="{826FD260-51FE-9D41-A551-64C583988846}" type="pres">
      <dgm:prSet presAssocID="{03F52327-36AF-6E45-8636-9936DB7F9E69}" presName="rootComposite" presStyleCnt="0">
        <dgm:presLayoutVars/>
      </dgm:prSet>
      <dgm:spPr/>
    </dgm:pt>
    <dgm:pt modelId="{E13ABA4B-970D-E04F-8387-E07F76490125}" type="pres">
      <dgm:prSet presAssocID="{03F52327-36AF-6E45-8636-9936DB7F9E69}" presName="ParentAccent" presStyleLbl="alignNode1" presStyleIdx="1" presStyleCnt="3"/>
      <dgm:spPr/>
    </dgm:pt>
    <dgm:pt modelId="{883D8E3B-7E62-B440-B7B1-89CC53A21D29}" type="pres">
      <dgm:prSet presAssocID="{03F52327-36AF-6E45-8636-9936DB7F9E69}" presName="ParentSmallAccent" presStyleLbl="fgAcc1" presStyleIdx="1" presStyleCnt="3"/>
      <dgm:spPr/>
    </dgm:pt>
    <dgm:pt modelId="{DF32F949-66FA-7743-A2B8-DB2C62DAA2E1}" type="pres">
      <dgm:prSet presAssocID="{03F52327-36AF-6E45-8636-9936DB7F9E69}" presName="Parent" presStyleLbl="revTx" presStyleIdx="1" presStyleCnt="9">
        <dgm:presLayoutVars>
          <dgm:chMax/>
          <dgm:chPref val="4"/>
          <dgm:bulletEnabled val="1"/>
        </dgm:presLayoutVars>
      </dgm:prSet>
      <dgm:spPr/>
    </dgm:pt>
    <dgm:pt modelId="{77745FB8-5FCD-F049-B79A-3D45902F1711}" type="pres">
      <dgm:prSet presAssocID="{03F52327-36AF-6E45-8636-9936DB7F9E69}" presName="childShape" presStyleCnt="0">
        <dgm:presLayoutVars>
          <dgm:chMax val="0"/>
          <dgm:chPref val="0"/>
        </dgm:presLayoutVars>
      </dgm:prSet>
      <dgm:spPr/>
    </dgm:pt>
    <dgm:pt modelId="{A5FA0E7D-DD4C-AA4A-B5B8-9B81398843C5}" type="pres">
      <dgm:prSet presAssocID="{1F98BEE6-5E74-8646-9265-75AF8005C33C}" presName="childComposite" presStyleCnt="0">
        <dgm:presLayoutVars>
          <dgm:chMax val="0"/>
          <dgm:chPref val="0"/>
        </dgm:presLayoutVars>
      </dgm:prSet>
      <dgm:spPr/>
    </dgm:pt>
    <dgm:pt modelId="{F29A887E-05BF-0E42-8F96-C97BCBAC348B}" type="pres">
      <dgm:prSet presAssocID="{1F98BEE6-5E74-8646-9265-75AF8005C33C}" presName="ChildAccent" presStyleLbl="solidFgAcc1" presStyleIdx="0" presStyleCnt="6"/>
      <dgm:spPr/>
    </dgm:pt>
    <dgm:pt modelId="{8C46E832-387C-3F44-9A98-55C03D888AE2}" type="pres">
      <dgm:prSet presAssocID="{1F98BEE6-5E74-8646-9265-75AF8005C33C}" presName="Child" presStyleLbl="revTx" presStyleIdx="2" presStyleCnt="9">
        <dgm:presLayoutVars>
          <dgm:chMax val="0"/>
          <dgm:chPref val="0"/>
          <dgm:bulletEnabled val="1"/>
        </dgm:presLayoutVars>
      </dgm:prSet>
      <dgm:spPr/>
    </dgm:pt>
    <dgm:pt modelId="{7766181E-1E84-CE47-95FD-F9E145BCA444}" type="pres">
      <dgm:prSet presAssocID="{DBCD539C-C292-9B45-8438-0524DD7948B4}" presName="childComposite" presStyleCnt="0">
        <dgm:presLayoutVars>
          <dgm:chMax val="0"/>
          <dgm:chPref val="0"/>
        </dgm:presLayoutVars>
      </dgm:prSet>
      <dgm:spPr/>
    </dgm:pt>
    <dgm:pt modelId="{02AF421D-16E0-5045-8CB3-35D18C5EC2AA}" type="pres">
      <dgm:prSet presAssocID="{DBCD539C-C292-9B45-8438-0524DD7948B4}" presName="ChildAccent" presStyleLbl="solidFgAcc1" presStyleIdx="1" presStyleCnt="6"/>
      <dgm:spPr/>
    </dgm:pt>
    <dgm:pt modelId="{A46CBEC5-72F6-3444-8C44-8F740E25E0B8}" type="pres">
      <dgm:prSet presAssocID="{DBCD539C-C292-9B45-8438-0524DD7948B4}" presName="Child" presStyleLbl="revTx" presStyleIdx="3" presStyleCnt="9">
        <dgm:presLayoutVars>
          <dgm:chMax val="0"/>
          <dgm:chPref val="0"/>
          <dgm:bulletEnabled val="1"/>
        </dgm:presLayoutVars>
      </dgm:prSet>
      <dgm:spPr/>
    </dgm:pt>
    <dgm:pt modelId="{1109D4A3-5264-EC44-8778-6B66332C3CF6}" type="pres">
      <dgm:prSet presAssocID="{083A293C-9360-0E4F-B650-4103CF95D238}" presName="childComposite" presStyleCnt="0">
        <dgm:presLayoutVars>
          <dgm:chMax val="0"/>
          <dgm:chPref val="0"/>
        </dgm:presLayoutVars>
      </dgm:prSet>
      <dgm:spPr/>
    </dgm:pt>
    <dgm:pt modelId="{F387EEEC-F96C-A442-AB69-916099BB97B7}" type="pres">
      <dgm:prSet presAssocID="{083A293C-9360-0E4F-B650-4103CF95D238}" presName="ChildAccent" presStyleLbl="solidFgAcc1" presStyleIdx="2" presStyleCnt="6"/>
      <dgm:spPr/>
    </dgm:pt>
    <dgm:pt modelId="{40C5D309-D478-7C4C-A797-5459C5F2C944}" type="pres">
      <dgm:prSet presAssocID="{083A293C-9360-0E4F-B650-4103CF95D238}" presName="Child" presStyleLbl="revTx" presStyleIdx="4" presStyleCnt="9">
        <dgm:presLayoutVars>
          <dgm:chMax val="0"/>
          <dgm:chPref val="0"/>
          <dgm:bulletEnabled val="1"/>
        </dgm:presLayoutVars>
      </dgm:prSet>
      <dgm:spPr/>
    </dgm:pt>
    <dgm:pt modelId="{1BBAC094-3541-3A4F-B3CE-CF25C8D32847}" type="pres">
      <dgm:prSet presAssocID="{58E59BA1-4A61-F54F-8006-AA032C8B8619}" presName="childComposite" presStyleCnt="0">
        <dgm:presLayoutVars>
          <dgm:chMax val="0"/>
          <dgm:chPref val="0"/>
        </dgm:presLayoutVars>
      </dgm:prSet>
      <dgm:spPr/>
    </dgm:pt>
    <dgm:pt modelId="{A2CD7B43-C274-3348-9632-77937C5AE3FD}" type="pres">
      <dgm:prSet presAssocID="{58E59BA1-4A61-F54F-8006-AA032C8B8619}" presName="ChildAccent" presStyleLbl="solidFgAcc1" presStyleIdx="3" presStyleCnt="6"/>
      <dgm:spPr/>
    </dgm:pt>
    <dgm:pt modelId="{0AEDA2CE-84D9-424C-9C03-3436D756F74B}" type="pres">
      <dgm:prSet presAssocID="{58E59BA1-4A61-F54F-8006-AA032C8B8619}" presName="Child" presStyleLbl="revTx" presStyleIdx="5" presStyleCnt="9">
        <dgm:presLayoutVars>
          <dgm:chMax val="0"/>
          <dgm:chPref val="0"/>
          <dgm:bulletEnabled val="1"/>
        </dgm:presLayoutVars>
      </dgm:prSet>
      <dgm:spPr/>
    </dgm:pt>
    <dgm:pt modelId="{06C0A3BA-54E5-3E4F-9569-88D643183B6D}" type="pres">
      <dgm:prSet presAssocID="{D3ED5203-4ABC-6A4A-9E1A-2E957D18F517}" presName="childComposite" presStyleCnt="0">
        <dgm:presLayoutVars>
          <dgm:chMax val="0"/>
          <dgm:chPref val="0"/>
        </dgm:presLayoutVars>
      </dgm:prSet>
      <dgm:spPr/>
    </dgm:pt>
    <dgm:pt modelId="{74616307-661A-1241-891D-2657695DCD09}" type="pres">
      <dgm:prSet presAssocID="{D3ED5203-4ABC-6A4A-9E1A-2E957D18F517}" presName="ChildAccent" presStyleLbl="solidFgAcc1" presStyleIdx="4" presStyleCnt="6"/>
      <dgm:spPr/>
    </dgm:pt>
    <dgm:pt modelId="{EF96017C-2CBF-C049-B2E5-22E4B812C583}" type="pres">
      <dgm:prSet presAssocID="{D3ED5203-4ABC-6A4A-9E1A-2E957D18F517}" presName="Child" presStyleLbl="revTx" presStyleIdx="6" presStyleCnt="9">
        <dgm:presLayoutVars>
          <dgm:chMax val="0"/>
          <dgm:chPref val="0"/>
          <dgm:bulletEnabled val="1"/>
        </dgm:presLayoutVars>
      </dgm:prSet>
      <dgm:spPr/>
    </dgm:pt>
    <dgm:pt modelId="{2069C663-F95B-D947-8501-B380B32BD70F}" type="pres">
      <dgm:prSet presAssocID="{758691E6-5F1D-4D4C-B329-C37F837563AE}" presName="childComposite" presStyleCnt="0">
        <dgm:presLayoutVars>
          <dgm:chMax val="0"/>
          <dgm:chPref val="0"/>
        </dgm:presLayoutVars>
      </dgm:prSet>
      <dgm:spPr/>
    </dgm:pt>
    <dgm:pt modelId="{6F408688-2F6A-4B4C-B44C-1DFC56E0AF91}" type="pres">
      <dgm:prSet presAssocID="{758691E6-5F1D-4D4C-B329-C37F837563AE}" presName="ChildAccent" presStyleLbl="solidFgAcc1" presStyleIdx="5" presStyleCnt="6"/>
      <dgm:spPr/>
    </dgm:pt>
    <dgm:pt modelId="{074B1635-D3C2-7249-B89C-1FA0C49857D2}" type="pres">
      <dgm:prSet presAssocID="{758691E6-5F1D-4D4C-B329-C37F837563AE}" presName="Child" presStyleLbl="revTx" presStyleIdx="7" presStyleCnt="9">
        <dgm:presLayoutVars>
          <dgm:chMax val="0"/>
          <dgm:chPref val="0"/>
          <dgm:bulletEnabled val="1"/>
        </dgm:presLayoutVars>
      </dgm:prSet>
      <dgm:spPr/>
    </dgm:pt>
    <dgm:pt modelId="{178F2AFF-726C-CC4C-B4F9-B595D810D621}" type="pres">
      <dgm:prSet presAssocID="{6BF414AD-FF3E-A74D-9A9C-3B7EA46ACA12}" presName="root" presStyleCnt="0">
        <dgm:presLayoutVars>
          <dgm:chMax/>
          <dgm:chPref/>
        </dgm:presLayoutVars>
      </dgm:prSet>
      <dgm:spPr/>
    </dgm:pt>
    <dgm:pt modelId="{9F5447BA-66CF-3247-967F-90258F98EEC2}" type="pres">
      <dgm:prSet presAssocID="{6BF414AD-FF3E-A74D-9A9C-3B7EA46ACA12}" presName="rootComposite" presStyleCnt="0">
        <dgm:presLayoutVars/>
      </dgm:prSet>
      <dgm:spPr/>
    </dgm:pt>
    <dgm:pt modelId="{AD85B82A-B387-E945-8398-D04068E6AAF2}" type="pres">
      <dgm:prSet presAssocID="{6BF414AD-FF3E-A74D-9A9C-3B7EA46ACA12}" presName="ParentAccent" presStyleLbl="alignNode1" presStyleIdx="2" presStyleCnt="3"/>
      <dgm:spPr/>
    </dgm:pt>
    <dgm:pt modelId="{7180F59A-ECD6-8347-B6EB-CBB14DDD22B9}" type="pres">
      <dgm:prSet presAssocID="{6BF414AD-FF3E-A74D-9A9C-3B7EA46ACA12}" presName="ParentSmallAccent" presStyleLbl="fgAcc1" presStyleIdx="2" presStyleCnt="3"/>
      <dgm:spPr/>
    </dgm:pt>
    <dgm:pt modelId="{B740F6E3-129D-734F-B552-9F5FBA9D4D62}" type="pres">
      <dgm:prSet presAssocID="{6BF414AD-FF3E-A74D-9A9C-3B7EA46ACA12}" presName="Parent" presStyleLbl="revTx" presStyleIdx="8" presStyleCnt="9">
        <dgm:presLayoutVars>
          <dgm:chMax/>
          <dgm:chPref val="4"/>
          <dgm:bulletEnabled val="1"/>
        </dgm:presLayoutVars>
      </dgm:prSet>
      <dgm:spPr/>
    </dgm:pt>
    <dgm:pt modelId="{2DC3017C-6434-2D4C-B4DE-C582F171FF5F}" type="pres">
      <dgm:prSet presAssocID="{6BF414AD-FF3E-A74D-9A9C-3B7EA46ACA12}" presName="childShape" presStyleCnt="0">
        <dgm:presLayoutVars>
          <dgm:chMax val="0"/>
          <dgm:chPref val="0"/>
        </dgm:presLayoutVars>
      </dgm:prSet>
      <dgm:spPr/>
    </dgm:pt>
  </dgm:ptLst>
  <dgm:cxnLst>
    <dgm:cxn modelId="{3ECF9A05-05ED-C84B-B807-DE21EDCA3EF1}" type="presOf" srcId="{758691E6-5F1D-4D4C-B329-C37F837563AE}" destId="{074B1635-D3C2-7249-B89C-1FA0C49857D2}" srcOrd="0" destOrd="0" presId="urn:microsoft.com/office/officeart/2008/layout/SquareAccentList"/>
    <dgm:cxn modelId="{58981108-0DEF-D245-97F7-583560B4BEA6}" type="presOf" srcId="{DBCD539C-C292-9B45-8438-0524DD7948B4}" destId="{A46CBEC5-72F6-3444-8C44-8F740E25E0B8}" srcOrd="0" destOrd="0" presId="urn:microsoft.com/office/officeart/2008/layout/SquareAccentList"/>
    <dgm:cxn modelId="{36024918-408A-1F45-B461-E31B19ED6447}" srcId="{03F52327-36AF-6E45-8636-9936DB7F9E69}" destId="{083A293C-9360-0E4F-B650-4103CF95D238}" srcOrd="2" destOrd="0" parTransId="{BB55E449-9BC0-6D42-8288-61A4E3BBD381}" sibTransId="{A1AC929C-FB75-0E43-92D5-03BAF9CA9CD0}"/>
    <dgm:cxn modelId="{B7C94624-DDF1-7247-A9F4-32C1B708ED62}" srcId="{03F52327-36AF-6E45-8636-9936DB7F9E69}" destId="{1F98BEE6-5E74-8646-9265-75AF8005C33C}" srcOrd="0" destOrd="0" parTransId="{C005B141-0112-314D-ACAF-E6D8B4B8D323}" sibTransId="{F1D04368-88B4-F948-9973-9F041EA39386}"/>
    <dgm:cxn modelId="{3D4B8726-3D4E-D64B-9C34-BE9120D21D30}" srcId="{03F52327-36AF-6E45-8636-9936DB7F9E69}" destId="{D3ED5203-4ABC-6A4A-9E1A-2E957D18F517}" srcOrd="4" destOrd="0" parTransId="{B1EF49DF-1CA2-6840-8EFC-6644506A0F83}" sibTransId="{1EBC46CE-35CA-DF4C-BD35-CE740DEB820D}"/>
    <dgm:cxn modelId="{4610EC2E-D51A-A847-8586-576A8E3D3A6F}" srcId="{03F52327-36AF-6E45-8636-9936DB7F9E69}" destId="{758691E6-5F1D-4D4C-B329-C37F837563AE}" srcOrd="5" destOrd="0" parTransId="{8F0176CE-CE3E-3B40-A7EC-A6266A1060DC}" sibTransId="{5170803C-3AA6-1047-82AE-EDB81FA6C411}"/>
    <dgm:cxn modelId="{0F47A431-1219-1640-B3BB-31B055301992}" type="presOf" srcId="{D3ED5203-4ABC-6A4A-9E1A-2E957D18F517}" destId="{EF96017C-2CBF-C049-B2E5-22E4B812C583}" srcOrd="0" destOrd="0" presId="urn:microsoft.com/office/officeart/2008/layout/SquareAccentList"/>
    <dgm:cxn modelId="{337F243C-BED0-4F43-AB6A-1B4ABB271F49}" srcId="{8C0F5214-1C40-6C43-A6AD-54DE5C50A28F}" destId="{03F52327-36AF-6E45-8636-9936DB7F9E69}" srcOrd="1" destOrd="0" parTransId="{8E7E77F3-28F5-CE4A-867D-B0B02711BE7A}" sibTransId="{3B3DF69A-2A7B-AC43-ADC1-4578993F04F3}"/>
    <dgm:cxn modelId="{0DA28640-CA7F-A14A-9B23-6DCE06D34350}" type="presOf" srcId="{1F98BEE6-5E74-8646-9265-75AF8005C33C}" destId="{8C46E832-387C-3F44-9A98-55C03D888AE2}" srcOrd="0" destOrd="0" presId="urn:microsoft.com/office/officeart/2008/layout/SquareAccentList"/>
    <dgm:cxn modelId="{290E9357-E605-F64F-8BD6-E3C6453156AF}" type="presOf" srcId="{6BF414AD-FF3E-A74D-9A9C-3B7EA46ACA12}" destId="{B740F6E3-129D-734F-B552-9F5FBA9D4D62}" srcOrd="0" destOrd="0" presId="urn:microsoft.com/office/officeart/2008/layout/SquareAccentList"/>
    <dgm:cxn modelId="{EF4DAE60-821B-4746-999E-49182DC81675}" srcId="{8C0F5214-1C40-6C43-A6AD-54DE5C50A28F}" destId="{6BF414AD-FF3E-A74D-9A9C-3B7EA46ACA12}" srcOrd="2" destOrd="0" parTransId="{FCD5D962-4E74-2245-B837-6AA01E86BD69}" sibTransId="{2105B172-E0BE-984E-BDC1-B329B2240CB3}"/>
    <dgm:cxn modelId="{0AD84764-6281-EB41-927D-B20BD42427D7}" srcId="{8C0F5214-1C40-6C43-A6AD-54DE5C50A28F}" destId="{E3297A0E-83E1-C44D-9DD3-2867F80E03F8}" srcOrd="0" destOrd="0" parTransId="{658A401F-180D-A14F-8E8C-E4852654EF07}" sibTransId="{5F797974-CD39-764B-B6EE-C69E0B869EFB}"/>
    <dgm:cxn modelId="{077BAB6F-98FF-D345-A884-38339B95875F}" type="presOf" srcId="{8C0F5214-1C40-6C43-A6AD-54DE5C50A28F}" destId="{7DC4ED7F-7DBE-B24F-B8EF-726E71200676}" srcOrd="0" destOrd="0" presId="urn:microsoft.com/office/officeart/2008/layout/SquareAccentList"/>
    <dgm:cxn modelId="{97EB5081-0013-3641-9DBD-9DE782B8E024}" type="presOf" srcId="{58E59BA1-4A61-F54F-8006-AA032C8B8619}" destId="{0AEDA2CE-84D9-424C-9C03-3436D756F74B}" srcOrd="0" destOrd="0" presId="urn:microsoft.com/office/officeart/2008/layout/SquareAccentList"/>
    <dgm:cxn modelId="{B4DC8BA0-8E80-5741-B8BA-ACC3CDFF3916}" srcId="{03F52327-36AF-6E45-8636-9936DB7F9E69}" destId="{58E59BA1-4A61-F54F-8006-AA032C8B8619}" srcOrd="3" destOrd="0" parTransId="{292246B6-511A-D541-BA38-D0C51163F219}" sibTransId="{DFC013FF-C21A-3B46-AC50-50FCECC3ABEA}"/>
    <dgm:cxn modelId="{BB0B72B8-C656-1549-8080-68112D6164A7}" type="presOf" srcId="{03F52327-36AF-6E45-8636-9936DB7F9E69}" destId="{DF32F949-66FA-7743-A2B8-DB2C62DAA2E1}" srcOrd="0" destOrd="0" presId="urn:microsoft.com/office/officeart/2008/layout/SquareAccentList"/>
    <dgm:cxn modelId="{290E9DC1-4F5E-324E-B3FB-439014D4C41D}" srcId="{03F52327-36AF-6E45-8636-9936DB7F9E69}" destId="{DBCD539C-C292-9B45-8438-0524DD7948B4}" srcOrd="1" destOrd="0" parTransId="{248902D6-5B90-CD4F-BD44-67D1829A50F3}" sibTransId="{D26ACE53-37B3-B34F-8DBA-35509323814D}"/>
    <dgm:cxn modelId="{76F842DF-DF86-134A-B7D1-EA4E25323D9B}" type="presOf" srcId="{E3297A0E-83E1-C44D-9DD3-2867F80E03F8}" destId="{EAE46408-D997-D144-80BE-CD5D1708DAFE}" srcOrd="0" destOrd="0" presId="urn:microsoft.com/office/officeart/2008/layout/SquareAccentList"/>
    <dgm:cxn modelId="{99B98EF0-B7CA-5441-9F91-17EF5A095FB4}" type="presOf" srcId="{083A293C-9360-0E4F-B650-4103CF95D238}" destId="{40C5D309-D478-7C4C-A797-5459C5F2C944}" srcOrd="0" destOrd="0" presId="urn:microsoft.com/office/officeart/2008/layout/SquareAccentList"/>
    <dgm:cxn modelId="{848DFA67-FA11-0C4B-9D15-42D5CF2ECB3C}" type="presParOf" srcId="{7DC4ED7F-7DBE-B24F-B8EF-726E71200676}" destId="{9596399F-51DC-A849-AA57-EA09C4506067}" srcOrd="0" destOrd="0" presId="urn:microsoft.com/office/officeart/2008/layout/SquareAccentList"/>
    <dgm:cxn modelId="{C581E6CA-8B41-BE43-966C-566671F50274}" type="presParOf" srcId="{9596399F-51DC-A849-AA57-EA09C4506067}" destId="{4743FA08-866C-934F-8F04-4933D9D7BFD5}" srcOrd="0" destOrd="0" presId="urn:microsoft.com/office/officeart/2008/layout/SquareAccentList"/>
    <dgm:cxn modelId="{47896071-513E-DD44-86D0-6DBD3C4C8A43}" type="presParOf" srcId="{4743FA08-866C-934F-8F04-4933D9D7BFD5}" destId="{49F9CDDF-52ED-5442-90E8-D4540718491B}" srcOrd="0" destOrd="0" presId="urn:microsoft.com/office/officeart/2008/layout/SquareAccentList"/>
    <dgm:cxn modelId="{E856A519-2421-D34F-A215-1B17EE9F3A07}" type="presParOf" srcId="{4743FA08-866C-934F-8F04-4933D9D7BFD5}" destId="{B225706C-4851-EE46-9F5A-91E4F562965F}" srcOrd="1" destOrd="0" presId="urn:microsoft.com/office/officeart/2008/layout/SquareAccentList"/>
    <dgm:cxn modelId="{DC5F5CB5-0CAA-CC4A-8631-2A70290CE4F9}" type="presParOf" srcId="{4743FA08-866C-934F-8F04-4933D9D7BFD5}" destId="{EAE46408-D997-D144-80BE-CD5D1708DAFE}" srcOrd="2" destOrd="0" presId="urn:microsoft.com/office/officeart/2008/layout/SquareAccentList"/>
    <dgm:cxn modelId="{CC462652-81FF-5E44-B02F-3AEA5721D3B0}" type="presParOf" srcId="{9596399F-51DC-A849-AA57-EA09C4506067}" destId="{BD9918BD-4DEB-134B-A185-70B782D27DFA}" srcOrd="1" destOrd="0" presId="urn:microsoft.com/office/officeart/2008/layout/SquareAccentList"/>
    <dgm:cxn modelId="{5785ABBA-2C2D-7448-9BD4-690A0FF9D247}" type="presParOf" srcId="{7DC4ED7F-7DBE-B24F-B8EF-726E71200676}" destId="{268297CC-69E5-D840-A8A7-CB41C5D08E2A}" srcOrd="1" destOrd="0" presId="urn:microsoft.com/office/officeart/2008/layout/SquareAccentList"/>
    <dgm:cxn modelId="{ADA71B47-B7E8-6249-93E4-801D8795F920}" type="presParOf" srcId="{268297CC-69E5-D840-A8A7-CB41C5D08E2A}" destId="{826FD260-51FE-9D41-A551-64C583988846}" srcOrd="0" destOrd="0" presId="urn:microsoft.com/office/officeart/2008/layout/SquareAccentList"/>
    <dgm:cxn modelId="{4265734B-FBB5-0F41-85CC-701F0E090FC3}" type="presParOf" srcId="{826FD260-51FE-9D41-A551-64C583988846}" destId="{E13ABA4B-970D-E04F-8387-E07F76490125}" srcOrd="0" destOrd="0" presId="urn:microsoft.com/office/officeart/2008/layout/SquareAccentList"/>
    <dgm:cxn modelId="{0F17CD1E-AA47-E94A-BB99-FDB35F191B3D}" type="presParOf" srcId="{826FD260-51FE-9D41-A551-64C583988846}" destId="{883D8E3B-7E62-B440-B7B1-89CC53A21D29}" srcOrd="1" destOrd="0" presId="urn:microsoft.com/office/officeart/2008/layout/SquareAccentList"/>
    <dgm:cxn modelId="{8615A365-D9D4-AC44-8862-EC15BD097662}" type="presParOf" srcId="{826FD260-51FE-9D41-A551-64C583988846}" destId="{DF32F949-66FA-7743-A2B8-DB2C62DAA2E1}" srcOrd="2" destOrd="0" presId="urn:microsoft.com/office/officeart/2008/layout/SquareAccentList"/>
    <dgm:cxn modelId="{23A04B2F-2D4D-BF40-8838-2D12B2C9C9E5}" type="presParOf" srcId="{268297CC-69E5-D840-A8A7-CB41C5D08E2A}" destId="{77745FB8-5FCD-F049-B79A-3D45902F1711}" srcOrd="1" destOrd="0" presId="urn:microsoft.com/office/officeart/2008/layout/SquareAccentList"/>
    <dgm:cxn modelId="{F8F2BF67-96C7-BB47-94D0-0D8D09C87667}" type="presParOf" srcId="{77745FB8-5FCD-F049-B79A-3D45902F1711}" destId="{A5FA0E7D-DD4C-AA4A-B5B8-9B81398843C5}" srcOrd="0" destOrd="0" presId="urn:microsoft.com/office/officeart/2008/layout/SquareAccentList"/>
    <dgm:cxn modelId="{F7C6AC65-55BD-4840-A454-601936A0FE96}" type="presParOf" srcId="{A5FA0E7D-DD4C-AA4A-B5B8-9B81398843C5}" destId="{F29A887E-05BF-0E42-8F96-C97BCBAC348B}" srcOrd="0" destOrd="0" presId="urn:microsoft.com/office/officeart/2008/layout/SquareAccentList"/>
    <dgm:cxn modelId="{BA17C757-94FA-D24B-8416-BEE33F3FCF49}" type="presParOf" srcId="{A5FA0E7D-DD4C-AA4A-B5B8-9B81398843C5}" destId="{8C46E832-387C-3F44-9A98-55C03D888AE2}" srcOrd="1" destOrd="0" presId="urn:microsoft.com/office/officeart/2008/layout/SquareAccentList"/>
    <dgm:cxn modelId="{18E5C4A7-F704-8A4B-B876-AF6908C84E3E}" type="presParOf" srcId="{77745FB8-5FCD-F049-B79A-3D45902F1711}" destId="{7766181E-1E84-CE47-95FD-F9E145BCA444}" srcOrd="1" destOrd="0" presId="urn:microsoft.com/office/officeart/2008/layout/SquareAccentList"/>
    <dgm:cxn modelId="{38950F7A-0A55-274E-A010-CD7FF6E6F1D2}" type="presParOf" srcId="{7766181E-1E84-CE47-95FD-F9E145BCA444}" destId="{02AF421D-16E0-5045-8CB3-35D18C5EC2AA}" srcOrd="0" destOrd="0" presId="urn:microsoft.com/office/officeart/2008/layout/SquareAccentList"/>
    <dgm:cxn modelId="{EDDEDE93-0CFF-674A-B1D2-26C558F7B930}" type="presParOf" srcId="{7766181E-1E84-CE47-95FD-F9E145BCA444}" destId="{A46CBEC5-72F6-3444-8C44-8F740E25E0B8}" srcOrd="1" destOrd="0" presId="urn:microsoft.com/office/officeart/2008/layout/SquareAccentList"/>
    <dgm:cxn modelId="{551EFAE1-A71B-E846-B342-3C7A01986E90}" type="presParOf" srcId="{77745FB8-5FCD-F049-B79A-3D45902F1711}" destId="{1109D4A3-5264-EC44-8778-6B66332C3CF6}" srcOrd="2" destOrd="0" presId="urn:microsoft.com/office/officeart/2008/layout/SquareAccentList"/>
    <dgm:cxn modelId="{64582DAF-0A07-4B44-AD8D-3DFABC79196E}" type="presParOf" srcId="{1109D4A3-5264-EC44-8778-6B66332C3CF6}" destId="{F387EEEC-F96C-A442-AB69-916099BB97B7}" srcOrd="0" destOrd="0" presId="urn:microsoft.com/office/officeart/2008/layout/SquareAccentList"/>
    <dgm:cxn modelId="{72FB5585-A837-5C4D-AC0E-FFA0B3AA7A62}" type="presParOf" srcId="{1109D4A3-5264-EC44-8778-6B66332C3CF6}" destId="{40C5D309-D478-7C4C-A797-5459C5F2C944}" srcOrd="1" destOrd="0" presId="urn:microsoft.com/office/officeart/2008/layout/SquareAccentList"/>
    <dgm:cxn modelId="{6ACA5AA8-06E7-E54F-831A-2E808957B998}" type="presParOf" srcId="{77745FB8-5FCD-F049-B79A-3D45902F1711}" destId="{1BBAC094-3541-3A4F-B3CE-CF25C8D32847}" srcOrd="3" destOrd="0" presId="urn:microsoft.com/office/officeart/2008/layout/SquareAccentList"/>
    <dgm:cxn modelId="{C4C1E1A9-A447-1148-98F5-FE011204AC0E}" type="presParOf" srcId="{1BBAC094-3541-3A4F-B3CE-CF25C8D32847}" destId="{A2CD7B43-C274-3348-9632-77937C5AE3FD}" srcOrd="0" destOrd="0" presId="urn:microsoft.com/office/officeart/2008/layout/SquareAccentList"/>
    <dgm:cxn modelId="{AB90138F-2344-EF4A-96EC-D30370CCC9B8}" type="presParOf" srcId="{1BBAC094-3541-3A4F-B3CE-CF25C8D32847}" destId="{0AEDA2CE-84D9-424C-9C03-3436D756F74B}" srcOrd="1" destOrd="0" presId="urn:microsoft.com/office/officeart/2008/layout/SquareAccentList"/>
    <dgm:cxn modelId="{9066F5A2-62D4-F04B-9094-A88936EEDEDF}" type="presParOf" srcId="{77745FB8-5FCD-F049-B79A-3D45902F1711}" destId="{06C0A3BA-54E5-3E4F-9569-88D643183B6D}" srcOrd="4" destOrd="0" presId="urn:microsoft.com/office/officeart/2008/layout/SquareAccentList"/>
    <dgm:cxn modelId="{9FCB6498-8382-5147-8358-11189C5E7973}" type="presParOf" srcId="{06C0A3BA-54E5-3E4F-9569-88D643183B6D}" destId="{74616307-661A-1241-891D-2657695DCD09}" srcOrd="0" destOrd="0" presId="urn:microsoft.com/office/officeart/2008/layout/SquareAccentList"/>
    <dgm:cxn modelId="{4952704B-614B-3B40-89E1-65C2E4EFC69C}" type="presParOf" srcId="{06C0A3BA-54E5-3E4F-9569-88D643183B6D}" destId="{EF96017C-2CBF-C049-B2E5-22E4B812C583}" srcOrd="1" destOrd="0" presId="urn:microsoft.com/office/officeart/2008/layout/SquareAccentList"/>
    <dgm:cxn modelId="{8E4B5E73-2AF7-0443-9C33-210FE0D563DD}" type="presParOf" srcId="{77745FB8-5FCD-F049-B79A-3D45902F1711}" destId="{2069C663-F95B-D947-8501-B380B32BD70F}" srcOrd="5" destOrd="0" presId="urn:microsoft.com/office/officeart/2008/layout/SquareAccentList"/>
    <dgm:cxn modelId="{8DC621E1-5F91-BF48-B30B-970C9470AE2D}" type="presParOf" srcId="{2069C663-F95B-D947-8501-B380B32BD70F}" destId="{6F408688-2F6A-4B4C-B44C-1DFC56E0AF91}" srcOrd="0" destOrd="0" presId="urn:microsoft.com/office/officeart/2008/layout/SquareAccentList"/>
    <dgm:cxn modelId="{584A4850-D599-7C4E-B8CB-09B51AA956A4}" type="presParOf" srcId="{2069C663-F95B-D947-8501-B380B32BD70F}" destId="{074B1635-D3C2-7249-B89C-1FA0C49857D2}" srcOrd="1" destOrd="0" presId="urn:microsoft.com/office/officeart/2008/layout/SquareAccentList"/>
    <dgm:cxn modelId="{DE54534F-37BE-FF40-B2B6-7D57F1D6B0BC}" type="presParOf" srcId="{7DC4ED7F-7DBE-B24F-B8EF-726E71200676}" destId="{178F2AFF-726C-CC4C-B4F9-B595D810D621}" srcOrd="2" destOrd="0" presId="urn:microsoft.com/office/officeart/2008/layout/SquareAccentList"/>
    <dgm:cxn modelId="{8EA3D4D8-AF02-764A-894E-87F3600B0D74}" type="presParOf" srcId="{178F2AFF-726C-CC4C-B4F9-B595D810D621}" destId="{9F5447BA-66CF-3247-967F-90258F98EEC2}" srcOrd="0" destOrd="0" presId="urn:microsoft.com/office/officeart/2008/layout/SquareAccentList"/>
    <dgm:cxn modelId="{56A129BE-AE95-5444-9253-C5794F8AE947}" type="presParOf" srcId="{9F5447BA-66CF-3247-967F-90258F98EEC2}" destId="{AD85B82A-B387-E945-8398-D04068E6AAF2}" srcOrd="0" destOrd="0" presId="urn:microsoft.com/office/officeart/2008/layout/SquareAccentList"/>
    <dgm:cxn modelId="{3E2857EC-E466-9540-A0CC-D02EF0F283BC}" type="presParOf" srcId="{9F5447BA-66CF-3247-967F-90258F98EEC2}" destId="{7180F59A-ECD6-8347-B6EB-CBB14DDD22B9}" srcOrd="1" destOrd="0" presId="urn:microsoft.com/office/officeart/2008/layout/SquareAccentList"/>
    <dgm:cxn modelId="{A1D5080C-630C-004B-A0DA-46E1A8E6B739}" type="presParOf" srcId="{9F5447BA-66CF-3247-967F-90258F98EEC2}" destId="{B740F6E3-129D-734F-B552-9F5FBA9D4D62}" srcOrd="2" destOrd="0" presId="urn:microsoft.com/office/officeart/2008/layout/SquareAccentList"/>
    <dgm:cxn modelId="{6DE86CF2-F946-9941-AADF-89E28F86B0F1}" type="presParOf" srcId="{178F2AFF-726C-CC4C-B4F9-B595D810D621}" destId="{2DC3017C-6434-2D4C-B4DE-C582F171FF5F}"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7279B1-49CA-1F40-84E9-B2E5CEA05D33}" type="doc">
      <dgm:prSet loTypeId="urn:microsoft.com/office/officeart/2005/8/layout/vList5" loCatId="list" qsTypeId="urn:microsoft.com/office/officeart/2005/8/quickstyle/simple1" qsCatId="simple" csTypeId="urn:microsoft.com/office/officeart/2005/8/colors/accent2_2" csCatId="accent2" phldr="1"/>
      <dgm:spPr/>
      <dgm:t>
        <a:bodyPr/>
        <a:lstStyle/>
        <a:p>
          <a:endParaRPr lang="fr-CA"/>
        </a:p>
      </dgm:t>
    </dgm:pt>
    <dgm:pt modelId="{D9EA9EF8-7190-4441-A662-E7029D9D212F}">
      <dgm:prSet phldrT="[Texte]" custT="1"/>
      <dgm:spPr/>
      <dgm:t>
        <a:bodyPr/>
        <a:lstStyle/>
        <a:p>
          <a:r>
            <a:rPr lang="fr-CA" sz="1700" dirty="0"/>
            <a:t>Boolean</a:t>
          </a:r>
        </a:p>
      </dgm:t>
    </dgm:pt>
    <dgm:pt modelId="{48806B81-195D-6440-A69C-8EF2EC8AC524}" type="parTrans" cxnId="{24E90B00-C91C-7840-ADDF-E1F9085A77CE}">
      <dgm:prSet/>
      <dgm:spPr/>
      <dgm:t>
        <a:bodyPr/>
        <a:lstStyle/>
        <a:p>
          <a:endParaRPr lang="fr-CA"/>
        </a:p>
      </dgm:t>
    </dgm:pt>
    <dgm:pt modelId="{11D498A9-24D5-C743-9235-02885D77FD56}" type="sibTrans" cxnId="{24E90B00-C91C-7840-ADDF-E1F9085A77CE}">
      <dgm:prSet/>
      <dgm:spPr/>
      <dgm:t>
        <a:bodyPr/>
        <a:lstStyle/>
        <a:p>
          <a:endParaRPr lang="fr-CA"/>
        </a:p>
      </dgm:t>
    </dgm:pt>
    <dgm:pt modelId="{7F29A2D0-24AA-0D4A-8DE2-A4C1560B04F1}">
      <dgm:prSet phldrT="[Texte]" custT="1"/>
      <dgm:spPr/>
      <dgm:t>
        <a:bodyPr/>
        <a:lstStyle/>
        <a:p>
          <a:r>
            <a:rPr lang="fr-CA" sz="1700" dirty="0"/>
            <a:t>char</a:t>
          </a:r>
        </a:p>
      </dgm:t>
    </dgm:pt>
    <dgm:pt modelId="{0E252243-D2F0-124F-8E15-4D05A0C8168C}" type="parTrans" cxnId="{0C07FAA0-7ABB-174A-973B-BA0C78695CA1}">
      <dgm:prSet/>
      <dgm:spPr/>
      <dgm:t>
        <a:bodyPr/>
        <a:lstStyle/>
        <a:p>
          <a:endParaRPr lang="fr-CA"/>
        </a:p>
      </dgm:t>
    </dgm:pt>
    <dgm:pt modelId="{E269B428-EEE2-5941-943B-66C266AD57BD}" type="sibTrans" cxnId="{0C07FAA0-7ABB-174A-973B-BA0C78695CA1}">
      <dgm:prSet/>
      <dgm:spPr/>
      <dgm:t>
        <a:bodyPr/>
        <a:lstStyle/>
        <a:p>
          <a:endParaRPr lang="fr-CA"/>
        </a:p>
      </dgm:t>
    </dgm:pt>
    <dgm:pt modelId="{D0E89CA5-1BBA-BF42-98C4-C97713591FE9}">
      <dgm:prSet phldrT="[Texte]" custT="1"/>
      <dgm:spPr/>
      <dgm:t>
        <a:bodyPr/>
        <a:lstStyle/>
        <a:p>
          <a:r>
            <a:rPr lang="fr-CA" sz="1700" dirty="0"/>
            <a:t>Short</a:t>
          </a:r>
        </a:p>
      </dgm:t>
    </dgm:pt>
    <dgm:pt modelId="{0B5C3F5E-E067-6541-AFED-44136C96E01B}" type="parTrans" cxnId="{24B28326-9357-C742-8405-4F2EE3CA8944}">
      <dgm:prSet/>
      <dgm:spPr/>
      <dgm:t>
        <a:bodyPr/>
        <a:lstStyle/>
        <a:p>
          <a:endParaRPr lang="fr-CA"/>
        </a:p>
      </dgm:t>
    </dgm:pt>
    <dgm:pt modelId="{2D392BF2-0C3B-BE47-BFD5-15DA39009F98}" type="sibTrans" cxnId="{24B28326-9357-C742-8405-4F2EE3CA8944}">
      <dgm:prSet/>
      <dgm:spPr/>
      <dgm:t>
        <a:bodyPr/>
        <a:lstStyle/>
        <a:p>
          <a:endParaRPr lang="fr-CA"/>
        </a:p>
      </dgm:t>
    </dgm:pt>
    <dgm:pt modelId="{71CC9337-A059-2A44-86FC-90D00141DA73}">
      <dgm:prSet phldrT="[Texte]" custT="1"/>
      <dgm:spPr/>
      <dgm:t>
        <a:bodyPr/>
        <a:lstStyle/>
        <a:p>
          <a:r>
            <a:rPr lang="fr-CA" sz="1400" dirty="0" err="1"/>
            <a:t>True</a:t>
          </a:r>
          <a:r>
            <a:rPr lang="fr-CA" sz="1400" dirty="0"/>
            <a:t> / False</a:t>
          </a:r>
        </a:p>
      </dgm:t>
    </dgm:pt>
    <dgm:pt modelId="{8F905594-D56B-B746-9A50-151E2CBC49D9}" type="parTrans" cxnId="{2D21BC87-A5BA-6240-8F08-54DA60CBE0F9}">
      <dgm:prSet/>
      <dgm:spPr/>
      <dgm:t>
        <a:bodyPr/>
        <a:lstStyle/>
        <a:p>
          <a:endParaRPr lang="fr-CA"/>
        </a:p>
      </dgm:t>
    </dgm:pt>
    <dgm:pt modelId="{DB02A21F-4A7B-4449-9936-A773E54E800A}" type="sibTrans" cxnId="{2D21BC87-A5BA-6240-8F08-54DA60CBE0F9}">
      <dgm:prSet/>
      <dgm:spPr/>
      <dgm:t>
        <a:bodyPr/>
        <a:lstStyle/>
        <a:p>
          <a:endParaRPr lang="fr-CA"/>
        </a:p>
      </dgm:t>
    </dgm:pt>
    <dgm:pt modelId="{A8F86F81-E7BD-964A-8E03-A88DE1F73781}">
      <dgm:prSet phldrT="[Texte]" custT="1"/>
      <dgm:spPr/>
      <dgm:t>
        <a:bodyPr/>
        <a:lstStyle/>
        <a:p>
          <a:r>
            <a:rPr lang="fr-CA" sz="1400" dirty="0"/>
            <a:t>caractère selon l'encodage UTF-16 Mot de 16 bits</a:t>
          </a:r>
        </a:p>
      </dgm:t>
    </dgm:pt>
    <dgm:pt modelId="{969AEC86-FE2D-8A44-90D3-A8D6C06D9D5C}" type="parTrans" cxnId="{B69AC69B-9334-364B-942B-0574CC5F1845}">
      <dgm:prSet/>
      <dgm:spPr/>
      <dgm:t>
        <a:bodyPr/>
        <a:lstStyle/>
        <a:p>
          <a:endParaRPr lang="fr-CA"/>
        </a:p>
      </dgm:t>
    </dgm:pt>
    <dgm:pt modelId="{A27C8DD6-6831-6846-AE6E-BB789E64825D}" type="sibTrans" cxnId="{B69AC69B-9334-364B-942B-0574CC5F1845}">
      <dgm:prSet/>
      <dgm:spPr/>
      <dgm:t>
        <a:bodyPr/>
        <a:lstStyle/>
        <a:p>
          <a:endParaRPr lang="fr-CA"/>
        </a:p>
      </dgm:t>
    </dgm:pt>
    <dgm:pt modelId="{27825C39-6A49-0946-AC2A-2F8CE277011B}">
      <dgm:prSet phldrT="[Texte]" custT="1"/>
      <dgm:spPr/>
      <dgm:t>
        <a:bodyPr/>
        <a:lstStyle/>
        <a:p>
          <a:r>
            <a:rPr lang="fr-CA" sz="1700" dirty="0"/>
            <a:t>byte</a:t>
          </a:r>
        </a:p>
      </dgm:t>
    </dgm:pt>
    <dgm:pt modelId="{DBCC4460-2F7F-F444-A0BD-A635CCF6C571}" type="parTrans" cxnId="{B66A81BE-A1BB-2741-B6FA-29324360440B}">
      <dgm:prSet/>
      <dgm:spPr/>
      <dgm:t>
        <a:bodyPr/>
        <a:lstStyle/>
        <a:p>
          <a:endParaRPr lang="fr-CA"/>
        </a:p>
      </dgm:t>
    </dgm:pt>
    <dgm:pt modelId="{6C8094CC-A55D-E743-9FAB-A27968A9C3D4}" type="sibTrans" cxnId="{B66A81BE-A1BB-2741-B6FA-29324360440B}">
      <dgm:prSet/>
      <dgm:spPr/>
      <dgm:t>
        <a:bodyPr/>
        <a:lstStyle/>
        <a:p>
          <a:endParaRPr lang="fr-CA"/>
        </a:p>
      </dgm:t>
    </dgm:pt>
    <dgm:pt modelId="{7730B541-0E8C-444E-BFA7-F409A71A5030}">
      <dgm:prSet phldrT="[Texte]" custT="1"/>
      <dgm:spPr/>
      <dgm:t>
        <a:bodyPr/>
        <a:lstStyle/>
        <a:p>
          <a:pPr marL="114300" lvl="1" indent="-114300" algn="l" defTabSz="622300">
            <a:lnSpc>
              <a:spcPct val="90000"/>
            </a:lnSpc>
            <a:spcBef>
              <a:spcPct val="0"/>
            </a:spcBef>
            <a:spcAft>
              <a:spcPct val="15000"/>
            </a:spcAft>
            <a:buChar char="•"/>
          </a:pPr>
          <a:r>
            <a:rPr lang="fr-CA" sz="1400" kern="1200" dirty="0">
              <a:latin typeface="Aptos" panose="02110004020202020204"/>
              <a:ea typeface="+mn-ea"/>
              <a:cs typeface="+mn-cs"/>
            </a:rPr>
            <a:t>Octet en binaire (8bits) entre -128 (2</a:t>
          </a:r>
          <a:r>
            <a:rPr lang="fr-CA" sz="1400" kern="1200" baseline="30000" dirty="0">
              <a:latin typeface="Aptos" panose="02110004020202020204"/>
              <a:ea typeface="+mn-ea"/>
              <a:cs typeface="+mn-cs"/>
            </a:rPr>
            <a:t>7</a:t>
          </a:r>
          <a:r>
            <a:rPr lang="fr-CA" sz="1400" kern="1200" dirty="0">
              <a:latin typeface="Aptos" panose="02110004020202020204"/>
              <a:ea typeface="+mn-ea"/>
              <a:cs typeface="+mn-cs"/>
            </a:rPr>
            <a:t>) et 127 (2</a:t>
          </a:r>
          <a:r>
            <a:rPr lang="fr-CA" sz="1400" kern="1200" baseline="30000" dirty="0">
              <a:latin typeface="Aptos" panose="02110004020202020204"/>
              <a:ea typeface="+mn-ea"/>
              <a:cs typeface="+mn-cs"/>
            </a:rPr>
            <a:t>7</a:t>
          </a:r>
          <a:r>
            <a:rPr lang="fr-CA" sz="1400" kern="1200" dirty="0">
              <a:latin typeface="Aptos" panose="02110004020202020204"/>
              <a:ea typeface="+mn-ea"/>
              <a:cs typeface="+mn-cs"/>
            </a:rPr>
            <a:t>-1)</a:t>
          </a:r>
        </a:p>
      </dgm:t>
    </dgm:pt>
    <dgm:pt modelId="{C6246F42-25A8-4540-B0CB-A8FCD8BE1C09}" type="parTrans" cxnId="{8E8E0F0F-FA9C-F748-B554-0C0D7B8F54C7}">
      <dgm:prSet/>
      <dgm:spPr/>
      <dgm:t>
        <a:bodyPr/>
        <a:lstStyle/>
        <a:p>
          <a:endParaRPr lang="fr-CA"/>
        </a:p>
      </dgm:t>
    </dgm:pt>
    <dgm:pt modelId="{1B3B1D8F-7F77-0140-B276-63843BF081BC}" type="sibTrans" cxnId="{8E8E0F0F-FA9C-F748-B554-0C0D7B8F54C7}">
      <dgm:prSet/>
      <dgm:spPr/>
      <dgm:t>
        <a:bodyPr/>
        <a:lstStyle/>
        <a:p>
          <a:endParaRPr lang="fr-CA"/>
        </a:p>
      </dgm:t>
    </dgm:pt>
    <dgm:pt modelId="{6B2CD8A9-3B19-644E-AEEE-5E2047CE44C9}">
      <dgm:prSet phldrT="[Texte]" custT="1"/>
      <dgm:spPr/>
      <dgm:t>
        <a:bodyPr/>
        <a:lstStyle/>
        <a:p>
          <a:pPr marL="114300" lvl="1" indent="-114300" algn="l" defTabSz="622300">
            <a:lnSpc>
              <a:spcPct val="90000"/>
            </a:lnSpc>
            <a:spcBef>
              <a:spcPct val="0"/>
            </a:spcBef>
            <a:spcAft>
              <a:spcPct val="15000"/>
            </a:spcAft>
            <a:buChar char="•"/>
          </a:pPr>
          <a:r>
            <a:rPr lang="fr-CA" sz="1400" kern="1200" dirty="0">
              <a:latin typeface="Aptos" panose="02110004020202020204"/>
              <a:ea typeface="+mn-ea"/>
              <a:cs typeface="+mn-cs"/>
            </a:rPr>
            <a:t>Entier précision de 16 bits, entre -32 768 (-2</a:t>
          </a:r>
          <a:r>
            <a:rPr lang="fr-CA" sz="1400" kern="1200" baseline="30000" dirty="0">
              <a:latin typeface="Aptos" panose="02110004020202020204"/>
              <a:ea typeface="+mn-ea"/>
              <a:cs typeface="+mn-cs"/>
            </a:rPr>
            <a:t>15</a:t>
          </a:r>
          <a:r>
            <a:rPr lang="fr-CA" sz="1400" kern="1200" dirty="0">
              <a:latin typeface="Aptos" panose="02110004020202020204"/>
              <a:ea typeface="+mn-ea"/>
              <a:cs typeface="+mn-cs"/>
            </a:rPr>
            <a:t>) et 32767 (2</a:t>
          </a:r>
          <a:r>
            <a:rPr lang="fr-CA" sz="1400" kern="1200" baseline="30000" dirty="0">
              <a:latin typeface="Aptos" panose="02110004020202020204"/>
              <a:ea typeface="+mn-ea"/>
              <a:cs typeface="+mn-cs"/>
            </a:rPr>
            <a:t>15</a:t>
          </a:r>
          <a:r>
            <a:rPr lang="fr-CA" sz="1400" kern="1200" dirty="0">
              <a:latin typeface="Aptos" panose="02110004020202020204"/>
              <a:ea typeface="+mn-ea"/>
              <a:cs typeface="+mn-cs"/>
            </a:rPr>
            <a:t>-1)</a:t>
          </a:r>
        </a:p>
      </dgm:t>
    </dgm:pt>
    <dgm:pt modelId="{B102E8F5-FCE0-F146-A70E-1361F869BEF5}" type="parTrans" cxnId="{7E9E070D-FA8D-5348-AC67-EC7466044093}">
      <dgm:prSet/>
      <dgm:spPr/>
      <dgm:t>
        <a:bodyPr/>
        <a:lstStyle/>
        <a:p>
          <a:endParaRPr lang="fr-CA"/>
        </a:p>
      </dgm:t>
    </dgm:pt>
    <dgm:pt modelId="{166B325C-EAD3-5C44-846C-03D82F0C950F}" type="sibTrans" cxnId="{7E9E070D-FA8D-5348-AC67-EC7466044093}">
      <dgm:prSet/>
      <dgm:spPr/>
      <dgm:t>
        <a:bodyPr/>
        <a:lstStyle/>
        <a:p>
          <a:endParaRPr lang="fr-CA"/>
        </a:p>
      </dgm:t>
    </dgm:pt>
    <dgm:pt modelId="{B8A4E8AD-D251-8C41-9FF0-489F1084E0DD}">
      <dgm:prSet phldrT="[Texte]" custT="1"/>
      <dgm:spPr/>
      <dgm:t>
        <a:bodyPr/>
        <a:lstStyle/>
        <a:p>
          <a:r>
            <a:rPr lang="fr-CA" sz="1700" kern="1200" dirty="0" err="1"/>
            <a:t>int</a:t>
          </a:r>
          <a:endParaRPr lang="fr-CA" sz="1700" kern="1200" dirty="0"/>
        </a:p>
      </dgm:t>
    </dgm:pt>
    <dgm:pt modelId="{292CB036-0F3D-FE4D-AD00-62E25E5AC893}" type="parTrans" cxnId="{BB21EE75-124C-A14B-BCED-F1EBA0D136B9}">
      <dgm:prSet/>
      <dgm:spPr/>
      <dgm:t>
        <a:bodyPr/>
        <a:lstStyle/>
        <a:p>
          <a:endParaRPr lang="fr-CA"/>
        </a:p>
      </dgm:t>
    </dgm:pt>
    <dgm:pt modelId="{BAE84123-FE19-5642-9F58-DEB0BB6D58E3}" type="sibTrans" cxnId="{BB21EE75-124C-A14B-BCED-F1EBA0D136B9}">
      <dgm:prSet/>
      <dgm:spPr/>
      <dgm:t>
        <a:bodyPr/>
        <a:lstStyle/>
        <a:p>
          <a:endParaRPr lang="fr-CA"/>
        </a:p>
      </dgm:t>
    </dgm:pt>
    <dgm:pt modelId="{FE4A5C22-55D5-6A4D-995E-A3D7C6B256E5}">
      <dgm:prSet phldrT="[Texte]" custT="1"/>
      <dgm:spPr/>
      <dgm:t>
        <a:bodyPr/>
        <a:lstStyle/>
        <a:p>
          <a:pPr marL="114300" lvl="1" indent="-114300" algn="l" defTabSz="622300">
            <a:lnSpc>
              <a:spcPct val="90000"/>
            </a:lnSpc>
            <a:spcBef>
              <a:spcPct val="0"/>
            </a:spcBef>
            <a:spcAft>
              <a:spcPct val="15000"/>
            </a:spcAft>
            <a:buChar char="•"/>
          </a:pPr>
          <a:r>
            <a:rPr lang="fr-CA" sz="1400" kern="1200" dirty="0">
              <a:latin typeface="Aptos" panose="02110004020202020204"/>
              <a:ea typeface="+mn-ea"/>
              <a:cs typeface="+mn-cs"/>
            </a:rPr>
            <a:t>Entier précision de 32 bits, entre - 2147483648(-2</a:t>
          </a:r>
          <a:r>
            <a:rPr lang="fr-CA" sz="1400" kern="1200" baseline="30000" dirty="0">
              <a:latin typeface="Aptos" panose="02110004020202020204"/>
              <a:ea typeface="+mn-ea"/>
              <a:cs typeface="+mn-cs"/>
            </a:rPr>
            <a:t>31</a:t>
          </a:r>
          <a:r>
            <a:rPr lang="fr-CA" sz="1400" kern="1200" dirty="0">
              <a:latin typeface="Aptos" panose="02110004020202020204"/>
              <a:ea typeface="+mn-ea"/>
              <a:cs typeface="+mn-cs"/>
            </a:rPr>
            <a:t>) et 2147483647(2</a:t>
          </a:r>
          <a:r>
            <a:rPr lang="fr-CA" sz="1400" kern="1200" baseline="30000" dirty="0">
              <a:latin typeface="Aptos" panose="02110004020202020204"/>
              <a:ea typeface="+mn-ea"/>
              <a:cs typeface="+mn-cs"/>
            </a:rPr>
            <a:t>31</a:t>
          </a:r>
          <a:r>
            <a:rPr lang="fr-CA" sz="1400" kern="1200" dirty="0">
              <a:latin typeface="Aptos" panose="02110004020202020204"/>
              <a:ea typeface="+mn-ea"/>
              <a:cs typeface="+mn-cs"/>
            </a:rPr>
            <a:t>-1)</a:t>
          </a:r>
        </a:p>
      </dgm:t>
    </dgm:pt>
    <dgm:pt modelId="{36DDF441-9E60-354F-B6A1-3D998F63BE98}" type="parTrans" cxnId="{05711B9C-7006-C642-AA55-AE4DE0169086}">
      <dgm:prSet/>
      <dgm:spPr/>
      <dgm:t>
        <a:bodyPr/>
        <a:lstStyle/>
        <a:p>
          <a:endParaRPr lang="fr-CA"/>
        </a:p>
      </dgm:t>
    </dgm:pt>
    <dgm:pt modelId="{77F55546-9222-9848-B47C-57C52A9E0C52}" type="sibTrans" cxnId="{05711B9C-7006-C642-AA55-AE4DE0169086}">
      <dgm:prSet/>
      <dgm:spPr/>
      <dgm:t>
        <a:bodyPr/>
        <a:lstStyle/>
        <a:p>
          <a:endParaRPr lang="fr-CA"/>
        </a:p>
      </dgm:t>
    </dgm:pt>
    <dgm:pt modelId="{C6D42AFA-8FBD-C543-A99C-935388CAD0FD}">
      <dgm:prSet phldrT="[Texte]" custT="1"/>
      <dgm:spPr/>
      <dgm:t>
        <a:bodyPr/>
        <a:lstStyle/>
        <a:p>
          <a:r>
            <a:rPr lang="fr-CA" sz="1700" kern="1200" dirty="0" err="1"/>
            <a:t>float</a:t>
          </a:r>
          <a:endParaRPr lang="fr-CA" sz="1700" kern="1200" dirty="0"/>
        </a:p>
      </dgm:t>
    </dgm:pt>
    <dgm:pt modelId="{0444B541-7CA4-3B4D-8710-3AF8EFD202A8}" type="parTrans" cxnId="{8140481A-E070-EC4F-BAF3-34806FB973B9}">
      <dgm:prSet/>
      <dgm:spPr/>
      <dgm:t>
        <a:bodyPr/>
        <a:lstStyle/>
        <a:p>
          <a:endParaRPr lang="fr-CA"/>
        </a:p>
      </dgm:t>
    </dgm:pt>
    <dgm:pt modelId="{01B4FB82-F388-A549-AB80-E951CDC12975}" type="sibTrans" cxnId="{8140481A-E070-EC4F-BAF3-34806FB973B9}">
      <dgm:prSet/>
      <dgm:spPr/>
      <dgm:t>
        <a:bodyPr/>
        <a:lstStyle/>
        <a:p>
          <a:endParaRPr lang="fr-CA"/>
        </a:p>
      </dgm:t>
    </dgm:pt>
    <dgm:pt modelId="{CFDC36F4-C6E7-D04D-8EBA-0F4A040720B9}">
      <dgm:prSet phldrT="[Texte]" custT="1"/>
      <dgm:spPr/>
      <dgm:t>
        <a:bodyPr/>
        <a:lstStyle/>
        <a:p>
          <a:r>
            <a:rPr lang="fr-CA" sz="1700" kern="1200" dirty="0"/>
            <a:t>long</a:t>
          </a:r>
        </a:p>
      </dgm:t>
    </dgm:pt>
    <dgm:pt modelId="{1B4CA61E-36EA-5343-B419-12C6FEFC07B1}" type="parTrans" cxnId="{47C694AB-F329-1843-ADDB-4D118BC40A82}">
      <dgm:prSet/>
      <dgm:spPr/>
      <dgm:t>
        <a:bodyPr/>
        <a:lstStyle/>
        <a:p>
          <a:endParaRPr lang="fr-CA"/>
        </a:p>
      </dgm:t>
    </dgm:pt>
    <dgm:pt modelId="{AE125EFF-F31A-8044-A4F7-BE9C5260B069}" type="sibTrans" cxnId="{47C694AB-F329-1843-ADDB-4D118BC40A82}">
      <dgm:prSet/>
      <dgm:spPr/>
      <dgm:t>
        <a:bodyPr/>
        <a:lstStyle/>
        <a:p>
          <a:endParaRPr lang="fr-CA"/>
        </a:p>
      </dgm:t>
    </dgm:pt>
    <dgm:pt modelId="{140CCF5D-51C3-5B4C-ADDD-E31AB564FF08}">
      <dgm:prSet phldrT="[Texte]" custT="1"/>
      <dgm:spPr/>
      <dgm:t>
        <a:bodyPr/>
        <a:lstStyle/>
        <a:p>
          <a:r>
            <a:rPr lang="fr-CA" sz="1400" kern="1200"/>
            <a:t>Entier précision de 64bits, entre -9223036854775808 (-2</a:t>
          </a:r>
          <a:r>
            <a:rPr lang="fr-CA" sz="1400" kern="1200" baseline="30000"/>
            <a:t>63</a:t>
          </a:r>
          <a:r>
            <a:rPr lang="fr-CA" sz="1400" kern="1200"/>
            <a:t>) et 9223372036854775807 (2</a:t>
          </a:r>
          <a:r>
            <a:rPr lang="fr-CA" sz="1400" kern="1200" baseline="30000">
              <a:latin typeface="Aptos" panose="02110004020202020204"/>
              <a:ea typeface="+mn-ea"/>
              <a:cs typeface="+mn-cs"/>
            </a:rPr>
            <a:t>63</a:t>
          </a:r>
          <a:r>
            <a:rPr lang="fr-CA" sz="1400" kern="1200"/>
            <a:t>-1)</a:t>
          </a:r>
          <a:endParaRPr lang="fr-CA" sz="1400" kern="1200" dirty="0"/>
        </a:p>
      </dgm:t>
    </dgm:pt>
    <dgm:pt modelId="{3003102C-D81E-614D-A9CB-4F2C127D257B}" type="parTrans" cxnId="{D209B1F1-B628-5C40-824E-414CD7B01B0D}">
      <dgm:prSet/>
      <dgm:spPr/>
      <dgm:t>
        <a:bodyPr/>
        <a:lstStyle/>
        <a:p>
          <a:endParaRPr lang="fr-CA"/>
        </a:p>
      </dgm:t>
    </dgm:pt>
    <dgm:pt modelId="{D87244B6-1048-4749-A61A-2F3E940DB631}" type="sibTrans" cxnId="{D209B1F1-B628-5C40-824E-414CD7B01B0D}">
      <dgm:prSet/>
      <dgm:spPr/>
      <dgm:t>
        <a:bodyPr/>
        <a:lstStyle/>
        <a:p>
          <a:endParaRPr lang="fr-CA"/>
        </a:p>
      </dgm:t>
    </dgm:pt>
    <dgm:pt modelId="{92B1AF68-35FD-8844-8196-1E6439662A4A}">
      <dgm:prSet phldrT="[Texte]" custT="1"/>
      <dgm:spPr/>
      <dgm:t>
        <a:bodyPr/>
        <a:lstStyle/>
        <a:p>
          <a:r>
            <a:rPr lang="fr-CA" sz="1400" kern="1200"/>
            <a:t>nombre à virgule flottante précision 32 bits selon le code IEEE 754-1985, entre -3,4*10</a:t>
          </a:r>
          <a:r>
            <a:rPr lang="fr-CA" sz="1400" kern="1200" baseline="30000"/>
            <a:t>38</a:t>
          </a:r>
          <a:r>
            <a:rPr lang="fr-CA" sz="1400" kern="1200"/>
            <a:t> et 3,4*10</a:t>
          </a:r>
          <a:r>
            <a:rPr lang="fr-CA" sz="1400" kern="1200" baseline="30000"/>
            <a:t>3</a:t>
          </a:r>
          <a:r>
            <a:rPr lang="fr-CA" sz="1400" kern="1200" baseline="30000">
              <a:latin typeface="Aptos" panose="02110004020202020204"/>
              <a:ea typeface="+mn-ea"/>
              <a:cs typeface="+mn-cs"/>
            </a:rPr>
            <a:t>8</a:t>
          </a:r>
          <a:endParaRPr lang="fr-CA" sz="1400" kern="1200" baseline="30000" dirty="0">
            <a:latin typeface="Aptos" panose="02110004020202020204"/>
            <a:ea typeface="+mn-ea"/>
            <a:cs typeface="+mn-cs"/>
          </a:endParaRPr>
        </a:p>
      </dgm:t>
    </dgm:pt>
    <dgm:pt modelId="{644117A2-CBE4-1245-A519-DF019DB787F8}" type="parTrans" cxnId="{4838B6B5-831B-9547-8AFA-1CACBA370C05}">
      <dgm:prSet/>
      <dgm:spPr/>
      <dgm:t>
        <a:bodyPr/>
        <a:lstStyle/>
        <a:p>
          <a:endParaRPr lang="fr-CA"/>
        </a:p>
      </dgm:t>
    </dgm:pt>
    <dgm:pt modelId="{D988C3DE-7D55-0F49-9F97-E59A558EBD97}" type="sibTrans" cxnId="{4838B6B5-831B-9547-8AFA-1CACBA370C05}">
      <dgm:prSet/>
      <dgm:spPr/>
      <dgm:t>
        <a:bodyPr/>
        <a:lstStyle/>
        <a:p>
          <a:endParaRPr lang="fr-CA"/>
        </a:p>
      </dgm:t>
    </dgm:pt>
    <dgm:pt modelId="{84E8F799-0374-AF43-94C5-4F5044CD93C1}">
      <dgm:prSet phldrT="[Texte]" custT="1"/>
      <dgm:spPr/>
      <dgm:t>
        <a:bodyPr/>
        <a:lstStyle/>
        <a:p>
          <a:r>
            <a:rPr lang="fr-CA" sz="1700" kern="1200">
              <a:latin typeface="Aptos" panose="02110004020202020204"/>
              <a:ea typeface="+mn-ea"/>
              <a:cs typeface="+mn-cs"/>
            </a:rPr>
            <a:t>double</a:t>
          </a:r>
          <a:endParaRPr lang="fr-CA" sz="1700" kern="1200" dirty="0">
            <a:latin typeface="Aptos" panose="02110004020202020204"/>
            <a:ea typeface="+mn-ea"/>
            <a:cs typeface="+mn-cs"/>
          </a:endParaRPr>
        </a:p>
      </dgm:t>
    </dgm:pt>
    <dgm:pt modelId="{B6318D9C-8674-0046-918B-028736729D32}" type="parTrans" cxnId="{121D7458-3A4C-604B-854F-F92486576034}">
      <dgm:prSet/>
      <dgm:spPr/>
      <dgm:t>
        <a:bodyPr/>
        <a:lstStyle/>
        <a:p>
          <a:endParaRPr lang="fr-CA"/>
        </a:p>
      </dgm:t>
    </dgm:pt>
    <dgm:pt modelId="{42568933-C747-7446-AE63-A7FC4E8F4B3D}" type="sibTrans" cxnId="{121D7458-3A4C-604B-854F-F92486576034}">
      <dgm:prSet/>
      <dgm:spPr/>
      <dgm:t>
        <a:bodyPr/>
        <a:lstStyle/>
        <a:p>
          <a:endParaRPr lang="fr-CA"/>
        </a:p>
      </dgm:t>
    </dgm:pt>
    <dgm:pt modelId="{9619F764-0941-7940-8779-4507D7EA8C38}">
      <dgm:prSet phldrT="[Texte]" custT="1"/>
      <dgm:spPr/>
      <dgm:t>
        <a:bodyPr/>
        <a:lstStyle/>
        <a:p>
          <a:r>
            <a:rPr lang="fr-CA" sz="1400" kern="1200" baseline="0" dirty="0">
              <a:latin typeface="Aptos" panose="02110004020202020204"/>
              <a:ea typeface="+mn-ea"/>
              <a:cs typeface="+mn-cs"/>
            </a:rPr>
            <a:t>Nombre à virgule flottante précision de 64 bits IEEE 754-1085, entre -1,7*10</a:t>
          </a:r>
          <a:r>
            <a:rPr lang="fr-CA" sz="1400" kern="1200" baseline="30000" dirty="0">
              <a:latin typeface="Aptos" panose="02110004020202020204"/>
              <a:ea typeface="+mn-ea"/>
              <a:cs typeface="+mn-cs"/>
            </a:rPr>
            <a:t>308</a:t>
          </a:r>
          <a:r>
            <a:rPr lang="fr-CA" sz="1400" kern="1200" baseline="0" dirty="0">
              <a:latin typeface="Aptos" panose="02110004020202020204"/>
              <a:ea typeface="+mn-ea"/>
              <a:cs typeface="+mn-cs"/>
            </a:rPr>
            <a:t> et 1,7*10</a:t>
          </a:r>
          <a:r>
            <a:rPr lang="fr-CA" sz="1400" kern="1200" baseline="30000" dirty="0">
              <a:latin typeface="Aptos" panose="02110004020202020204"/>
              <a:ea typeface="+mn-ea"/>
              <a:cs typeface="+mn-cs"/>
            </a:rPr>
            <a:t>308</a:t>
          </a:r>
        </a:p>
      </dgm:t>
    </dgm:pt>
    <dgm:pt modelId="{2DACB29B-0726-A648-A7E1-CD07A9E99F53}" type="parTrans" cxnId="{099A9E6B-3E48-4541-877C-3E5528445484}">
      <dgm:prSet/>
      <dgm:spPr/>
      <dgm:t>
        <a:bodyPr/>
        <a:lstStyle/>
        <a:p>
          <a:endParaRPr lang="fr-CA"/>
        </a:p>
      </dgm:t>
    </dgm:pt>
    <dgm:pt modelId="{8FF70C47-68D4-DA44-BA0E-9515689D8AA5}" type="sibTrans" cxnId="{099A9E6B-3E48-4541-877C-3E5528445484}">
      <dgm:prSet/>
      <dgm:spPr/>
      <dgm:t>
        <a:bodyPr/>
        <a:lstStyle/>
        <a:p>
          <a:endParaRPr lang="fr-CA"/>
        </a:p>
      </dgm:t>
    </dgm:pt>
    <dgm:pt modelId="{35AB944A-DD5B-6D43-BB42-4063F9A76DAE}" type="pres">
      <dgm:prSet presAssocID="{F07279B1-49CA-1F40-84E9-B2E5CEA05D33}" presName="Name0" presStyleCnt="0">
        <dgm:presLayoutVars>
          <dgm:dir/>
          <dgm:animLvl val="lvl"/>
          <dgm:resizeHandles val="exact"/>
        </dgm:presLayoutVars>
      </dgm:prSet>
      <dgm:spPr/>
    </dgm:pt>
    <dgm:pt modelId="{46DEC517-E040-DC48-A04F-8F74678255D2}" type="pres">
      <dgm:prSet presAssocID="{D9EA9EF8-7190-4441-A662-E7029D9D212F}" presName="linNode" presStyleCnt="0"/>
      <dgm:spPr/>
    </dgm:pt>
    <dgm:pt modelId="{F67A74BA-3AAD-5447-B848-3552184C6F0B}" type="pres">
      <dgm:prSet presAssocID="{D9EA9EF8-7190-4441-A662-E7029D9D212F}" presName="parentText" presStyleLbl="node1" presStyleIdx="0" presStyleCnt="8">
        <dgm:presLayoutVars>
          <dgm:chMax val="1"/>
          <dgm:bulletEnabled val="1"/>
        </dgm:presLayoutVars>
      </dgm:prSet>
      <dgm:spPr/>
    </dgm:pt>
    <dgm:pt modelId="{879F834E-2F8A-4A49-BD56-A166BFB6EB2A}" type="pres">
      <dgm:prSet presAssocID="{D9EA9EF8-7190-4441-A662-E7029D9D212F}" presName="descendantText" presStyleLbl="alignAccFollowNode1" presStyleIdx="0" presStyleCnt="8">
        <dgm:presLayoutVars>
          <dgm:bulletEnabled val="1"/>
        </dgm:presLayoutVars>
      </dgm:prSet>
      <dgm:spPr/>
    </dgm:pt>
    <dgm:pt modelId="{AD26E9FE-BF8B-D049-ABF3-4EB3018AE92E}" type="pres">
      <dgm:prSet presAssocID="{11D498A9-24D5-C743-9235-02885D77FD56}" presName="sp" presStyleCnt="0"/>
      <dgm:spPr/>
    </dgm:pt>
    <dgm:pt modelId="{6BB0682F-DFB4-C043-8148-7D67FF4C0E0D}" type="pres">
      <dgm:prSet presAssocID="{7F29A2D0-24AA-0D4A-8DE2-A4C1560B04F1}" presName="linNode" presStyleCnt="0"/>
      <dgm:spPr/>
    </dgm:pt>
    <dgm:pt modelId="{B292D44A-A8E8-A342-B48D-BE334BC10E53}" type="pres">
      <dgm:prSet presAssocID="{7F29A2D0-24AA-0D4A-8DE2-A4C1560B04F1}" presName="parentText" presStyleLbl="node1" presStyleIdx="1" presStyleCnt="8">
        <dgm:presLayoutVars>
          <dgm:chMax val="1"/>
          <dgm:bulletEnabled val="1"/>
        </dgm:presLayoutVars>
      </dgm:prSet>
      <dgm:spPr/>
    </dgm:pt>
    <dgm:pt modelId="{933C1F65-1981-4544-A3BC-1A36B7265DFD}" type="pres">
      <dgm:prSet presAssocID="{7F29A2D0-24AA-0D4A-8DE2-A4C1560B04F1}" presName="descendantText" presStyleLbl="alignAccFollowNode1" presStyleIdx="1" presStyleCnt="8">
        <dgm:presLayoutVars>
          <dgm:bulletEnabled val="1"/>
        </dgm:presLayoutVars>
      </dgm:prSet>
      <dgm:spPr/>
    </dgm:pt>
    <dgm:pt modelId="{BB9D781A-992B-A240-BEBC-7D1ED0144BE2}" type="pres">
      <dgm:prSet presAssocID="{E269B428-EEE2-5941-943B-66C266AD57BD}" presName="sp" presStyleCnt="0"/>
      <dgm:spPr/>
    </dgm:pt>
    <dgm:pt modelId="{AC5D86F1-A60E-1540-BCBB-DF693E43DD0B}" type="pres">
      <dgm:prSet presAssocID="{27825C39-6A49-0946-AC2A-2F8CE277011B}" presName="linNode" presStyleCnt="0"/>
      <dgm:spPr/>
    </dgm:pt>
    <dgm:pt modelId="{53FC6D84-49AF-8E4A-85A5-61E27EFA65E9}" type="pres">
      <dgm:prSet presAssocID="{27825C39-6A49-0946-AC2A-2F8CE277011B}" presName="parentText" presStyleLbl="node1" presStyleIdx="2" presStyleCnt="8">
        <dgm:presLayoutVars>
          <dgm:chMax val="1"/>
          <dgm:bulletEnabled val="1"/>
        </dgm:presLayoutVars>
      </dgm:prSet>
      <dgm:spPr/>
    </dgm:pt>
    <dgm:pt modelId="{165D0924-5C60-A34A-B74A-45117CB426CA}" type="pres">
      <dgm:prSet presAssocID="{27825C39-6A49-0946-AC2A-2F8CE277011B}" presName="descendantText" presStyleLbl="alignAccFollowNode1" presStyleIdx="2" presStyleCnt="8">
        <dgm:presLayoutVars>
          <dgm:bulletEnabled val="1"/>
        </dgm:presLayoutVars>
      </dgm:prSet>
      <dgm:spPr/>
    </dgm:pt>
    <dgm:pt modelId="{309EEBDD-2D1B-F848-B65B-EBF0C4404DB5}" type="pres">
      <dgm:prSet presAssocID="{6C8094CC-A55D-E743-9FAB-A27968A9C3D4}" presName="sp" presStyleCnt="0"/>
      <dgm:spPr/>
    </dgm:pt>
    <dgm:pt modelId="{3AF9648D-572A-164C-91CE-6264B2B0AAA8}" type="pres">
      <dgm:prSet presAssocID="{D0E89CA5-1BBA-BF42-98C4-C97713591FE9}" presName="linNode" presStyleCnt="0"/>
      <dgm:spPr/>
    </dgm:pt>
    <dgm:pt modelId="{80BEDB05-E340-594B-8E92-703E7A019783}" type="pres">
      <dgm:prSet presAssocID="{D0E89CA5-1BBA-BF42-98C4-C97713591FE9}" presName="parentText" presStyleLbl="node1" presStyleIdx="3" presStyleCnt="8">
        <dgm:presLayoutVars>
          <dgm:chMax val="1"/>
          <dgm:bulletEnabled val="1"/>
        </dgm:presLayoutVars>
      </dgm:prSet>
      <dgm:spPr/>
    </dgm:pt>
    <dgm:pt modelId="{92493579-9476-F246-A1CD-72AFDEA9932C}" type="pres">
      <dgm:prSet presAssocID="{D0E89CA5-1BBA-BF42-98C4-C97713591FE9}" presName="descendantText" presStyleLbl="alignAccFollowNode1" presStyleIdx="3" presStyleCnt="8">
        <dgm:presLayoutVars>
          <dgm:bulletEnabled val="1"/>
        </dgm:presLayoutVars>
      </dgm:prSet>
      <dgm:spPr/>
    </dgm:pt>
    <dgm:pt modelId="{768CACE8-6A71-A442-B517-BF08D52CBF55}" type="pres">
      <dgm:prSet presAssocID="{2D392BF2-0C3B-BE47-BFD5-15DA39009F98}" presName="sp" presStyleCnt="0"/>
      <dgm:spPr/>
    </dgm:pt>
    <dgm:pt modelId="{763C2494-BEE7-AB44-8627-2F9CF561DE39}" type="pres">
      <dgm:prSet presAssocID="{B8A4E8AD-D251-8C41-9FF0-489F1084E0DD}" presName="linNode" presStyleCnt="0"/>
      <dgm:spPr/>
    </dgm:pt>
    <dgm:pt modelId="{232E7465-93C6-CD43-B8AA-9194810B90F0}" type="pres">
      <dgm:prSet presAssocID="{B8A4E8AD-D251-8C41-9FF0-489F1084E0DD}" presName="parentText" presStyleLbl="node1" presStyleIdx="4" presStyleCnt="8">
        <dgm:presLayoutVars>
          <dgm:chMax val="1"/>
          <dgm:bulletEnabled val="1"/>
        </dgm:presLayoutVars>
      </dgm:prSet>
      <dgm:spPr/>
    </dgm:pt>
    <dgm:pt modelId="{1A22AF87-69FE-ED4D-B454-796102D17FC9}" type="pres">
      <dgm:prSet presAssocID="{B8A4E8AD-D251-8C41-9FF0-489F1084E0DD}" presName="descendantText" presStyleLbl="alignAccFollowNode1" presStyleIdx="4" presStyleCnt="8">
        <dgm:presLayoutVars>
          <dgm:bulletEnabled val="1"/>
        </dgm:presLayoutVars>
      </dgm:prSet>
      <dgm:spPr/>
    </dgm:pt>
    <dgm:pt modelId="{9FD940A7-AFB4-A046-94CF-9A2E0E77DF67}" type="pres">
      <dgm:prSet presAssocID="{BAE84123-FE19-5642-9F58-DEB0BB6D58E3}" presName="sp" presStyleCnt="0"/>
      <dgm:spPr/>
    </dgm:pt>
    <dgm:pt modelId="{30BCBACD-D4F1-A74B-9FD9-904B3AD56749}" type="pres">
      <dgm:prSet presAssocID="{CFDC36F4-C6E7-D04D-8EBA-0F4A040720B9}" presName="linNode" presStyleCnt="0"/>
      <dgm:spPr/>
    </dgm:pt>
    <dgm:pt modelId="{E05625D0-A90A-5A41-90F7-A37266F8F18F}" type="pres">
      <dgm:prSet presAssocID="{CFDC36F4-C6E7-D04D-8EBA-0F4A040720B9}" presName="parentText" presStyleLbl="node1" presStyleIdx="5" presStyleCnt="8">
        <dgm:presLayoutVars>
          <dgm:chMax val="1"/>
          <dgm:bulletEnabled val="1"/>
        </dgm:presLayoutVars>
      </dgm:prSet>
      <dgm:spPr/>
    </dgm:pt>
    <dgm:pt modelId="{C5DF0A25-FA14-DE4E-9F64-FB51DA73F372}" type="pres">
      <dgm:prSet presAssocID="{CFDC36F4-C6E7-D04D-8EBA-0F4A040720B9}" presName="descendantText" presStyleLbl="alignAccFollowNode1" presStyleIdx="5" presStyleCnt="8">
        <dgm:presLayoutVars>
          <dgm:bulletEnabled val="1"/>
        </dgm:presLayoutVars>
      </dgm:prSet>
      <dgm:spPr/>
    </dgm:pt>
    <dgm:pt modelId="{ABDFCC61-4D54-6E4B-B825-2DA4A3BE8C77}" type="pres">
      <dgm:prSet presAssocID="{AE125EFF-F31A-8044-A4F7-BE9C5260B069}" presName="sp" presStyleCnt="0"/>
      <dgm:spPr/>
    </dgm:pt>
    <dgm:pt modelId="{3C959D85-AEAC-D94A-8F50-BCD35D0ED7E4}" type="pres">
      <dgm:prSet presAssocID="{C6D42AFA-8FBD-C543-A99C-935388CAD0FD}" presName="linNode" presStyleCnt="0"/>
      <dgm:spPr/>
    </dgm:pt>
    <dgm:pt modelId="{8CCB2873-D38A-1440-9624-8ECC6B626B7B}" type="pres">
      <dgm:prSet presAssocID="{C6D42AFA-8FBD-C543-A99C-935388CAD0FD}" presName="parentText" presStyleLbl="node1" presStyleIdx="6" presStyleCnt="8">
        <dgm:presLayoutVars>
          <dgm:chMax val="1"/>
          <dgm:bulletEnabled val="1"/>
        </dgm:presLayoutVars>
      </dgm:prSet>
      <dgm:spPr/>
    </dgm:pt>
    <dgm:pt modelId="{DF9102B8-BCB4-104B-B937-02F504A0EF2A}" type="pres">
      <dgm:prSet presAssocID="{C6D42AFA-8FBD-C543-A99C-935388CAD0FD}" presName="descendantText" presStyleLbl="alignAccFollowNode1" presStyleIdx="6" presStyleCnt="8">
        <dgm:presLayoutVars>
          <dgm:bulletEnabled val="1"/>
        </dgm:presLayoutVars>
      </dgm:prSet>
      <dgm:spPr/>
    </dgm:pt>
    <dgm:pt modelId="{3233B001-4680-434D-87BF-5FA6800FA797}" type="pres">
      <dgm:prSet presAssocID="{01B4FB82-F388-A549-AB80-E951CDC12975}" presName="sp" presStyleCnt="0"/>
      <dgm:spPr/>
    </dgm:pt>
    <dgm:pt modelId="{02964F04-05B7-9948-8F89-EF440CF8D8A6}" type="pres">
      <dgm:prSet presAssocID="{84E8F799-0374-AF43-94C5-4F5044CD93C1}" presName="linNode" presStyleCnt="0"/>
      <dgm:spPr/>
    </dgm:pt>
    <dgm:pt modelId="{AEA9DCD4-47B1-F54F-AE68-EF1089A5A109}" type="pres">
      <dgm:prSet presAssocID="{84E8F799-0374-AF43-94C5-4F5044CD93C1}" presName="parentText" presStyleLbl="node1" presStyleIdx="7" presStyleCnt="8">
        <dgm:presLayoutVars>
          <dgm:chMax val="1"/>
          <dgm:bulletEnabled val="1"/>
        </dgm:presLayoutVars>
      </dgm:prSet>
      <dgm:spPr/>
    </dgm:pt>
    <dgm:pt modelId="{26AC1B77-3939-834D-9042-2A79553FFA9F}" type="pres">
      <dgm:prSet presAssocID="{84E8F799-0374-AF43-94C5-4F5044CD93C1}" presName="descendantText" presStyleLbl="alignAccFollowNode1" presStyleIdx="7" presStyleCnt="8">
        <dgm:presLayoutVars>
          <dgm:bulletEnabled val="1"/>
        </dgm:presLayoutVars>
      </dgm:prSet>
      <dgm:spPr/>
    </dgm:pt>
  </dgm:ptLst>
  <dgm:cxnLst>
    <dgm:cxn modelId="{24E90B00-C91C-7840-ADDF-E1F9085A77CE}" srcId="{F07279B1-49CA-1F40-84E9-B2E5CEA05D33}" destId="{D9EA9EF8-7190-4441-A662-E7029D9D212F}" srcOrd="0" destOrd="0" parTransId="{48806B81-195D-6440-A69C-8EF2EC8AC524}" sibTransId="{11D498A9-24D5-C743-9235-02885D77FD56}"/>
    <dgm:cxn modelId="{9B795007-AD3D-C64A-97AC-41CA229A0AAA}" type="presOf" srcId="{D9EA9EF8-7190-4441-A662-E7029D9D212F}" destId="{F67A74BA-3AAD-5447-B848-3552184C6F0B}" srcOrd="0" destOrd="0" presId="urn:microsoft.com/office/officeart/2005/8/layout/vList5"/>
    <dgm:cxn modelId="{7E9E070D-FA8D-5348-AC67-EC7466044093}" srcId="{D0E89CA5-1BBA-BF42-98C4-C97713591FE9}" destId="{6B2CD8A9-3B19-644E-AEEE-5E2047CE44C9}" srcOrd="0" destOrd="0" parTransId="{B102E8F5-FCE0-F146-A70E-1361F869BEF5}" sibTransId="{166B325C-EAD3-5C44-846C-03D82F0C950F}"/>
    <dgm:cxn modelId="{8E8E0F0F-FA9C-F748-B554-0C0D7B8F54C7}" srcId="{27825C39-6A49-0946-AC2A-2F8CE277011B}" destId="{7730B541-0E8C-444E-BFA7-F409A71A5030}" srcOrd="0" destOrd="0" parTransId="{C6246F42-25A8-4540-B0CB-A8FCD8BE1C09}" sibTransId="{1B3B1D8F-7F77-0140-B276-63843BF081BC}"/>
    <dgm:cxn modelId="{3AB58915-8172-3E4A-9E45-138EDC34C156}" type="presOf" srcId="{92B1AF68-35FD-8844-8196-1E6439662A4A}" destId="{DF9102B8-BCB4-104B-B937-02F504A0EF2A}" srcOrd="0" destOrd="0" presId="urn:microsoft.com/office/officeart/2005/8/layout/vList5"/>
    <dgm:cxn modelId="{F5204119-A0F4-8A46-9B6B-6648848E8F61}" type="presOf" srcId="{6B2CD8A9-3B19-644E-AEEE-5E2047CE44C9}" destId="{92493579-9476-F246-A1CD-72AFDEA9932C}" srcOrd="0" destOrd="0" presId="urn:microsoft.com/office/officeart/2005/8/layout/vList5"/>
    <dgm:cxn modelId="{8140481A-E070-EC4F-BAF3-34806FB973B9}" srcId="{F07279B1-49CA-1F40-84E9-B2E5CEA05D33}" destId="{C6D42AFA-8FBD-C543-A99C-935388CAD0FD}" srcOrd="6" destOrd="0" parTransId="{0444B541-7CA4-3B4D-8710-3AF8EFD202A8}" sibTransId="{01B4FB82-F388-A549-AB80-E951CDC12975}"/>
    <dgm:cxn modelId="{71BC6224-B1EA-8A4F-AC89-99E113F4FE20}" type="presOf" srcId="{F07279B1-49CA-1F40-84E9-B2E5CEA05D33}" destId="{35AB944A-DD5B-6D43-BB42-4063F9A76DAE}" srcOrd="0" destOrd="0" presId="urn:microsoft.com/office/officeart/2005/8/layout/vList5"/>
    <dgm:cxn modelId="{24B28326-9357-C742-8405-4F2EE3CA8944}" srcId="{F07279B1-49CA-1F40-84E9-B2E5CEA05D33}" destId="{D0E89CA5-1BBA-BF42-98C4-C97713591FE9}" srcOrd="3" destOrd="0" parTransId="{0B5C3F5E-E067-6541-AFED-44136C96E01B}" sibTransId="{2D392BF2-0C3B-BE47-BFD5-15DA39009F98}"/>
    <dgm:cxn modelId="{121D7458-3A4C-604B-854F-F92486576034}" srcId="{F07279B1-49CA-1F40-84E9-B2E5CEA05D33}" destId="{84E8F799-0374-AF43-94C5-4F5044CD93C1}" srcOrd="7" destOrd="0" parTransId="{B6318D9C-8674-0046-918B-028736729D32}" sibTransId="{42568933-C747-7446-AE63-A7FC4E8F4B3D}"/>
    <dgm:cxn modelId="{099A9E6B-3E48-4541-877C-3E5528445484}" srcId="{84E8F799-0374-AF43-94C5-4F5044CD93C1}" destId="{9619F764-0941-7940-8779-4507D7EA8C38}" srcOrd="0" destOrd="0" parTransId="{2DACB29B-0726-A648-A7E1-CD07A9E99F53}" sibTransId="{8FF70C47-68D4-DA44-BA0E-9515689D8AA5}"/>
    <dgm:cxn modelId="{3CA3116D-BE39-EA44-90D3-998924AA2734}" type="presOf" srcId="{84E8F799-0374-AF43-94C5-4F5044CD93C1}" destId="{AEA9DCD4-47B1-F54F-AE68-EF1089A5A109}" srcOrd="0" destOrd="0" presId="urn:microsoft.com/office/officeart/2005/8/layout/vList5"/>
    <dgm:cxn modelId="{BB21EE75-124C-A14B-BCED-F1EBA0D136B9}" srcId="{F07279B1-49CA-1F40-84E9-B2E5CEA05D33}" destId="{B8A4E8AD-D251-8C41-9FF0-489F1084E0DD}" srcOrd="4" destOrd="0" parTransId="{292CB036-0F3D-FE4D-AD00-62E25E5AC893}" sibTransId="{BAE84123-FE19-5642-9F58-DEB0BB6D58E3}"/>
    <dgm:cxn modelId="{1BBA0B83-085B-9241-ABC8-050293A018EA}" type="presOf" srcId="{140CCF5D-51C3-5B4C-ADDD-E31AB564FF08}" destId="{C5DF0A25-FA14-DE4E-9F64-FB51DA73F372}" srcOrd="0" destOrd="0" presId="urn:microsoft.com/office/officeart/2005/8/layout/vList5"/>
    <dgm:cxn modelId="{2D21BC87-A5BA-6240-8F08-54DA60CBE0F9}" srcId="{D9EA9EF8-7190-4441-A662-E7029D9D212F}" destId="{71CC9337-A059-2A44-86FC-90D00141DA73}" srcOrd="0" destOrd="0" parTransId="{8F905594-D56B-B746-9A50-151E2CBC49D9}" sibTransId="{DB02A21F-4A7B-4449-9936-A773E54E800A}"/>
    <dgm:cxn modelId="{93BF4097-2719-2040-AE5A-63CD1AE2AB2A}" type="presOf" srcId="{CFDC36F4-C6E7-D04D-8EBA-0F4A040720B9}" destId="{E05625D0-A90A-5A41-90F7-A37266F8F18F}" srcOrd="0" destOrd="0" presId="urn:microsoft.com/office/officeart/2005/8/layout/vList5"/>
    <dgm:cxn modelId="{B69AC69B-9334-364B-942B-0574CC5F1845}" srcId="{7F29A2D0-24AA-0D4A-8DE2-A4C1560B04F1}" destId="{A8F86F81-E7BD-964A-8E03-A88DE1F73781}" srcOrd="0" destOrd="0" parTransId="{969AEC86-FE2D-8A44-90D3-A8D6C06D9D5C}" sibTransId="{A27C8DD6-6831-6846-AE6E-BB789E64825D}"/>
    <dgm:cxn modelId="{05711B9C-7006-C642-AA55-AE4DE0169086}" srcId="{B8A4E8AD-D251-8C41-9FF0-489F1084E0DD}" destId="{FE4A5C22-55D5-6A4D-995E-A3D7C6B256E5}" srcOrd="0" destOrd="0" parTransId="{36DDF441-9E60-354F-B6A1-3D998F63BE98}" sibTransId="{77F55546-9222-9848-B47C-57C52A9E0C52}"/>
    <dgm:cxn modelId="{0C07FAA0-7ABB-174A-973B-BA0C78695CA1}" srcId="{F07279B1-49CA-1F40-84E9-B2E5CEA05D33}" destId="{7F29A2D0-24AA-0D4A-8DE2-A4C1560B04F1}" srcOrd="1" destOrd="0" parTransId="{0E252243-D2F0-124F-8E15-4D05A0C8168C}" sibTransId="{E269B428-EEE2-5941-943B-66C266AD57BD}"/>
    <dgm:cxn modelId="{47C694AB-F329-1843-ADDB-4D118BC40A82}" srcId="{F07279B1-49CA-1F40-84E9-B2E5CEA05D33}" destId="{CFDC36F4-C6E7-D04D-8EBA-0F4A040720B9}" srcOrd="5" destOrd="0" parTransId="{1B4CA61E-36EA-5343-B419-12C6FEFC07B1}" sibTransId="{AE125EFF-F31A-8044-A4F7-BE9C5260B069}"/>
    <dgm:cxn modelId="{1F036AAC-778A-D94D-B888-2DD322A8297D}" type="presOf" srcId="{71CC9337-A059-2A44-86FC-90D00141DA73}" destId="{879F834E-2F8A-4A49-BD56-A166BFB6EB2A}" srcOrd="0" destOrd="0" presId="urn:microsoft.com/office/officeart/2005/8/layout/vList5"/>
    <dgm:cxn modelId="{5FBC0EB0-A60F-2C4C-99BA-916433CC32BE}" type="presOf" srcId="{7730B541-0E8C-444E-BFA7-F409A71A5030}" destId="{165D0924-5C60-A34A-B74A-45117CB426CA}" srcOrd="0" destOrd="0" presId="urn:microsoft.com/office/officeart/2005/8/layout/vList5"/>
    <dgm:cxn modelId="{333855B0-91BF-D048-ACB3-B4941C9F1869}" type="presOf" srcId="{7F29A2D0-24AA-0D4A-8DE2-A4C1560B04F1}" destId="{B292D44A-A8E8-A342-B48D-BE334BC10E53}" srcOrd="0" destOrd="0" presId="urn:microsoft.com/office/officeart/2005/8/layout/vList5"/>
    <dgm:cxn modelId="{4838B6B5-831B-9547-8AFA-1CACBA370C05}" srcId="{C6D42AFA-8FBD-C543-A99C-935388CAD0FD}" destId="{92B1AF68-35FD-8844-8196-1E6439662A4A}" srcOrd="0" destOrd="0" parTransId="{644117A2-CBE4-1245-A519-DF019DB787F8}" sibTransId="{D988C3DE-7D55-0F49-9F97-E59A558EBD97}"/>
    <dgm:cxn modelId="{B24179B7-8919-6842-874C-FEF938DCAA81}" type="presOf" srcId="{B8A4E8AD-D251-8C41-9FF0-489F1084E0DD}" destId="{232E7465-93C6-CD43-B8AA-9194810B90F0}" srcOrd="0" destOrd="0" presId="urn:microsoft.com/office/officeart/2005/8/layout/vList5"/>
    <dgm:cxn modelId="{00ED36BE-5AF4-114F-B8BE-13E61B21A097}" type="presOf" srcId="{A8F86F81-E7BD-964A-8E03-A88DE1F73781}" destId="{933C1F65-1981-4544-A3BC-1A36B7265DFD}" srcOrd="0" destOrd="0" presId="urn:microsoft.com/office/officeart/2005/8/layout/vList5"/>
    <dgm:cxn modelId="{B66A81BE-A1BB-2741-B6FA-29324360440B}" srcId="{F07279B1-49CA-1F40-84E9-B2E5CEA05D33}" destId="{27825C39-6A49-0946-AC2A-2F8CE277011B}" srcOrd="2" destOrd="0" parTransId="{DBCC4460-2F7F-F444-A0BD-A635CCF6C571}" sibTransId="{6C8094CC-A55D-E743-9FAB-A27968A9C3D4}"/>
    <dgm:cxn modelId="{B96FBFD3-8FF3-2C4C-8898-EA17C1F09FCF}" type="presOf" srcId="{FE4A5C22-55D5-6A4D-995E-A3D7C6B256E5}" destId="{1A22AF87-69FE-ED4D-B454-796102D17FC9}" srcOrd="0" destOrd="0" presId="urn:microsoft.com/office/officeart/2005/8/layout/vList5"/>
    <dgm:cxn modelId="{83709EEA-CA76-CF4A-8264-E1614C6C1678}" type="presOf" srcId="{9619F764-0941-7940-8779-4507D7EA8C38}" destId="{26AC1B77-3939-834D-9042-2A79553FFA9F}" srcOrd="0" destOrd="0" presId="urn:microsoft.com/office/officeart/2005/8/layout/vList5"/>
    <dgm:cxn modelId="{B731F5EC-2B8C-5C46-837B-A5E153CFDBB8}" type="presOf" srcId="{27825C39-6A49-0946-AC2A-2F8CE277011B}" destId="{53FC6D84-49AF-8E4A-85A5-61E27EFA65E9}" srcOrd="0" destOrd="0" presId="urn:microsoft.com/office/officeart/2005/8/layout/vList5"/>
    <dgm:cxn modelId="{D209B1F1-B628-5C40-824E-414CD7B01B0D}" srcId="{CFDC36F4-C6E7-D04D-8EBA-0F4A040720B9}" destId="{140CCF5D-51C3-5B4C-ADDD-E31AB564FF08}" srcOrd="0" destOrd="0" parTransId="{3003102C-D81E-614D-A9CB-4F2C127D257B}" sibTransId="{D87244B6-1048-4749-A61A-2F3E940DB631}"/>
    <dgm:cxn modelId="{8209FDF7-2827-DE42-8B66-D6FA96967C31}" type="presOf" srcId="{C6D42AFA-8FBD-C543-A99C-935388CAD0FD}" destId="{8CCB2873-D38A-1440-9624-8ECC6B626B7B}" srcOrd="0" destOrd="0" presId="urn:microsoft.com/office/officeart/2005/8/layout/vList5"/>
    <dgm:cxn modelId="{C52235FE-5CC7-164F-A0DB-1820CECB2CA7}" type="presOf" srcId="{D0E89CA5-1BBA-BF42-98C4-C97713591FE9}" destId="{80BEDB05-E340-594B-8E92-703E7A019783}" srcOrd="0" destOrd="0" presId="urn:microsoft.com/office/officeart/2005/8/layout/vList5"/>
    <dgm:cxn modelId="{317E1A92-A922-514D-B76A-7026F3131BF6}" type="presParOf" srcId="{35AB944A-DD5B-6D43-BB42-4063F9A76DAE}" destId="{46DEC517-E040-DC48-A04F-8F74678255D2}" srcOrd="0" destOrd="0" presId="urn:microsoft.com/office/officeart/2005/8/layout/vList5"/>
    <dgm:cxn modelId="{97DD1A5E-0258-284A-A159-CB6AE93BF0AA}" type="presParOf" srcId="{46DEC517-E040-DC48-A04F-8F74678255D2}" destId="{F67A74BA-3AAD-5447-B848-3552184C6F0B}" srcOrd="0" destOrd="0" presId="urn:microsoft.com/office/officeart/2005/8/layout/vList5"/>
    <dgm:cxn modelId="{55772210-80E9-7D44-9AD6-762BF8958B4E}" type="presParOf" srcId="{46DEC517-E040-DC48-A04F-8F74678255D2}" destId="{879F834E-2F8A-4A49-BD56-A166BFB6EB2A}" srcOrd="1" destOrd="0" presId="urn:microsoft.com/office/officeart/2005/8/layout/vList5"/>
    <dgm:cxn modelId="{58792584-6F48-E84F-8008-CCD10703E764}" type="presParOf" srcId="{35AB944A-DD5B-6D43-BB42-4063F9A76DAE}" destId="{AD26E9FE-BF8B-D049-ABF3-4EB3018AE92E}" srcOrd="1" destOrd="0" presId="urn:microsoft.com/office/officeart/2005/8/layout/vList5"/>
    <dgm:cxn modelId="{B129BA65-3072-2F40-AB76-C1322DC8DF56}" type="presParOf" srcId="{35AB944A-DD5B-6D43-BB42-4063F9A76DAE}" destId="{6BB0682F-DFB4-C043-8148-7D67FF4C0E0D}" srcOrd="2" destOrd="0" presId="urn:microsoft.com/office/officeart/2005/8/layout/vList5"/>
    <dgm:cxn modelId="{E61EA930-5042-0849-9486-CAB5656BB034}" type="presParOf" srcId="{6BB0682F-DFB4-C043-8148-7D67FF4C0E0D}" destId="{B292D44A-A8E8-A342-B48D-BE334BC10E53}" srcOrd="0" destOrd="0" presId="urn:microsoft.com/office/officeart/2005/8/layout/vList5"/>
    <dgm:cxn modelId="{1623CA9A-3A87-1D45-84C1-51F693A66499}" type="presParOf" srcId="{6BB0682F-DFB4-C043-8148-7D67FF4C0E0D}" destId="{933C1F65-1981-4544-A3BC-1A36B7265DFD}" srcOrd="1" destOrd="0" presId="urn:microsoft.com/office/officeart/2005/8/layout/vList5"/>
    <dgm:cxn modelId="{00F2DFA1-D8D6-8B45-94BB-9B434E0ED76B}" type="presParOf" srcId="{35AB944A-DD5B-6D43-BB42-4063F9A76DAE}" destId="{BB9D781A-992B-A240-BEBC-7D1ED0144BE2}" srcOrd="3" destOrd="0" presId="urn:microsoft.com/office/officeart/2005/8/layout/vList5"/>
    <dgm:cxn modelId="{C7D8521B-CF11-1341-B406-A590CCCCCBE3}" type="presParOf" srcId="{35AB944A-DD5B-6D43-BB42-4063F9A76DAE}" destId="{AC5D86F1-A60E-1540-BCBB-DF693E43DD0B}" srcOrd="4" destOrd="0" presId="urn:microsoft.com/office/officeart/2005/8/layout/vList5"/>
    <dgm:cxn modelId="{3E9C0FAE-B70B-E94A-AE90-80AC2FAC2610}" type="presParOf" srcId="{AC5D86F1-A60E-1540-BCBB-DF693E43DD0B}" destId="{53FC6D84-49AF-8E4A-85A5-61E27EFA65E9}" srcOrd="0" destOrd="0" presId="urn:microsoft.com/office/officeart/2005/8/layout/vList5"/>
    <dgm:cxn modelId="{DBA17998-111B-3B47-A036-38B08B892147}" type="presParOf" srcId="{AC5D86F1-A60E-1540-BCBB-DF693E43DD0B}" destId="{165D0924-5C60-A34A-B74A-45117CB426CA}" srcOrd="1" destOrd="0" presId="urn:microsoft.com/office/officeart/2005/8/layout/vList5"/>
    <dgm:cxn modelId="{856D08CC-E60C-8E47-9DFE-F8A93CD81FD1}" type="presParOf" srcId="{35AB944A-DD5B-6D43-BB42-4063F9A76DAE}" destId="{309EEBDD-2D1B-F848-B65B-EBF0C4404DB5}" srcOrd="5" destOrd="0" presId="urn:microsoft.com/office/officeart/2005/8/layout/vList5"/>
    <dgm:cxn modelId="{DC55969C-25ED-5843-A5E0-0A46CB970034}" type="presParOf" srcId="{35AB944A-DD5B-6D43-BB42-4063F9A76DAE}" destId="{3AF9648D-572A-164C-91CE-6264B2B0AAA8}" srcOrd="6" destOrd="0" presId="urn:microsoft.com/office/officeart/2005/8/layout/vList5"/>
    <dgm:cxn modelId="{68333456-DBEE-A948-B2B1-488597531E7A}" type="presParOf" srcId="{3AF9648D-572A-164C-91CE-6264B2B0AAA8}" destId="{80BEDB05-E340-594B-8E92-703E7A019783}" srcOrd="0" destOrd="0" presId="urn:microsoft.com/office/officeart/2005/8/layout/vList5"/>
    <dgm:cxn modelId="{FEE4F5CD-CCA1-A94D-90FE-53D27CA41C2D}" type="presParOf" srcId="{3AF9648D-572A-164C-91CE-6264B2B0AAA8}" destId="{92493579-9476-F246-A1CD-72AFDEA9932C}" srcOrd="1" destOrd="0" presId="urn:microsoft.com/office/officeart/2005/8/layout/vList5"/>
    <dgm:cxn modelId="{7DA8A035-CF71-DC46-B699-05B2CA73D3BF}" type="presParOf" srcId="{35AB944A-DD5B-6D43-BB42-4063F9A76DAE}" destId="{768CACE8-6A71-A442-B517-BF08D52CBF55}" srcOrd="7" destOrd="0" presId="urn:microsoft.com/office/officeart/2005/8/layout/vList5"/>
    <dgm:cxn modelId="{A9F79963-B252-3D44-BD89-345DA2604703}" type="presParOf" srcId="{35AB944A-DD5B-6D43-BB42-4063F9A76DAE}" destId="{763C2494-BEE7-AB44-8627-2F9CF561DE39}" srcOrd="8" destOrd="0" presId="urn:microsoft.com/office/officeart/2005/8/layout/vList5"/>
    <dgm:cxn modelId="{C9A4FBCF-119D-194E-8546-C562E5992E60}" type="presParOf" srcId="{763C2494-BEE7-AB44-8627-2F9CF561DE39}" destId="{232E7465-93C6-CD43-B8AA-9194810B90F0}" srcOrd="0" destOrd="0" presId="urn:microsoft.com/office/officeart/2005/8/layout/vList5"/>
    <dgm:cxn modelId="{843BEEE9-B62B-E14A-AEFC-757DFECC5F98}" type="presParOf" srcId="{763C2494-BEE7-AB44-8627-2F9CF561DE39}" destId="{1A22AF87-69FE-ED4D-B454-796102D17FC9}" srcOrd="1" destOrd="0" presId="urn:microsoft.com/office/officeart/2005/8/layout/vList5"/>
    <dgm:cxn modelId="{34D01AFC-F239-F346-83B4-A1171044FC3A}" type="presParOf" srcId="{35AB944A-DD5B-6D43-BB42-4063F9A76DAE}" destId="{9FD940A7-AFB4-A046-94CF-9A2E0E77DF67}" srcOrd="9" destOrd="0" presId="urn:microsoft.com/office/officeart/2005/8/layout/vList5"/>
    <dgm:cxn modelId="{068B273A-2CB7-6342-8DB2-25E8F260B81F}" type="presParOf" srcId="{35AB944A-DD5B-6D43-BB42-4063F9A76DAE}" destId="{30BCBACD-D4F1-A74B-9FD9-904B3AD56749}" srcOrd="10" destOrd="0" presId="urn:microsoft.com/office/officeart/2005/8/layout/vList5"/>
    <dgm:cxn modelId="{47EB1EF7-FBD7-8844-95E5-2CC736727ACE}" type="presParOf" srcId="{30BCBACD-D4F1-A74B-9FD9-904B3AD56749}" destId="{E05625D0-A90A-5A41-90F7-A37266F8F18F}" srcOrd="0" destOrd="0" presId="urn:microsoft.com/office/officeart/2005/8/layout/vList5"/>
    <dgm:cxn modelId="{EA225DAB-94B2-7048-813D-561B4CE6C394}" type="presParOf" srcId="{30BCBACD-D4F1-A74B-9FD9-904B3AD56749}" destId="{C5DF0A25-FA14-DE4E-9F64-FB51DA73F372}" srcOrd="1" destOrd="0" presId="urn:microsoft.com/office/officeart/2005/8/layout/vList5"/>
    <dgm:cxn modelId="{3A9642B3-AA2F-984C-B6BD-0D36DCAA4CE4}" type="presParOf" srcId="{35AB944A-DD5B-6D43-BB42-4063F9A76DAE}" destId="{ABDFCC61-4D54-6E4B-B825-2DA4A3BE8C77}" srcOrd="11" destOrd="0" presId="urn:microsoft.com/office/officeart/2005/8/layout/vList5"/>
    <dgm:cxn modelId="{23D24D43-BFBA-DB4E-B46F-4272EE044D3C}" type="presParOf" srcId="{35AB944A-DD5B-6D43-BB42-4063F9A76DAE}" destId="{3C959D85-AEAC-D94A-8F50-BCD35D0ED7E4}" srcOrd="12" destOrd="0" presId="urn:microsoft.com/office/officeart/2005/8/layout/vList5"/>
    <dgm:cxn modelId="{F7F2410C-2D8F-6A4C-B016-3401552F50A7}" type="presParOf" srcId="{3C959D85-AEAC-D94A-8F50-BCD35D0ED7E4}" destId="{8CCB2873-D38A-1440-9624-8ECC6B626B7B}" srcOrd="0" destOrd="0" presId="urn:microsoft.com/office/officeart/2005/8/layout/vList5"/>
    <dgm:cxn modelId="{16BD0AC6-E107-7049-8A27-3E0D4C2A73BA}" type="presParOf" srcId="{3C959D85-AEAC-D94A-8F50-BCD35D0ED7E4}" destId="{DF9102B8-BCB4-104B-B937-02F504A0EF2A}" srcOrd="1" destOrd="0" presId="urn:microsoft.com/office/officeart/2005/8/layout/vList5"/>
    <dgm:cxn modelId="{500D3AC1-FF4E-7E45-B503-913FEDF75D8C}" type="presParOf" srcId="{35AB944A-DD5B-6D43-BB42-4063F9A76DAE}" destId="{3233B001-4680-434D-87BF-5FA6800FA797}" srcOrd="13" destOrd="0" presId="urn:microsoft.com/office/officeart/2005/8/layout/vList5"/>
    <dgm:cxn modelId="{340F6D1E-CCC0-F642-8E03-F60E774BF0F1}" type="presParOf" srcId="{35AB944A-DD5B-6D43-BB42-4063F9A76DAE}" destId="{02964F04-05B7-9948-8F89-EF440CF8D8A6}" srcOrd="14" destOrd="0" presId="urn:microsoft.com/office/officeart/2005/8/layout/vList5"/>
    <dgm:cxn modelId="{54B5621C-5885-3942-BAD4-759CF47A501F}" type="presParOf" srcId="{02964F04-05B7-9948-8F89-EF440CF8D8A6}" destId="{AEA9DCD4-47B1-F54F-AE68-EF1089A5A109}" srcOrd="0" destOrd="0" presId="urn:microsoft.com/office/officeart/2005/8/layout/vList5"/>
    <dgm:cxn modelId="{97E90BD3-6B28-5B4E-B75A-09F0F2BB1CF1}" type="presParOf" srcId="{02964F04-05B7-9948-8F89-EF440CF8D8A6}" destId="{26AC1B77-3939-834D-9042-2A79553FFA9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EE41340-654C-9D45-B4D9-C7CD88AE9589}"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fr-CA"/>
        </a:p>
      </dgm:t>
    </dgm:pt>
    <dgm:pt modelId="{5E44AB6A-3045-184E-8228-B2712127AFE1}">
      <dgm:prSet/>
      <dgm:spPr/>
      <dgm:t>
        <a:bodyPr/>
        <a:lstStyle/>
        <a:p>
          <a:r>
            <a:rPr lang="fr-FR"/>
            <a:t>La méthode </a:t>
          </a:r>
          <a:r>
            <a:rPr lang="fr-FR" i="1"/>
            <a:t>println() </a:t>
          </a:r>
          <a:r>
            <a:rPr lang="fr-FR"/>
            <a:t>provoque un saut de ligne après avoir affiché la chaîne </a:t>
          </a:r>
          <a:endParaRPr lang="fr-CA"/>
        </a:p>
      </dgm:t>
    </dgm:pt>
    <dgm:pt modelId="{02BA0C38-664F-AA4F-8EBA-1E92FCF226F2}" type="parTrans" cxnId="{27580665-4C4E-854D-BAE1-0FEB7FB9BA60}">
      <dgm:prSet/>
      <dgm:spPr/>
      <dgm:t>
        <a:bodyPr/>
        <a:lstStyle/>
        <a:p>
          <a:endParaRPr lang="fr-CA"/>
        </a:p>
      </dgm:t>
    </dgm:pt>
    <dgm:pt modelId="{40712BA9-96FC-BD45-A52B-196064571004}" type="sibTrans" cxnId="{27580665-4C4E-854D-BAE1-0FEB7FB9BA60}">
      <dgm:prSet/>
      <dgm:spPr/>
      <dgm:t>
        <a:bodyPr/>
        <a:lstStyle/>
        <a:p>
          <a:endParaRPr lang="fr-CA"/>
        </a:p>
      </dgm:t>
    </dgm:pt>
    <dgm:pt modelId="{222870CA-3E55-CC46-B397-291AB702C78F}">
      <dgm:prSet/>
      <dgm:spPr/>
      <dgm:t>
        <a:bodyPr/>
        <a:lstStyle/>
        <a:p>
          <a:r>
            <a:rPr lang="fr-FR"/>
            <a:t>la méthode </a:t>
          </a:r>
          <a:r>
            <a:rPr lang="fr-FR" i="1"/>
            <a:t>print() </a:t>
          </a:r>
          <a:r>
            <a:rPr lang="fr-FR"/>
            <a:t>fait la même chose que </a:t>
          </a:r>
          <a:r>
            <a:rPr lang="fr-FR" i="1"/>
            <a:t>println() </a:t>
          </a:r>
          <a:r>
            <a:rPr lang="fr-FR"/>
            <a:t>mais sans saut de ligne</a:t>
          </a:r>
          <a:endParaRPr lang="fr-CA"/>
        </a:p>
      </dgm:t>
    </dgm:pt>
    <dgm:pt modelId="{21229E70-46C6-1144-A67F-E0FC342E4FEA}" type="parTrans" cxnId="{4C616F97-3134-9F45-85BC-E1A09A6DAE67}">
      <dgm:prSet/>
      <dgm:spPr/>
      <dgm:t>
        <a:bodyPr/>
        <a:lstStyle/>
        <a:p>
          <a:endParaRPr lang="fr-CA"/>
        </a:p>
      </dgm:t>
    </dgm:pt>
    <dgm:pt modelId="{8A080D50-CA12-0944-B725-CF1CA501EFD8}" type="sibTrans" cxnId="{4C616F97-3134-9F45-85BC-E1A09A6DAE67}">
      <dgm:prSet/>
      <dgm:spPr/>
      <dgm:t>
        <a:bodyPr/>
        <a:lstStyle/>
        <a:p>
          <a:endParaRPr lang="fr-CA"/>
        </a:p>
      </dgm:t>
    </dgm:pt>
    <dgm:pt modelId="{0BCDA60F-4EE5-AE41-B7CE-483E5EEC0130}" type="pres">
      <dgm:prSet presAssocID="{DEE41340-654C-9D45-B4D9-C7CD88AE9589}" presName="linear" presStyleCnt="0">
        <dgm:presLayoutVars>
          <dgm:animLvl val="lvl"/>
          <dgm:resizeHandles val="exact"/>
        </dgm:presLayoutVars>
      </dgm:prSet>
      <dgm:spPr/>
    </dgm:pt>
    <dgm:pt modelId="{9894F21C-D21A-5445-A56D-D03B7A79D826}" type="pres">
      <dgm:prSet presAssocID="{5E44AB6A-3045-184E-8228-B2712127AFE1}" presName="parentText" presStyleLbl="node1" presStyleIdx="0" presStyleCnt="2">
        <dgm:presLayoutVars>
          <dgm:chMax val="0"/>
          <dgm:bulletEnabled val="1"/>
        </dgm:presLayoutVars>
      </dgm:prSet>
      <dgm:spPr/>
    </dgm:pt>
    <dgm:pt modelId="{E77DEDC3-9CCE-8045-B6A4-A42F155374B8}" type="pres">
      <dgm:prSet presAssocID="{40712BA9-96FC-BD45-A52B-196064571004}" presName="spacer" presStyleCnt="0"/>
      <dgm:spPr/>
    </dgm:pt>
    <dgm:pt modelId="{A0E13A61-B6CE-534B-842A-44BD4A0E6F4A}" type="pres">
      <dgm:prSet presAssocID="{222870CA-3E55-CC46-B397-291AB702C78F}" presName="parentText" presStyleLbl="node1" presStyleIdx="1" presStyleCnt="2">
        <dgm:presLayoutVars>
          <dgm:chMax val="0"/>
          <dgm:bulletEnabled val="1"/>
        </dgm:presLayoutVars>
      </dgm:prSet>
      <dgm:spPr/>
    </dgm:pt>
  </dgm:ptLst>
  <dgm:cxnLst>
    <dgm:cxn modelId="{6B16762F-F272-0546-82B7-5A6E7196AB95}" type="presOf" srcId="{DEE41340-654C-9D45-B4D9-C7CD88AE9589}" destId="{0BCDA60F-4EE5-AE41-B7CE-483E5EEC0130}" srcOrd="0" destOrd="0" presId="urn:microsoft.com/office/officeart/2005/8/layout/vList2"/>
    <dgm:cxn modelId="{27580665-4C4E-854D-BAE1-0FEB7FB9BA60}" srcId="{DEE41340-654C-9D45-B4D9-C7CD88AE9589}" destId="{5E44AB6A-3045-184E-8228-B2712127AFE1}" srcOrd="0" destOrd="0" parTransId="{02BA0C38-664F-AA4F-8EBA-1E92FCF226F2}" sibTransId="{40712BA9-96FC-BD45-A52B-196064571004}"/>
    <dgm:cxn modelId="{4C616F97-3134-9F45-85BC-E1A09A6DAE67}" srcId="{DEE41340-654C-9D45-B4D9-C7CD88AE9589}" destId="{222870CA-3E55-CC46-B397-291AB702C78F}" srcOrd="1" destOrd="0" parTransId="{21229E70-46C6-1144-A67F-E0FC342E4FEA}" sibTransId="{8A080D50-CA12-0944-B725-CF1CA501EFD8}"/>
    <dgm:cxn modelId="{CB351D99-4C9E-AF47-BE4F-AD61BC3243AE}" type="presOf" srcId="{5E44AB6A-3045-184E-8228-B2712127AFE1}" destId="{9894F21C-D21A-5445-A56D-D03B7A79D826}" srcOrd="0" destOrd="0" presId="urn:microsoft.com/office/officeart/2005/8/layout/vList2"/>
    <dgm:cxn modelId="{DC2711DA-EDA3-7446-96B9-0626AD7FE671}" type="presOf" srcId="{222870CA-3E55-CC46-B397-291AB702C78F}" destId="{A0E13A61-B6CE-534B-842A-44BD4A0E6F4A}" srcOrd="0" destOrd="0" presId="urn:microsoft.com/office/officeart/2005/8/layout/vList2"/>
    <dgm:cxn modelId="{B913DFCC-7D5B-D942-ABCB-33C314A75F93}" type="presParOf" srcId="{0BCDA60F-4EE5-AE41-B7CE-483E5EEC0130}" destId="{9894F21C-D21A-5445-A56D-D03B7A79D826}" srcOrd="0" destOrd="0" presId="urn:microsoft.com/office/officeart/2005/8/layout/vList2"/>
    <dgm:cxn modelId="{E6ED6AA8-C29B-5548-8DAE-27397935F134}" type="presParOf" srcId="{0BCDA60F-4EE5-AE41-B7CE-483E5EEC0130}" destId="{E77DEDC3-9CCE-8045-B6A4-A42F155374B8}" srcOrd="1" destOrd="0" presId="urn:microsoft.com/office/officeart/2005/8/layout/vList2"/>
    <dgm:cxn modelId="{9FDB4BDC-7D0C-534D-A263-BD36C6476D75}" type="presParOf" srcId="{0BCDA60F-4EE5-AE41-B7CE-483E5EEC0130}" destId="{A0E13A61-B6CE-534B-842A-44BD4A0E6F4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65CD3D4-1E76-A546-8BEC-0D586CDA0CF0}" type="doc">
      <dgm:prSet loTypeId="urn:microsoft.com/office/officeart/2008/layout/VerticalCurvedList" loCatId="" qsTypeId="urn:microsoft.com/office/officeart/2005/8/quickstyle/simple1" qsCatId="simple" csTypeId="urn:microsoft.com/office/officeart/2005/8/colors/accent1_2" csCatId="accent1" phldr="1"/>
      <dgm:spPr/>
      <dgm:t>
        <a:bodyPr/>
        <a:lstStyle/>
        <a:p>
          <a:endParaRPr lang="fr-CA"/>
        </a:p>
      </dgm:t>
    </dgm:pt>
    <dgm:pt modelId="{FC5A2F9A-D073-5E48-88D9-6936BA723D8D}">
      <dgm:prSet phldrT="[Texte]"/>
      <dgm:spPr/>
      <dgm:t>
        <a:bodyPr/>
        <a:lstStyle/>
        <a:p>
          <a:r>
            <a:rPr lang="fr-CA" dirty="0"/>
            <a:t>La séquence</a:t>
          </a:r>
        </a:p>
      </dgm:t>
    </dgm:pt>
    <dgm:pt modelId="{64070E88-EF56-EB44-84EB-B7DE1B8E9363}" type="parTrans" cxnId="{DE043D13-3C0B-7348-B519-85F3624CC42F}">
      <dgm:prSet/>
      <dgm:spPr/>
      <dgm:t>
        <a:bodyPr/>
        <a:lstStyle/>
        <a:p>
          <a:endParaRPr lang="fr-CA"/>
        </a:p>
      </dgm:t>
    </dgm:pt>
    <dgm:pt modelId="{B50798F8-792D-2F4D-8A45-7321C715EA36}" type="sibTrans" cxnId="{DE043D13-3C0B-7348-B519-85F3624CC42F}">
      <dgm:prSet/>
      <dgm:spPr/>
      <dgm:t>
        <a:bodyPr/>
        <a:lstStyle/>
        <a:p>
          <a:endParaRPr lang="fr-CA"/>
        </a:p>
      </dgm:t>
    </dgm:pt>
    <dgm:pt modelId="{4ABA1167-BBE2-F940-BA1E-68F91B587F3F}">
      <dgm:prSet phldrT="[Texte]"/>
      <dgm:spPr/>
      <dgm:t>
        <a:bodyPr/>
        <a:lstStyle/>
        <a:p>
          <a:r>
            <a:rPr lang="fr-CA" dirty="0"/>
            <a:t>Boucle avec </a:t>
          </a:r>
          <a:r>
            <a:rPr lang="fr-CA" dirty="0" err="1"/>
            <a:t>while</a:t>
          </a:r>
          <a:endParaRPr lang="fr-CA" dirty="0"/>
        </a:p>
      </dgm:t>
    </dgm:pt>
    <dgm:pt modelId="{BD2CE45F-DB52-E842-A73C-750D8EBBFDBB}" type="parTrans" cxnId="{D9A693BD-DA51-864A-8A10-BE176E82AA23}">
      <dgm:prSet/>
      <dgm:spPr/>
      <dgm:t>
        <a:bodyPr/>
        <a:lstStyle/>
        <a:p>
          <a:endParaRPr lang="fr-CA"/>
        </a:p>
      </dgm:t>
    </dgm:pt>
    <dgm:pt modelId="{47E2BAFF-1242-C149-84E4-6F4D5D259716}" type="sibTrans" cxnId="{D9A693BD-DA51-864A-8A10-BE176E82AA23}">
      <dgm:prSet/>
      <dgm:spPr/>
      <dgm:t>
        <a:bodyPr/>
        <a:lstStyle/>
        <a:p>
          <a:endParaRPr lang="fr-CA"/>
        </a:p>
      </dgm:t>
    </dgm:pt>
    <dgm:pt modelId="{BB819A66-3E45-274A-BC9B-B027A87CC129}">
      <dgm:prSet phldrT="[Texte]"/>
      <dgm:spPr/>
      <dgm:t>
        <a:bodyPr/>
        <a:lstStyle/>
        <a:p>
          <a:r>
            <a:rPr lang="fr-CA" dirty="0"/>
            <a:t>Décision avec if</a:t>
          </a:r>
        </a:p>
      </dgm:t>
    </dgm:pt>
    <dgm:pt modelId="{73F25544-1B13-ED4C-86E3-709F35C0A0FF}" type="parTrans" cxnId="{1D2618B2-1417-384E-B381-73641EB8E400}">
      <dgm:prSet/>
      <dgm:spPr/>
      <dgm:t>
        <a:bodyPr/>
        <a:lstStyle/>
        <a:p>
          <a:endParaRPr lang="fr-CA"/>
        </a:p>
      </dgm:t>
    </dgm:pt>
    <dgm:pt modelId="{24212F86-C1A2-BD4A-973F-B35BCEFC4D36}" type="sibTrans" cxnId="{1D2618B2-1417-384E-B381-73641EB8E400}">
      <dgm:prSet/>
      <dgm:spPr/>
      <dgm:t>
        <a:bodyPr/>
        <a:lstStyle/>
        <a:p>
          <a:endParaRPr lang="fr-CA"/>
        </a:p>
      </dgm:t>
    </dgm:pt>
    <dgm:pt modelId="{94C35538-065B-5F4B-BE0F-65D71D368E9F}">
      <dgm:prSet phldrT="[Texte]"/>
      <dgm:spPr/>
      <dgm:t>
        <a:bodyPr/>
        <a:lstStyle/>
        <a:p>
          <a:r>
            <a:rPr lang="fr-CA" dirty="0"/>
            <a:t>Les énoncés sont placés en séquence les uns après les autres et sont exécutés dans cet ordre </a:t>
          </a:r>
        </a:p>
      </dgm:t>
    </dgm:pt>
    <dgm:pt modelId="{2C9A925A-ED28-6F4D-9001-0A0DBFC1FE9B}" type="parTrans" cxnId="{902A34EA-D1ED-0444-8EE4-622FBAA77837}">
      <dgm:prSet/>
      <dgm:spPr/>
      <dgm:t>
        <a:bodyPr/>
        <a:lstStyle/>
        <a:p>
          <a:endParaRPr lang="fr-CA"/>
        </a:p>
      </dgm:t>
    </dgm:pt>
    <dgm:pt modelId="{BE52B57A-1E6E-AE48-BFE9-AD5F3F28EBB5}" type="sibTrans" cxnId="{902A34EA-D1ED-0444-8EE4-622FBAA77837}">
      <dgm:prSet/>
      <dgm:spPr/>
      <dgm:t>
        <a:bodyPr/>
        <a:lstStyle/>
        <a:p>
          <a:endParaRPr lang="fr-CA"/>
        </a:p>
      </dgm:t>
    </dgm:pt>
    <dgm:pt modelId="{39745C04-2E84-994A-8DBF-79BF3D5D4733}">
      <dgm:prSet/>
      <dgm:spPr/>
      <dgm:t>
        <a:bodyPr/>
        <a:lstStyle/>
        <a:p>
          <a:r>
            <a:rPr lang="fr-CA" dirty="0"/>
            <a:t>Permet d’éviter la répétition d’énoncés dans le programme</a:t>
          </a:r>
        </a:p>
      </dgm:t>
    </dgm:pt>
    <dgm:pt modelId="{33295608-CAEA-3F4C-B72D-7F1E9F8AC364}" type="parTrans" cxnId="{AD06F089-28DB-944F-8286-3E1691B12C2E}">
      <dgm:prSet/>
      <dgm:spPr/>
      <dgm:t>
        <a:bodyPr/>
        <a:lstStyle/>
        <a:p>
          <a:endParaRPr lang="fr-CA"/>
        </a:p>
      </dgm:t>
    </dgm:pt>
    <dgm:pt modelId="{9708FAB6-BE54-E044-97F7-0AA4E14DD189}" type="sibTrans" cxnId="{AD06F089-28DB-944F-8286-3E1691B12C2E}">
      <dgm:prSet/>
      <dgm:spPr/>
      <dgm:t>
        <a:bodyPr/>
        <a:lstStyle/>
        <a:p>
          <a:endParaRPr lang="fr-CA"/>
        </a:p>
      </dgm:t>
    </dgm:pt>
    <dgm:pt modelId="{A772D65B-2635-C748-ABBA-6C19AB10B17A}">
      <dgm:prSet/>
      <dgm:spPr/>
      <dgm:t>
        <a:bodyPr/>
        <a:lstStyle/>
        <a:p>
          <a:r>
            <a:rPr lang="fr-CA" dirty="0"/>
            <a:t>Permet au programme de prendre une décision au sujet des actions a exécuter en fonction d’une condition à évaluer </a:t>
          </a:r>
        </a:p>
      </dgm:t>
    </dgm:pt>
    <dgm:pt modelId="{5988AF20-F12C-2F40-909F-139C7BC00F0A}" type="parTrans" cxnId="{DF560033-DA88-AF4F-B0DD-ED7441500FB1}">
      <dgm:prSet/>
      <dgm:spPr/>
      <dgm:t>
        <a:bodyPr/>
        <a:lstStyle/>
        <a:p>
          <a:endParaRPr lang="fr-CA"/>
        </a:p>
      </dgm:t>
    </dgm:pt>
    <dgm:pt modelId="{666CCC3A-D0F5-8A46-947E-8DF5ABCD323F}" type="sibTrans" cxnId="{DF560033-DA88-AF4F-B0DD-ED7441500FB1}">
      <dgm:prSet/>
      <dgm:spPr/>
      <dgm:t>
        <a:bodyPr/>
        <a:lstStyle/>
        <a:p>
          <a:endParaRPr lang="fr-CA"/>
        </a:p>
      </dgm:t>
    </dgm:pt>
    <dgm:pt modelId="{FE6662CE-1D90-C14C-925A-5B121C132D4D}" type="pres">
      <dgm:prSet presAssocID="{B65CD3D4-1E76-A546-8BEC-0D586CDA0CF0}" presName="Name0" presStyleCnt="0">
        <dgm:presLayoutVars>
          <dgm:chMax val="7"/>
          <dgm:chPref val="7"/>
          <dgm:dir/>
        </dgm:presLayoutVars>
      </dgm:prSet>
      <dgm:spPr/>
    </dgm:pt>
    <dgm:pt modelId="{374934B9-72C5-0A42-968B-327D0FA06E62}" type="pres">
      <dgm:prSet presAssocID="{B65CD3D4-1E76-A546-8BEC-0D586CDA0CF0}" presName="Name1" presStyleCnt="0"/>
      <dgm:spPr/>
    </dgm:pt>
    <dgm:pt modelId="{65B9AB27-C966-204A-BA12-C4F32120F303}" type="pres">
      <dgm:prSet presAssocID="{B65CD3D4-1E76-A546-8BEC-0D586CDA0CF0}" presName="cycle" presStyleCnt="0"/>
      <dgm:spPr/>
    </dgm:pt>
    <dgm:pt modelId="{D9926688-343B-2848-819F-1E17D6888664}" type="pres">
      <dgm:prSet presAssocID="{B65CD3D4-1E76-A546-8BEC-0D586CDA0CF0}" presName="srcNode" presStyleLbl="node1" presStyleIdx="0" presStyleCnt="3"/>
      <dgm:spPr/>
    </dgm:pt>
    <dgm:pt modelId="{DEC8196C-43E3-A541-9503-9B044273468F}" type="pres">
      <dgm:prSet presAssocID="{B65CD3D4-1E76-A546-8BEC-0D586CDA0CF0}" presName="conn" presStyleLbl="parChTrans1D2" presStyleIdx="0" presStyleCnt="1"/>
      <dgm:spPr/>
    </dgm:pt>
    <dgm:pt modelId="{DDEAD801-5DCC-5748-BC34-225CAFF8D234}" type="pres">
      <dgm:prSet presAssocID="{B65CD3D4-1E76-A546-8BEC-0D586CDA0CF0}" presName="extraNode" presStyleLbl="node1" presStyleIdx="0" presStyleCnt="3"/>
      <dgm:spPr/>
    </dgm:pt>
    <dgm:pt modelId="{58B17536-3F51-C843-BF98-91D899F3636F}" type="pres">
      <dgm:prSet presAssocID="{B65CD3D4-1E76-A546-8BEC-0D586CDA0CF0}" presName="dstNode" presStyleLbl="node1" presStyleIdx="0" presStyleCnt="3"/>
      <dgm:spPr/>
    </dgm:pt>
    <dgm:pt modelId="{D36B0EAB-C26A-6C44-AEB5-B83A725D6526}" type="pres">
      <dgm:prSet presAssocID="{FC5A2F9A-D073-5E48-88D9-6936BA723D8D}" presName="text_1" presStyleLbl="node1" presStyleIdx="0" presStyleCnt="3">
        <dgm:presLayoutVars>
          <dgm:bulletEnabled val="1"/>
        </dgm:presLayoutVars>
      </dgm:prSet>
      <dgm:spPr/>
    </dgm:pt>
    <dgm:pt modelId="{3C554235-8E7E-6D48-AB2D-878265B6AD09}" type="pres">
      <dgm:prSet presAssocID="{FC5A2F9A-D073-5E48-88D9-6936BA723D8D}" presName="accent_1" presStyleCnt="0"/>
      <dgm:spPr/>
    </dgm:pt>
    <dgm:pt modelId="{1F725FD3-8A5B-5F4E-8825-B563C4D4C3DD}" type="pres">
      <dgm:prSet presAssocID="{FC5A2F9A-D073-5E48-88D9-6936BA723D8D}" presName="accentRepeatNode" presStyleLbl="solidFgAcc1" presStyleIdx="0" presStyleCnt="3"/>
      <dgm:spPr/>
    </dgm:pt>
    <dgm:pt modelId="{5681CB08-4303-374B-B854-9571C786D434}" type="pres">
      <dgm:prSet presAssocID="{4ABA1167-BBE2-F940-BA1E-68F91B587F3F}" presName="text_2" presStyleLbl="node1" presStyleIdx="1" presStyleCnt="3" custLinFactNeighborX="1317" custLinFactNeighborY="326">
        <dgm:presLayoutVars>
          <dgm:bulletEnabled val="1"/>
        </dgm:presLayoutVars>
      </dgm:prSet>
      <dgm:spPr/>
    </dgm:pt>
    <dgm:pt modelId="{E8466AC1-ECF8-EB47-8867-4953734DF6D2}" type="pres">
      <dgm:prSet presAssocID="{4ABA1167-BBE2-F940-BA1E-68F91B587F3F}" presName="accent_2" presStyleCnt="0"/>
      <dgm:spPr/>
    </dgm:pt>
    <dgm:pt modelId="{0AA9AD72-8E8A-0F44-8C15-1C4FCE280F44}" type="pres">
      <dgm:prSet presAssocID="{4ABA1167-BBE2-F940-BA1E-68F91B587F3F}" presName="accentRepeatNode" presStyleLbl="solidFgAcc1" presStyleIdx="1" presStyleCnt="3"/>
      <dgm:spPr/>
    </dgm:pt>
    <dgm:pt modelId="{B5F77757-6C96-4B43-A5F6-447E0E86786F}" type="pres">
      <dgm:prSet presAssocID="{BB819A66-3E45-274A-BC9B-B027A87CC129}" presName="text_3" presStyleLbl="node1" presStyleIdx="2" presStyleCnt="3">
        <dgm:presLayoutVars>
          <dgm:bulletEnabled val="1"/>
        </dgm:presLayoutVars>
      </dgm:prSet>
      <dgm:spPr/>
    </dgm:pt>
    <dgm:pt modelId="{151BCEB8-7234-8C44-A8CE-057BD7E98461}" type="pres">
      <dgm:prSet presAssocID="{BB819A66-3E45-274A-BC9B-B027A87CC129}" presName="accent_3" presStyleCnt="0"/>
      <dgm:spPr/>
    </dgm:pt>
    <dgm:pt modelId="{F5A28539-CF90-5C40-B009-4B5514157A81}" type="pres">
      <dgm:prSet presAssocID="{BB819A66-3E45-274A-BC9B-B027A87CC129}" presName="accentRepeatNode" presStyleLbl="solidFgAcc1" presStyleIdx="2" presStyleCnt="3"/>
      <dgm:spPr/>
    </dgm:pt>
  </dgm:ptLst>
  <dgm:cxnLst>
    <dgm:cxn modelId="{95182209-F910-F048-9CA0-98CEC40E1BF9}" type="presOf" srcId="{94C35538-065B-5F4B-BE0F-65D71D368E9F}" destId="{D36B0EAB-C26A-6C44-AEB5-B83A725D6526}" srcOrd="0" destOrd="1" presId="urn:microsoft.com/office/officeart/2008/layout/VerticalCurvedList"/>
    <dgm:cxn modelId="{DE043D13-3C0B-7348-B519-85F3624CC42F}" srcId="{B65CD3D4-1E76-A546-8BEC-0D586CDA0CF0}" destId="{FC5A2F9A-D073-5E48-88D9-6936BA723D8D}" srcOrd="0" destOrd="0" parTransId="{64070E88-EF56-EB44-84EB-B7DE1B8E9363}" sibTransId="{B50798F8-792D-2F4D-8A45-7321C715EA36}"/>
    <dgm:cxn modelId="{26685513-57CF-1C49-9DCF-044AAAD9C74D}" type="presOf" srcId="{BE52B57A-1E6E-AE48-BFE9-AD5F3F28EBB5}" destId="{DEC8196C-43E3-A541-9503-9B044273468F}" srcOrd="0" destOrd="0" presId="urn:microsoft.com/office/officeart/2008/layout/VerticalCurvedList"/>
    <dgm:cxn modelId="{B4BE2D1C-C554-B54B-8433-E331FF56D6ED}" type="presOf" srcId="{FC5A2F9A-D073-5E48-88D9-6936BA723D8D}" destId="{D36B0EAB-C26A-6C44-AEB5-B83A725D6526}" srcOrd="0" destOrd="0" presId="urn:microsoft.com/office/officeart/2008/layout/VerticalCurvedList"/>
    <dgm:cxn modelId="{DF560033-DA88-AF4F-B0DD-ED7441500FB1}" srcId="{BB819A66-3E45-274A-BC9B-B027A87CC129}" destId="{A772D65B-2635-C748-ABBA-6C19AB10B17A}" srcOrd="0" destOrd="0" parTransId="{5988AF20-F12C-2F40-909F-139C7BC00F0A}" sibTransId="{666CCC3A-D0F5-8A46-947E-8DF5ABCD323F}"/>
    <dgm:cxn modelId="{8A682E47-6A39-6047-B6E4-7E88E393275B}" type="presOf" srcId="{39745C04-2E84-994A-8DBF-79BF3D5D4733}" destId="{5681CB08-4303-374B-B854-9571C786D434}" srcOrd="0" destOrd="1" presId="urn:microsoft.com/office/officeart/2008/layout/VerticalCurvedList"/>
    <dgm:cxn modelId="{AD06F089-28DB-944F-8286-3E1691B12C2E}" srcId="{4ABA1167-BBE2-F940-BA1E-68F91B587F3F}" destId="{39745C04-2E84-994A-8DBF-79BF3D5D4733}" srcOrd="0" destOrd="0" parTransId="{33295608-CAEA-3F4C-B72D-7F1E9F8AC364}" sibTransId="{9708FAB6-BE54-E044-97F7-0AA4E14DD189}"/>
    <dgm:cxn modelId="{45B75AAD-CD67-9D4A-87AB-8909C3B28066}" type="presOf" srcId="{4ABA1167-BBE2-F940-BA1E-68F91B587F3F}" destId="{5681CB08-4303-374B-B854-9571C786D434}" srcOrd="0" destOrd="0" presId="urn:microsoft.com/office/officeart/2008/layout/VerticalCurvedList"/>
    <dgm:cxn modelId="{1D2618B2-1417-384E-B381-73641EB8E400}" srcId="{B65CD3D4-1E76-A546-8BEC-0D586CDA0CF0}" destId="{BB819A66-3E45-274A-BC9B-B027A87CC129}" srcOrd="2" destOrd="0" parTransId="{73F25544-1B13-ED4C-86E3-709F35C0A0FF}" sibTransId="{24212F86-C1A2-BD4A-973F-B35BCEFC4D36}"/>
    <dgm:cxn modelId="{B38E59BB-1E09-624B-8FD9-7DA83F9E2326}" type="presOf" srcId="{A772D65B-2635-C748-ABBA-6C19AB10B17A}" destId="{B5F77757-6C96-4B43-A5F6-447E0E86786F}" srcOrd="0" destOrd="1" presId="urn:microsoft.com/office/officeart/2008/layout/VerticalCurvedList"/>
    <dgm:cxn modelId="{D9A693BD-DA51-864A-8A10-BE176E82AA23}" srcId="{B65CD3D4-1E76-A546-8BEC-0D586CDA0CF0}" destId="{4ABA1167-BBE2-F940-BA1E-68F91B587F3F}" srcOrd="1" destOrd="0" parTransId="{BD2CE45F-DB52-E842-A73C-750D8EBBFDBB}" sibTransId="{47E2BAFF-1242-C149-84E4-6F4D5D259716}"/>
    <dgm:cxn modelId="{81C3B8C2-4F80-4B40-8A59-FF991CC02A82}" type="presOf" srcId="{B65CD3D4-1E76-A546-8BEC-0D586CDA0CF0}" destId="{FE6662CE-1D90-C14C-925A-5B121C132D4D}" srcOrd="0" destOrd="0" presId="urn:microsoft.com/office/officeart/2008/layout/VerticalCurvedList"/>
    <dgm:cxn modelId="{27E7AEDD-DACC-6A4E-B632-19C63533A104}" type="presOf" srcId="{BB819A66-3E45-274A-BC9B-B027A87CC129}" destId="{B5F77757-6C96-4B43-A5F6-447E0E86786F}" srcOrd="0" destOrd="0" presId="urn:microsoft.com/office/officeart/2008/layout/VerticalCurvedList"/>
    <dgm:cxn modelId="{902A34EA-D1ED-0444-8EE4-622FBAA77837}" srcId="{FC5A2F9A-D073-5E48-88D9-6936BA723D8D}" destId="{94C35538-065B-5F4B-BE0F-65D71D368E9F}" srcOrd="0" destOrd="0" parTransId="{2C9A925A-ED28-6F4D-9001-0A0DBFC1FE9B}" sibTransId="{BE52B57A-1E6E-AE48-BFE9-AD5F3F28EBB5}"/>
    <dgm:cxn modelId="{E8693691-45D8-6045-A712-977B3FAD9163}" type="presParOf" srcId="{FE6662CE-1D90-C14C-925A-5B121C132D4D}" destId="{374934B9-72C5-0A42-968B-327D0FA06E62}" srcOrd="0" destOrd="0" presId="urn:microsoft.com/office/officeart/2008/layout/VerticalCurvedList"/>
    <dgm:cxn modelId="{2A4FD7CB-465A-B54B-AFE5-18122DCADE5A}" type="presParOf" srcId="{374934B9-72C5-0A42-968B-327D0FA06E62}" destId="{65B9AB27-C966-204A-BA12-C4F32120F303}" srcOrd="0" destOrd="0" presId="urn:microsoft.com/office/officeart/2008/layout/VerticalCurvedList"/>
    <dgm:cxn modelId="{A0B00DBD-4C7E-F14E-8979-99405F17BC55}" type="presParOf" srcId="{65B9AB27-C966-204A-BA12-C4F32120F303}" destId="{D9926688-343B-2848-819F-1E17D6888664}" srcOrd="0" destOrd="0" presId="urn:microsoft.com/office/officeart/2008/layout/VerticalCurvedList"/>
    <dgm:cxn modelId="{E8BB9D82-9E89-A747-B25B-A9071A4F7F60}" type="presParOf" srcId="{65B9AB27-C966-204A-BA12-C4F32120F303}" destId="{DEC8196C-43E3-A541-9503-9B044273468F}" srcOrd="1" destOrd="0" presId="urn:microsoft.com/office/officeart/2008/layout/VerticalCurvedList"/>
    <dgm:cxn modelId="{B466754D-3EC2-424E-BB8F-F2958245EE37}" type="presParOf" srcId="{65B9AB27-C966-204A-BA12-C4F32120F303}" destId="{DDEAD801-5DCC-5748-BC34-225CAFF8D234}" srcOrd="2" destOrd="0" presId="urn:microsoft.com/office/officeart/2008/layout/VerticalCurvedList"/>
    <dgm:cxn modelId="{CD97774A-897E-F348-92FD-CDCEE3C9CD5F}" type="presParOf" srcId="{65B9AB27-C966-204A-BA12-C4F32120F303}" destId="{58B17536-3F51-C843-BF98-91D899F3636F}" srcOrd="3" destOrd="0" presId="urn:microsoft.com/office/officeart/2008/layout/VerticalCurvedList"/>
    <dgm:cxn modelId="{940469E9-7A65-5842-B2FB-D26C56C886DC}" type="presParOf" srcId="{374934B9-72C5-0A42-968B-327D0FA06E62}" destId="{D36B0EAB-C26A-6C44-AEB5-B83A725D6526}" srcOrd="1" destOrd="0" presId="urn:microsoft.com/office/officeart/2008/layout/VerticalCurvedList"/>
    <dgm:cxn modelId="{A69D3EBD-D183-9D48-9DCF-EDA4C3A9DBE7}" type="presParOf" srcId="{374934B9-72C5-0A42-968B-327D0FA06E62}" destId="{3C554235-8E7E-6D48-AB2D-878265B6AD09}" srcOrd="2" destOrd="0" presId="urn:microsoft.com/office/officeart/2008/layout/VerticalCurvedList"/>
    <dgm:cxn modelId="{2FED03A4-B19C-8C40-B8FE-46ACAE9D13EE}" type="presParOf" srcId="{3C554235-8E7E-6D48-AB2D-878265B6AD09}" destId="{1F725FD3-8A5B-5F4E-8825-B563C4D4C3DD}" srcOrd="0" destOrd="0" presId="urn:microsoft.com/office/officeart/2008/layout/VerticalCurvedList"/>
    <dgm:cxn modelId="{D9DFA1B8-0EF5-E447-95B1-2BC683BC4EDD}" type="presParOf" srcId="{374934B9-72C5-0A42-968B-327D0FA06E62}" destId="{5681CB08-4303-374B-B854-9571C786D434}" srcOrd="3" destOrd="0" presId="urn:microsoft.com/office/officeart/2008/layout/VerticalCurvedList"/>
    <dgm:cxn modelId="{C6DDE7B8-CDDE-234B-81EC-C99D7DF56606}" type="presParOf" srcId="{374934B9-72C5-0A42-968B-327D0FA06E62}" destId="{E8466AC1-ECF8-EB47-8867-4953734DF6D2}" srcOrd="4" destOrd="0" presId="urn:microsoft.com/office/officeart/2008/layout/VerticalCurvedList"/>
    <dgm:cxn modelId="{37B94BD9-B986-B040-B67E-D65B95B155C8}" type="presParOf" srcId="{E8466AC1-ECF8-EB47-8867-4953734DF6D2}" destId="{0AA9AD72-8E8A-0F44-8C15-1C4FCE280F44}" srcOrd="0" destOrd="0" presId="urn:microsoft.com/office/officeart/2008/layout/VerticalCurvedList"/>
    <dgm:cxn modelId="{023E8287-30CA-DC4F-91B4-35A7A59669CB}" type="presParOf" srcId="{374934B9-72C5-0A42-968B-327D0FA06E62}" destId="{B5F77757-6C96-4B43-A5F6-447E0E86786F}" srcOrd="5" destOrd="0" presId="urn:microsoft.com/office/officeart/2008/layout/VerticalCurvedList"/>
    <dgm:cxn modelId="{F20A0487-3A18-2C4A-A27B-17C9BD96C7F0}" type="presParOf" srcId="{374934B9-72C5-0A42-968B-327D0FA06E62}" destId="{151BCEB8-7234-8C44-A8CE-057BD7E98461}" srcOrd="6" destOrd="0" presId="urn:microsoft.com/office/officeart/2008/layout/VerticalCurvedList"/>
    <dgm:cxn modelId="{D9BE0638-9298-DA42-AF36-C162588EB9DF}" type="presParOf" srcId="{151BCEB8-7234-8C44-A8CE-057BD7E98461}" destId="{F5A28539-CF90-5C40-B009-4B5514157A8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AB067A7-5203-4646-9663-88F8FD9A10C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E08F7B3-C9D4-4A4B-9507-9BC09E518B77}">
      <dgm:prSet/>
      <dgm:spPr/>
      <dgm:t>
        <a:bodyPr/>
        <a:lstStyle/>
        <a:p>
          <a:r>
            <a:rPr lang="fr-FR"/>
            <a:t>Le package contient une hiérarchie élaborée de classes dédiées aux entrées-sorties sur fichier et sur d’autres types de flux de données. </a:t>
          </a:r>
          <a:endParaRPr lang="en-US"/>
        </a:p>
      </dgm:t>
    </dgm:pt>
    <dgm:pt modelId="{A3CEF11B-88BC-49A5-B377-137DF8949D05}" type="parTrans" cxnId="{97EAEA1C-89B9-44C4-A707-3D7D09C3EC7E}">
      <dgm:prSet/>
      <dgm:spPr/>
      <dgm:t>
        <a:bodyPr/>
        <a:lstStyle/>
        <a:p>
          <a:endParaRPr lang="en-US"/>
        </a:p>
      </dgm:t>
    </dgm:pt>
    <dgm:pt modelId="{8CB3FD53-8006-48B3-8EF6-59A71EE6B688}" type="sibTrans" cxnId="{97EAEA1C-89B9-44C4-A707-3D7D09C3EC7E}">
      <dgm:prSet/>
      <dgm:spPr/>
      <dgm:t>
        <a:bodyPr/>
        <a:lstStyle/>
        <a:p>
          <a:endParaRPr lang="en-US"/>
        </a:p>
      </dgm:t>
    </dgm:pt>
    <dgm:pt modelId="{5F3F47B5-9FD1-4154-A69D-80E0F893F263}">
      <dgm:prSet/>
      <dgm:spPr/>
      <dgm:t>
        <a:bodyPr/>
        <a:lstStyle/>
        <a:p>
          <a:r>
            <a:rPr lang="fr-FR"/>
            <a:t>Les classes java.io permettent d’utiliser les fichiers selon deux modes de base :Par accès sériel comme des flux de données – </a:t>
          </a:r>
          <a:r>
            <a:rPr lang="fr-FR" i="1"/>
            <a:t>Stream</a:t>
          </a:r>
          <a:r>
            <a:rPr lang="fr-FR"/>
            <a:t>. Les octets du fichier sont lus ou écrits en série les uns après les autres. </a:t>
          </a:r>
          <a:endParaRPr lang="en-US"/>
        </a:p>
      </dgm:t>
    </dgm:pt>
    <dgm:pt modelId="{EC7E7257-8D7D-44E5-8965-04CEB361972A}" type="parTrans" cxnId="{73D25902-2950-47EA-A3EA-01DAF105358E}">
      <dgm:prSet/>
      <dgm:spPr/>
      <dgm:t>
        <a:bodyPr/>
        <a:lstStyle/>
        <a:p>
          <a:endParaRPr lang="en-US"/>
        </a:p>
      </dgm:t>
    </dgm:pt>
    <dgm:pt modelId="{E8380B48-AFCB-43AD-8F85-2A85FA4E7F38}" type="sibTrans" cxnId="{73D25902-2950-47EA-A3EA-01DAF105358E}">
      <dgm:prSet/>
      <dgm:spPr/>
      <dgm:t>
        <a:bodyPr/>
        <a:lstStyle/>
        <a:p>
          <a:endParaRPr lang="en-US"/>
        </a:p>
      </dgm:t>
    </dgm:pt>
    <dgm:pt modelId="{BA9514A0-3BA5-4093-A8C8-59260B003CD6}">
      <dgm:prSet/>
      <dgm:spPr/>
      <dgm:t>
        <a:bodyPr/>
        <a:lstStyle/>
        <a:p>
          <a:r>
            <a:rPr lang="fr-FR"/>
            <a:t>Par accès direct – </a:t>
          </a:r>
          <a:r>
            <a:rPr lang="fr-FR" i="1"/>
            <a:t>random access</a:t>
          </a:r>
          <a:r>
            <a:rPr lang="fr-FR"/>
            <a:t>. Les octets peuvent être lus ou écrits dans un ordre quelconque. </a:t>
          </a:r>
          <a:endParaRPr lang="en-US"/>
        </a:p>
      </dgm:t>
    </dgm:pt>
    <dgm:pt modelId="{21298E21-1378-45ED-BCE1-2FA0102D2C2E}" type="parTrans" cxnId="{FFA58020-5539-4C57-B244-627469810CC6}">
      <dgm:prSet/>
      <dgm:spPr/>
      <dgm:t>
        <a:bodyPr/>
        <a:lstStyle/>
        <a:p>
          <a:endParaRPr lang="en-US"/>
        </a:p>
      </dgm:t>
    </dgm:pt>
    <dgm:pt modelId="{829EA800-4F19-41EB-85A7-DAFAE9FAD0DB}" type="sibTrans" cxnId="{FFA58020-5539-4C57-B244-627469810CC6}">
      <dgm:prSet/>
      <dgm:spPr/>
      <dgm:t>
        <a:bodyPr/>
        <a:lstStyle/>
        <a:p>
          <a:endParaRPr lang="en-US"/>
        </a:p>
      </dgm:t>
    </dgm:pt>
    <dgm:pt modelId="{6F083D49-DFCC-417C-BE36-63FE8CEB9F76}">
      <dgm:prSet/>
      <dgm:spPr/>
      <dgm:t>
        <a:bodyPr/>
        <a:lstStyle/>
        <a:p>
          <a:r>
            <a:rPr lang="fr-FR">
              <a:hlinkClick xmlns:r="http://schemas.openxmlformats.org/officeDocument/2006/relationships" r:id="rId1"/>
            </a:rPr>
            <a:t>https://docs.oracle.com/javase/8/docs/api/java/io/package-summary.html</a:t>
          </a:r>
          <a:r>
            <a:rPr lang="fr-FR"/>
            <a:t> </a:t>
          </a:r>
          <a:endParaRPr lang="en-US"/>
        </a:p>
      </dgm:t>
    </dgm:pt>
    <dgm:pt modelId="{70A7C6EA-8D3A-427B-973A-3FF9A4F52A26}" type="parTrans" cxnId="{FD689D18-F486-4EFE-880B-954EE2039393}">
      <dgm:prSet/>
      <dgm:spPr/>
      <dgm:t>
        <a:bodyPr/>
        <a:lstStyle/>
        <a:p>
          <a:endParaRPr lang="en-US"/>
        </a:p>
      </dgm:t>
    </dgm:pt>
    <dgm:pt modelId="{461B45BE-3A19-462A-B143-6F0BB7252EDB}" type="sibTrans" cxnId="{FD689D18-F486-4EFE-880B-954EE2039393}">
      <dgm:prSet/>
      <dgm:spPr/>
      <dgm:t>
        <a:bodyPr/>
        <a:lstStyle/>
        <a:p>
          <a:endParaRPr lang="en-US"/>
        </a:p>
      </dgm:t>
    </dgm:pt>
    <dgm:pt modelId="{F7AD4574-7427-D543-8009-57B7FEA25205}" type="pres">
      <dgm:prSet presAssocID="{4AB067A7-5203-4646-9663-88F8FD9A10C9}" presName="vert0" presStyleCnt="0">
        <dgm:presLayoutVars>
          <dgm:dir/>
          <dgm:animOne val="branch"/>
          <dgm:animLvl val="lvl"/>
        </dgm:presLayoutVars>
      </dgm:prSet>
      <dgm:spPr/>
    </dgm:pt>
    <dgm:pt modelId="{8B2A7E82-EE46-FF42-BDC1-5B57C59D1E77}" type="pres">
      <dgm:prSet presAssocID="{FE08F7B3-C9D4-4A4B-9507-9BC09E518B77}" presName="thickLine" presStyleLbl="alignNode1" presStyleIdx="0" presStyleCnt="4"/>
      <dgm:spPr/>
    </dgm:pt>
    <dgm:pt modelId="{A6B2AB26-E926-6D42-8BE1-20B8A02A7DF6}" type="pres">
      <dgm:prSet presAssocID="{FE08F7B3-C9D4-4A4B-9507-9BC09E518B77}" presName="horz1" presStyleCnt="0"/>
      <dgm:spPr/>
    </dgm:pt>
    <dgm:pt modelId="{0BCB4CC3-1D8C-AA41-AB89-BFD50EE55BBF}" type="pres">
      <dgm:prSet presAssocID="{FE08F7B3-C9D4-4A4B-9507-9BC09E518B77}" presName="tx1" presStyleLbl="revTx" presStyleIdx="0" presStyleCnt="4"/>
      <dgm:spPr/>
    </dgm:pt>
    <dgm:pt modelId="{B3C94BA3-F986-FB4B-B97C-B83ABBD863CE}" type="pres">
      <dgm:prSet presAssocID="{FE08F7B3-C9D4-4A4B-9507-9BC09E518B77}" presName="vert1" presStyleCnt="0"/>
      <dgm:spPr/>
    </dgm:pt>
    <dgm:pt modelId="{12633692-2295-834A-BF1C-EBFE4253FB79}" type="pres">
      <dgm:prSet presAssocID="{5F3F47B5-9FD1-4154-A69D-80E0F893F263}" presName="thickLine" presStyleLbl="alignNode1" presStyleIdx="1" presStyleCnt="4"/>
      <dgm:spPr/>
    </dgm:pt>
    <dgm:pt modelId="{6CADE815-F3E7-3340-B74A-CA2F15737189}" type="pres">
      <dgm:prSet presAssocID="{5F3F47B5-9FD1-4154-A69D-80E0F893F263}" presName="horz1" presStyleCnt="0"/>
      <dgm:spPr/>
    </dgm:pt>
    <dgm:pt modelId="{D88383BE-AA8E-5944-BEEA-3291649282B8}" type="pres">
      <dgm:prSet presAssocID="{5F3F47B5-9FD1-4154-A69D-80E0F893F263}" presName="tx1" presStyleLbl="revTx" presStyleIdx="1" presStyleCnt="4"/>
      <dgm:spPr/>
    </dgm:pt>
    <dgm:pt modelId="{30104CBF-BA5B-CD46-926C-4E5433B78E63}" type="pres">
      <dgm:prSet presAssocID="{5F3F47B5-9FD1-4154-A69D-80E0F893F263}" presName="vert1" presStyleCnt="0"/>
      <dgm:spPr/>
    </dgm:pt>
    <dgm:pt modelId="{AD649366-ACC1-AF48-8C93-6C4BDF097700}" type="pres">
      <dgm:prSet presAssocID="{BA9514A0-3BA5-4093-A8C8-59260B003CD6}" presName="thickLine" presStyleLbl="alignNode1" presStyleIdx="2" presStyleCnt="4"/>
      <dgm:spPr/>
    </dgm:pt>
    <dgm:pt modelId="{5CBC148B-B718-324C-803B-6BB187BEB142}" type="pres">
      <dgm:prSet presAssocID="{BA9514A0-3BA5-4093-A8C8-59260B003CD6}" presName="horz1" presStyleCnt="0"/>
      <dgm:spPr/>
    </dgm:pt>
    <dgm:pt modelId="{508FF90B-1221-9A46-8AF4-A09F73651CC4}" type="pres">
      <dgm:prSet presAssocID="{BA9514A0-3BA5-4093-A8C8-59260B003CD6}" presName="tx1" presStyleLbl="revTx" presStyleIdx="2" presStyleCnt="4"/>
      <dgm:spPr/>
    </dgm:pt>
    <dgm:pt modelId="{7B6DAF22-938A-DB4B-9979-57D84BAA367D}" type="pres">
      <dgm:prSet presAssocID="{BA9514A0-3BA5-4093-A8C8-59260B003CD6}" presName="vert1" presStyleCnt="0"/>
      <dgm:spPr/>
    </dgm:pt>
    <dgm:pt modelId="{12EE7E28-8428-704B-BE85-0787F49BED81}" type="pres">
      <dgm:prSet presAssocID="{6F083D49-DFCC-417C-BE36-63FE8CEB9F76}" presName="thickLine" presStyleLbl="alignNode1" presStyleIdx="3" presStyleCnt="4"/>
      <dgm:spPr/>
    </dgm:pt>
    <dgm:pt modelId="{F1859AA9-A7FB-1B42-BE85-63185E3B72B3}" type="pres">
      <dgm:prSet presAssocID="{6F083D49-DFCC-417C-BE36-63FE8CEB9F76}" presName="horz1" presStyleCnt="0"/>
      <dgm:spPr/>
    </dgm:pt>
    <dgm:pt modelId="{37692A2F-7209-E44D-BFC2-FEC63F2ED7E7}" type="pres">
      <dgm:prSet presAssocID="{6F083D49-DFCC-417C-BE36-63FE8CEB9F76}" presName="tx1" presStyleLbl="revTx" presStyleIdx="3" presStyleCnt="4"/>
      <dgm:spPr/>
    </dgm:pt>
    <dgm:pt modelId="{6E76EB0C-49AB-E941-8595-1FC6ED71EA17}" type="pres">
      <dgm:prSet presAssocID="{6F083D49-DFCC-417C-BE36-63FE8CEB9F76}" presName="vert1" presStyleCnt="0"/>
      <dgm:spPr/>
    </dgm:pt>
  </dgm:ptLst>
  <dgm:cxnLst>
    <dgm:cxn modelId="{73D25902-2950-47EA-A3EA-01DAF105358E}" srcId="{4AB067A7-5203-4646-9663-88F8FD9A10C9}" destId="{5F3F47B5-9FD1-4154-A69D-80E0F893F263}" srcOrd="1" destOrd="0" parTransId="{EC7E7257-8D7D-44E5-8965-04CEB361972A}" sibTransId="{E8380B48-AFCB-43AD-8F85-2A85FA4E7F38}"/>
    <dgm:cxn modelId="{D8FFB211-9E85-EB45-B5E8-44F7591D0829}" type="presOf" srcId="{FE08F7B3-C9D4-4A4B-9507-9BC09E518B77}" destId="{0BCB4CC3-1D8C-AA41-AB89-BFD50EE55BBF}" srcOrd="0" destOrd="0" presId="urn:microsoft.com/office/officeart/2008/layout/LinedList"/>
    <dgm:cxn modelId="{FD689D18-F486-4EFE-880B-954EE2039393}" srcId="{4AB067A7-5203-4646-9663-88F8FD9A10C9}" destId="{6F083D49-DFCC-417C-BE36-63FE8CEB9F76}" srcOrd="3" destOrd="0" parTransId="{70A7C6EA-8D3A-427B-973A-3FF9A4F52A26}" sibTransId="{461B45BE-3A19-462A-B143-6F0BB7252EDB}"/>
    <dgm:cxn modelId="{97EAEA1C-89B9-44C4-A707-3D7D09C3EC7E}" srcId="{4AB067A7-5203-4646-9663-88F8FD9A10C9}" destId="{FE08F7B3-C9D4-4A4B-9507-9BC09E518B77}" srcOrd="0" destOrd="0" parTransId="{A3CEF11B-88BC-49A5-B377-137DF8949D05}" sibTransId="{8CB3FD53-8006-48B3-8EF6-59A71EE6B688}"/>
    <dgm:cxn modelId="{FFA58020-5539-4C57-B244-627469810CC6}" srcId="{4AB067A7-5203-4646-9663-88F8FD9A10C9}" destId="{BA9514A0-3BA5-4093-A8C8-59260B003CD6}" srcOrd="2" destOrd="0" parTransId="{21298E21-1378-45ED-BCE1-2FA0102D2C2E}" sibTransId="{829EA800-4F19-41EB-85A7-DAFAE9FAD0DB}"/>
    <dgm:cxn modelId="{E2A6962A-ACD8-E64B-93BF-AA5E7DDD83A8}" type="presOf" srcId="{6F083D49-DFCC-417C-BE36-63FE8CEB9F76}" destId="{37692A2F-7209-E44D-BFC2-FEC63F2ED7E7}" srcOrd="0" destOrd="0" presId="urn:microsoft.com/office/officeart/2008/layout/LinedList"/>
    <dgm:cxn modelId="{4EBB3D66-73C3-3E45-ADF1-3F2E53DC88DC}" type="presOf" srcId="{BA9514A0-3BA5-4093-A8C8-59260B003CD6}" destId="{508FF90B-1221-9A46-8AF4-A09F73651CC4}" srcOrd="0" destOrd="0" presId="urn:microsoft.com/office/officeart/2008/layout/LinedList"/>
    <dgm:cxn modelId="{FF32EDD8-A60C-4A4D-83CD-D6D73DFD5791}" type="presOf" srcId="{4AB067A7-5203-4646-9663-88F8FD9A10C9}" destId="{F7AD4574-7427-D543-8009-57B7FEA25205}" srcOrd="0" destOrd="0" presId="urn:microsoft.com/office/officeart/2008/layout/LinedList"/>
    <dgm:cxn modelId="{65CEB2D9-6B30-2C47-B0BB-6FED4FCCBCF2}" type="presOf" srcId="{5F3F47B5-9FD1-4154-A69D-80E0F893F263}" destId="{D88383BE-AA8E-5944-BEEA-3291649282B8}" srcOrd="0" destOrd="0" presId="urn:microsoft.com/office/officeart/2008/layout/LinedList"/>
    <dgm:cxn modelId="{BE847B2E-1CAB-1E48-9A64-7268A2AC2191}" type="presParOf" srcId="{F7AD4574-7427-D543-8009-57B7FEA25205}" destId="{8B2A7E82-EE46-FF42-BDC1-5B57C59D1E77}" srcOrd="0" destOrd="0" presId="urn:microsoft.com/office/officeart/2008/layout/LinedList"/>
    <dgm:cxn modelId="{DC5E8F5C-A90A-294C-8CB0-F002B72C5572}" type="presParOf" srcId="{F7AD4574-7427-D543-8009-57B7FEA25205}" destId="{A6B2AB26-E926-6D42-8BE1-20B8A02A7DF6}" srcOrd="1" destOrd="0" presId="urn:microsoft.com/office/officeart/2008/layout/LinedList"/>
    <dgm:cxn modelId="{1AF695F9-8635-B749-A3F5-33263AE59A20}" type="presParOf" srcId="{A6B2AB26-E926-6D42-8BE1-20B8A02A7DF6}" destId="{0BCB4CC3-1D8C-AA41-AB89-BFD50EE55BBF}" srcOrd="0" destOrd="0" presId="urn:microsoft.com/office/officeart/2008/layout/LinedList"/>
    <dgm:cxn modelId="{64DA590F-6F91-F548-8DFF-C6C3813F036E}" type="presParOf" srcId="{A6B2AB26-E926-6D42-8BE1-20B8A02A7DF6}" destId="{B3C94BA3-F986-FB4B-B97C-B83ABBD863CE}" srcOrd="1" destOrd="0" presId="urn:microsoft.com/office/officeart/2008/layout/LinedList"/>
    <dgm:cxn modelId="{903B1336-182F-564A-BE56-CB9BFA8F7C83}" type="presParOf" srcId="{F7AD4574-7427-D543-8009-57B7FEA25205}" destId="{12633692-2295-834A-BF1C-EBFE4253FB79}" srcOrd="2" destOrd="0" presId="urn:microsoft.com/office/officeart/2008/layout/LinedList"/>
    <dgm:cxn modelId="{BD46BD57-7A42-694A-89FD-ACB908B0334C}" type="presParOf" srcId="{F7AD4574-7427-D543-8009-57B7FEA25205}" destId="{6CADE815-F3E7-3340-B74A-CA2F15737189}" srcOrd="3" destOrd="0" presId="urn:microsoft.com/office/officeart/2008/layout/LinedList"/>
    <dgm:cxn modelId="{DD73622C-ACC1-A94F-9B65-AC3FAF559970}" type="presParOf" srcId="{6CADE815-F3E7-3340-B74A-CA2F15737189}" destId="{D88383BE-AA8E-5944-BEEA-3291649282B8}" srcOrd="0" destOrd="0" presId="urn:microsoft.com/office/officeart/2008/layout/LinedList"/>
    <dgm:cxn modelId="{2C71D2FC-F29E-C34D-B217-D49553B1EB43}" type="presParOf" srcId="{6CADE815-F3E7-3340-B74A-CA2F15737189}" destId="{30104CBF-BA5B-CD46-926C-4E5433B78E63}" srcOrd="1" destOrd="0" presId="urn:microsoft.com/office/officeart/2008/layout/LinedList"/>
    <dgm:cxn modelId="{9CCE0A99-7327-EC41-9E10-A2E95E0F0314}" type="presParOf" srcId="{F7AD4574-7427-D543-8009-57B7FEA25205}" destId="{AD649366-ACC1-AF48-8C93-6C4BDF097700}" srcOrd="4" destOrd="0" presId="urn:microsoft.com/office/officeart/2008/layout/LinedList"/>
    <dgm:cxn modelId="{545B75B7-0DE6-844D-8EF6-1682578552A5}" type="presParOf" srcId="{F7AD4574-7427-D543-8009-57B7FEA25205}" destId="{5CBC148B-B718-324C-803B-6BB187BEB142}" srcOrd="5" destOrd="0" presId="urn:microsoft.com/office/officeart/2008/layout/LinedList"/>
    <dgm:cxn modelId="{3B1ACF3C-3075-0948-A99B-34D402E23699}" type="presParOf" srcId="{5CBC148B-B718-324C-803B-6BB187BEB142}" destId="{508FF90B-1221-9A46-8AF4-A09F73651CC4}" srcOrd="0" destOrd="0" presId="urn:microsoft.com/office/officeart/2008/layout/LinedList"/>
    <dgm:cxn modelId="{EFEA74F1-137D-FE4A-9866-3F90D819BB9A}" type="presParOf" srcId="{5CBC148B-B718-324C-803B-6BB187BEB142}" destId="{7B6DAF22-938A-DB4B-9979-57D84BAA367D}" srcOrd="1" destOrd="0" presId="urn:microsoft.com/office/officeart/2008/layout/LinedList"/>
    <dgm:cxn modelId="{155CE763-8BB9-2F4C-A267-F27D1D23A32C}" type="presParOf" srcId="{F7AD4574-7427-D543-8009-57B7FEA25205}" destId="{12EE7E28-8428-704B-BE85-0787F49BED81}" srcOrd="6" destOrd="0" presId="urn:microsoft.com/office/officeart/2008/layout/LinedList"/>
    <dgm:cxn modelId="{EAFC6DDC-0E6B-E749-8D1E-4052FD69D54E}" type="presParOf" srcId="{F7AD4574-7427-D543-8009-57B7FEA25205}" destId="{F1859AA9-A7FB-1B42-BE85-63185E3B72B3}" srcOrd="7" destOrd="0" presId="urn:microsoft.com/office/officeart/2008/layout/LinedList"/>
    <dgm:cxn modelId="{36B72FCB-0A24-A342-ADD7-37641EA83911}" type="presParOf" srcId="{F1859AA9-A7FB-1B42-BE85-63185E3B72B3}" destId="{37692A2F-7209-E44D-BFC2-FEC63F2ED7E7}" srcOrd="0" destOrd="0" presId="urn:microsoft.com/office/officeart/2008/layout/LinedList"/>
    <dgm:cxn modelId="{EF832C09-5F0A-364B-97B9-208D400D6CFA}" type="presParOf" srcId="{F1859AA9-A7FB-1B42-BE85-63185E3B72B3}" destId="{6E76EB0C-49AB-E941-8595-1FC6ED71EA1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46A0DE5-1A76-7C4F-AF42-F3F75C57E4D6}"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fr-CA"/>
        </a:p>
      </dgm:t>
    </dgm:pt>
    <dgm:pt modelId="{5D2E9E52-23C3-0343-B697-19E646A28A48}">
      <dgm:prSet/>
      <dgm:spPr/>
      <dgm:t>
        <a:bodyPr/>
        <a:lstStyle/>
        <a:p>
          <a:r>
            <a:rPr lang="fr-FR"/>
            <a:t>Un flux d’entrée correspondant à la classe abstraite </a:t>
          </a:r>
          <a:r>
            <a:rPr lang="fr-FR" i="1"/>
            <a:t>InputStream</a:t>
          </a:r>
          <a:r>
            <a:rPr lang="fr-FR"/>
            <a:t> permet de lire une suite d’octets</a:t>
          </a:r>
          <a:endParaRPr lang="fr-CA"/>
        </a:p>
      </dgm:t>
    </dgm:pt>
    <dgm:pt modelId="{E9785637-65CB-2346-B943-ECA9431348CF}" type="parTrans" cxnId="{D870A7EE-EFC9-E94F-AF9A-DA9DDD538D6D}">
      <dgm:prSet/>
      <dgm:spPr/>
      <dgm:t>
        <a:bodyPr/>
        <a:lstStyle/>
        <a:p>
          <a:endParaRPr lang="fr-CA"/>
        </a:p>
      </dgm:t>
    </dgm:pt>
    <dgm:pt modelId="{8C6E1135-B5D8-3847-AC5A-13B3F33F91A6}" type="sibTrans" cxnId="{D870A7EE-EFC9-E94F-AF9A-DA9DDD538D6D}">
      <dgm:prSet/>
      <dgm:spPr/>
      <dgm:t>
        <a:bodyPr/>
        <a:lstStyle/>
        <a:p>
          <a:endParaRPr lang="fr-CA"/>
        </a:p>
      </dgm:t>
    </dgm:pt>
    <dgm:pt modelId="{09EC6DF3-EE4C-444B-BFDB-E4FCB8282C82}">
      <dgm:prSet/>
      <dgm:spPr/>
      <dgm:t>
        <a:bodyPr/>
        <a:lstStyle/>
        <a:p>
          <a:r>
            <a:rPr lang="fr-FR">
              <a:hlinkClick xmlns:r="http://schemas.openxmlformats.org/officeDocument/2006/relationships" r:id="rId1"/>
            </a:rPr>
            <a:t>https://docs.oracle.com/javase/8/docs/api/java/io/InputStream.html</a:t>
          </a:r>
          <a:r>
            <a:rPr lang="fr-FR"/>
            <a:t> </a:t>
          </a:r>
          <a:endParaRPr lang="fr-CA"/>
        </a:p>
      </dgm:t>
    </dgm:pt>
    <dgm:pt modelId="{6B1BBA6E-F29F-044C-B915-D1BBD5C14AD9}" type="parTrans" cxnId="{7EBFAE0C-CACC-CB4C-ABC1-54FF32AB2503}">
      <dgm:prSet/>
      <dgm:spPr/>
      <dgm:t>
        <a:bodyPr/>
        <a:lstStyle/>
        <a:p>
          <a:endParaRPr lang="fr-CA"/>
        </a:p>
      </dgm:t>
    </dgm:pt>
    <dgm:pt modelId="{07BCE9AA-46B6-0642-A9FB-8F502723D047}" type="sibTrans" cxnId="{7EBFAE0C-CACC-CB4C-ABC1-54FF32AB2503}">
      <dgm:prSet/>
      <dgm:spPr/>
      <dgm:t>
        <a:bodyPr/>
        <a:lstStyle/>
        <a:p>
          <a:endParaRPr lang="fr-CA"/>
        </a:p>
      </dgm:t>
    </dgm:pt>
    <dgm:pt modelId="{985B5C84-7EB2-A94E-A5E7-9C13464411D3}">
      <dgm:prSet/>
      <dgm:spPr/>
      <dgm:t>
        <a:bodyPr/>
        <a:lstStyle/>
        <a:p>
          <a:r>
            <a:rPr lang="fr-FR"/>
            <a:t>Un flux de sortie correspondant à la classe abstraite </a:t>
          </a:r>
          <a:r>
            <a:rPr lang="fr-FR" i="1"/>
            <a:t>OutputStream</a:t>
          </a:r>
          <a:r>
            <a:rPr lang="fr-FR"/>
            <a:t> permet d’écrire une suite d’octets </a:t>
          </a:r>
          <a:endParaRPr lang="fr-CA"/>
        </a:p>
      </dgm:t>
    </dgm:pt>
    <dgm:pt modelId="{7A239DCD-AA43-F14C-BD85-6A068C80A71B}" type="parTrans" cxnId="{EFB6EDA6-DB90-964F-8EE2-81E04A18279E}">
      <dgm:prSet/>
      <dgm:spPr/>
      <dgm:t>
        <a:bodyPr/>
        <a:lstStyle/>
        <a:p>
          <a:endParaRPr lang="fr-CA"/>
        </a:p>
      </dgm:t>
    </dgm:pt>
    <dgm:pt modelId="{5EC6F042-2D9A-0A49-86DA-2228E9B13AD1}" type="sibTrans" cxnId="{EFB6EDA6-DB90-964F-8EE2-81E04A18279E}">
      <dgm:prSet/>
      <dgm:spPr/>
      <dgm:t>
        <a:bodyPr/>
        <a:lstStyle/>
        <a:p>
          <a:endParaRPr lang="fr-CA"/>
        </a:p>
      </dgm:t>
    </dgm:pt>
    <dgm:pt modelId="{D3714C12-E9FE-ED40-9EA1-7DBC2824072B}">
      <dgm:prSet/>
      <dgm:spPr/>
      <dgm:t>
        <a:bodyPr/>
        <a:lstStyle/>
        <a:p>
          <a:r>
            <a:rPr lang="fr-FR" dirty="0">
              <a:hlinkClick xmlns:r="http://schemas.openxmlformats.org/officeDocument/2006/relationships" r:id="rId2"/>
            </a:rPr>
            <a:t>https://docs.oracle.com/javase/8/docs/api/java/io/OutputStream.html</a:t>
          </a:r>
          <a:r>
            <a:rPr lang="fr-FR" dirty="0"/>
            <a:t> </a:t>
          </a:r>
          <a:endParaRPr lang="fr-CA" dirty="0"/>
        </a:p>
      </dgm:t>
    </dgm:pt>
    <dgm:pt modelId="{645AA861-29BA-4247-8BD3-D36EE468E53F}" type="parTrans" cxnId="{18F673A2-AB11-A846-A552-C11C3C08AAE7}">
      <dgm:prSet/>
      <dgm:spPr/>
      <dgm:t>
        <a:bodyPr/>
        <a:lstStyle/>
        <a:p>
          <a:endParaRPr lang="fr-CA"/>
        </a:p>
      </dgm:t>
    </dgm:pt>
    <dgm:pt modelId="{66DAB196-A591-5847-9AA1-1DAA003040EF}" type="sibTrans" cxnId="{18F673A2-AB11-A846-A552-C11C3C08AAE7}">
      <dgm:prSet/>
      <dgm:spPr/>
      <dgm:t>
        <a:bodyPr/>
        <a:lstStyle/>
        <a:p>
          <a:endParaRPr lang="fr-CA"/>
        </a:p>
      </dgm:t>
    </dgm:pt>
    <dgm:pt modelId="{358F6973-3691-1D46-BB0F-9E7AE1D62FF6}">
      <dgm:prSet/>
      <dgm:spPr/>
      <dgm:t>
        <a:bodyPr/>
        <a:lstStyle/>
        <a:p>
          <a:r>
            <a:rPr lang="fr-CA" dirty="0"/>
            <a:t>Explication de la figure : la méthode </a:t>
          </a:r>
          <a:r>
            <a:rPr lang="fr-CA" i="1" u="none" dirty="0" err="1"/>
            <a:t>read</a:t>
          </a:r>
          <a:r>
            <a:rPr lang="fr-CA" i="1" u="none" dirty="0"/>
            <a:t> () </a:t>
          </a:r>
          <a:r>
            <a:rPr lang="fr-CA" dirty="0"/>
            <a:t>de </a:t>
          </a:r>
          <a:r>
            <a:rPr lang="fr-CA" i="1" dirty="0" err="1"/>
            <a:t>InputStream</a:t>
          </a:r>
          <a:r>
            <a:rPr lang="fr-CA" dirty="0"/>
            <a:t> lit le prochain octet de flux d’entrée et la méthode </a:t>
          </a:r>
          <a:r>
            <a:rPr lang="fr-CA" i="1" dirty="0" err="1"/>
            <a:t>write</a:t>
          </a:r>
          <a:r>
            <a:rPr lang="fr-CA" i="1" dirty="0"/>
            <a:t>(</a:t>
          </a:r>
          <a:r>
            <a:rPr lang="fr-CA" i="1" dirty="0" err="1"/>
            <a:t>int</a:t>
          </a:r>
          <a:r>
            <a:rPr lang="fr-CA" i="1" dirty="0"/>
            <a:t> b) </a:t>
          </a:r>
          <a:r>
            <a:rPr lang="fr-CA" dirty="0"/>
            <a:t>de </a:t>
          </a:r>
          <a:r>
            <a:rPr lang="fr-CA" i="1" dirty="0" err="1"/>
            <a:t>OutputStream</a:t>
          </a:r>
          <a:r>
            <a:rPr lang="fr-CA" dirty="0"/>
            <a:t> ajoute un octet au flux de sortie</a:t>
          </a:r>
        </a:p>
      </dgm:t>
    </dgm:pt>
    <dgm:pt modelId="{0056FD45-D20E-3E4A-B7B3-A8F19C388E14}" type="parTrans" cxnId="{C7516F1D-3D5C-EA45-B682-CE0E18441E07}">
      <dgm:prSet/>
      <dgm:spPr/>
      <dgm:t>
        <a:bodyPr/>
        <a:lstStyle/>
        <a:p>
          <a:endParaRPr lang="fr-CA"/>
        </a:p>
      </dgm:t>
    </dgm:pt>
    <dgm:pt modelId="{F7E2318A-7F10-E84F-A48C-32599D57232B}" type="sibTrans" cxnId="{C7516F1D-3D5C-EA45-B682-CE0E18441E07}">
      <dgm:prSet/>
      <dgm:spPr/>
      <dgm:t>
        <a:bodyPr/>
        <a:lstStyle/>
        <a:p>
          <a:endParaRPr lang="fr-CA"/>
        </a:p>
      </dgm:t>
    </dgm:pt>
    <dgm:pt modelId="{C17424C5-A673-024D-98AF-CF3589C33E9E}" type="pres">
      <dgm:prSet presAssocID="{A46A0DE5-1A76-7C4F-AF42-F3F75C57E4D6}" presName="linear" presStyleCnt="0">
        <dgm:presLayoutVars>
          <dgm:animLvl val="lvl"/>
          <dgm:resizeHandles val="exact"/>
        </dgm:presLayoutVars>
      </dgm:prSet>
      <dgm:spPr/>
    </dgm:pt>
    <dgm:pt modelId="{B1FA2E80-0279-014F-8549-6B5468239274}" type="pres">
      <dgm:prSet presAssocID="{5D2E9E52-23C3-0343-B697-19E646A28A48}" presName="parentText" presStyleLbl="node1" presStyleIdx="0" presStyleCnt="3">
        <dgm:presLayoutVars>
          <dgm:chMax val="0"/>
          <dgm:bulletEnabled val="1"/>
        </dgm:presLayoutVars>
      </dgm:prSet>
      <dgm:spPr/>
    </dgm:pt>
    <dgm:pt modelId="{076F661F-5394-284B-A2E1-203BAE2CA7B0}" type="pres">
      <dgm:prSet presAssocID="{5D2E9E52-23C3-0343-B697-19E646A28A48}" presName="childText" presStyleLbl="revTx" presStyleIdx="0" presStyleCnt="2">
        <dgm:presLayoutVars>
          <dgm:bulletEnabled val="1"/>
        </dgm:presLayoutVars>
      </dgm:prSet>
      <dgm:spPr/>
    </dgm:pt>
    <dgm:pt modelId="{4377FF0C-CBB6-0744-B997-521DFD8F6283}" type="pres">
      <dgm:prSet presAssocID="{985B5C84-7EB2-A94E-A5E7-9C13464411D3}" presName="parentText" presStyleLbl="node1" presStyleIdx="1" presStyleCnt="3">
        <dgm:presLayoutVars>
          <dgm:chMax val="0"/>
          <dgm:bulletEnabled val="1"/>
        </dgm:presLayoutVars>
      </dgm:prSet>
      <dgm:spPr/>
    </dgm:pt>
    <dgm:pt modelId="{A6D2456F-B5CC-8B47-9757-E2605AF50CB1}" type="pres">
      <dgm:prSet presAssocID="{985B5C84-7EB2-A94E-A5E7-9C13464411D3}" presName="childText" presStyleLbl="revTx" presStyleIdx="1" presStyleCnt="2">
        <dgm:presLayoutVars>
          <dgm:bulletEnabled val="1"/>
        </dgm:presLayoutVars>
      </dgm:prSet>
      <dgm:spPr/>
    </dgm:pt>
    <dgm:pt modelId="{0097712B-29C5-704D-BEEF-211734F24CEB}" type="pres">
      <dgm:prSet presAssocID="{358F6973-3691-1D46-BB0F-9E7AE1D62FF6}" presName="parentText" presStyleLbl="node1" presStyleIdx="2" presStyleCnt="3">
        <dgm:presLayoutVars>
          <dgm:chMax val="0"/>
          <dgm:bulletEnabled val="1"/>
        </dgm:presLayoutVars>
      </dgm:prSet>
      <dgm:spPr/>
    </dgm:pt>
  </dgm:ptLst>
  <dgm:cxnLst>
    <dgm:cxn modelId="{7EBFAE0C-CACC-CB4C-ABC1-54FF32AB2503}" srcId="{5D2E9E52-23C3-0343-B697-19E646A28A48}" destId="{09EC6DF3-EE4C-444B-BFDB-E4FCB8282C82}" srcOrd="0" destOrd="0" parTransId="{6B1BBA6E-F29F-044C-B915-D1BBD5C14AD9}" sibTransId="{07BCE9AA-46B6-0642-A9FB-8F502723D047}"/>
    <dgm:cxn modelId="{C7516F1D-3D5C-EA45-B682-CE0E18441E07}" srcId="{A46A0DE5-1A76-7C4F-AF42-F3F75C57E4D6}" destId="{358F6973-3691-1D46-BB0F-9E7AE1D62FF6}" srcOrd="2" destOrd="0" parTransId="{0056FD45-D20E-3E4A-B7B3-A8F19C388E14}" sibTransId="{F7E2318A-7F10-E84F-A48C-32599D57232B}"/>
    <dgm:cxn modelId="{039A0228-CACC-A54C-A418-22B7D7E7386A}" type="presOf" srcId="{358F6973-3691-1D46-BB0F-9E7AE1D62FF6}" destId="{0097712B-29C5-704D-BEEF-211734F24CEB}" srcOrd="0" destOrd="0" presId="urn:microsoft.com/office/officeart/2005/8/layout/vList2"/>
    <dgm:cxn modelId="{BE7D9240-05DC-DA4B-A52A-A59744793882}" type="presOf" srcId="{D3714C12-E9FE-ED40-9EA1-7DBC2824072B}" destId="{A6D2456F-B5CC-8B47-9757-E2605AF50CB1}" srcOrd="0" destOrd="0" presId="urn:microsoft.com/office/officeart/2005/8/layout/vList2"/>
    <dgm:cxn modelId="{6E05E652-DE93-DE43-9DB1-94E28263F356}" type="presOf" srcId="{985B5C84-7EB2-A94E-A5E7-9C13464411D3}" destId="{4377FF0C-CBB6-0744-B997-521DFD8F6283}" srcOrd="0" destOrd="0" presId="urn:microsoft.com/office/officeart/2005/8/layout/vList2"/>
    <dgm:cxn modelId="{242CBA9B-1B80-9140-9547-A9CCD8800910}" type="presOf" srcId="{A46A0DE5-1A76-7C4F-AF42-F3F75C57E4D6}" destId="{C17424C5-A673-024D-98AF-CF3589C33E9E}" srcOrd="0" destOrd="0" presId="urn:microsoft.com/office/officeart/2005/8/layout/vList2"/>
    <dgm:cxn modelId="{18F673A2-AB11-A846-A552-C11C3C08AAE7}" srcId="{985B5C84-7EB2-A94E-A5E7-9C13464411D3}" destId="{D3714C12-E9FE-ED40-9EA1-7DBC2824072B}" srcOrd="0" destOrd="0" parTransId="{645AA861-29BA-4247-8BD3-D36EE468E53F}" sibTransId="{66DAB196-A591-5847-9AA1-1DAA003040EF}"/>
    <dgm:cxn modelId="{8319E7A2-6015-5341-A1C7-AD8E58AAC57D}" type="presOf" srcId="{5D2E9E52-23C3-0343-B697-19E646A28A48}" destId="{B1FA2E80-0279-014F-8549-6B5468239274}" srcOrd="0" destOrd="0" presId="urn:microsoft.com/office/officeart/2005/8/layout/vList2"/>
    <dgm:cxn modelId="{EFB6EDA6-DB90-964F-8EE2-81E04A18279E}" srcId="{A46A0DE5-1A76-7C4F-AF42-F3F75C57E4D6}" destId="{985B5C84-7EB2-A94E-A5E7-9C13464411D3}" srcOrd="1" destOrd="0" parTransId="{7A239DCD-AA43-F14C-BD85-6A068C80A71B}" sibTransId="{5EC6F042-2D9A-0A49-86DA-2228E9B13AD1}"/>
    <dgm:cxn modelId="{597470DE-0BEA-FF49-A0C7-BD4AA32F8CA0}" type="presOf" srcId="{09EC6DF3-EE4C-444B-BFDB-E4FCB8282C82}" destId="{076F661F-5394-284B-A2E1-203BAE2CA7B0}" srcOrd="0" destOrd="0" presId="urn:microsoft.com/office/officeart/2005/8/layout/vList2"/>
    <dgm:cxn modelId="{D870A7EE-EFC9-E94F-AF9A-DA9DDD538D6D}" srcId="{A46A0DE5-1A76-7C4F-AF42-F3F75C57E4D6}" destId="{5D2E9E52-23C3-0343-B697-19E646A28A48}" srcOrd="0" destOrd="0" parTransId="{E9785637-65CB-2346-B943-ECA9431348CF}" sibTransId="{8C6E1135-B5D8-3847-AC5A-13B3F33F91A6}"/>
    <dgm:cxn modelId="{7ED98E4E-ADAC-E147-B709-4984295A60CC}" type="presParOf" srcId="{C17424C5-A673-024D-98AF-CF3589C33E9E}" destId="{B1FA2E80-0279-014F-8549-6B5468239274}" srcOrd="0" destOrd="0" presId="urn:microsoft.com/office/officeart/2005/8/layout/vList2"/>
    <dgm:cxn modelId="{39C31121-7823-9F45-9D5F-4E9760B041E6}" type="presParOf" srcId="{C17424C5-A673-024D-98AF-CF3589C33E9E}" destId="{076F661F-5394-284B-A2E1-203BAE2CA7B0}" srcOrd="1" destOrd="0" presId="urn:microsoft.com/office/officeart/2005/8/layout/vList2"/>
    <dgm:cxn modelId="{23624690-D135-CF49-BB12-41D9B6AB787F}" type="presParOf" srcId="{C17424C5-A673-024D-98AF-CF3589C33E9E}" destId="{4377FF0C-CBB6-0744-B997-521DFD8F6283}" srcOrd="2" destOrd="0" presId="urn:microsoft.com/office/officeart/2005/8/layout/vList2"/>
    <dgm:cxn modelId="{C75C974A-3762-E249-A7B3-2C813591244A}" type="presParOf" srcId="{C17424C5-A673-024D-98AF-CF3589C33E9E}" destId="{A6D2456F-B5CC-8B47-9757-E2605AF50CB1}" srcOrd="3" destOrd="0" presId="urn:microsoft.com/office/officeart/2005/8/layout/vList2"/>
    <dgm:cxn modelId="{991D2955-E5FF-C440-9B0E-3918502A58D3}" type="presParOf" srcId="{C17424C5-A673-024D-98AF-CF3589C33E9E}" destId="{0097712B-29C5-704D-BEEF-211734F24CE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702F672-8CB1-DD43-B5E1-BFDAC68A88D7}" type="doc">
      <dgm:prSet loTypeId="urn:microsoft.com/office/officeart/2005/8/layout/vList2" loCatId="list" qsTypeId="urn:microsoft.com/office/officeart/2005/8/quickstyle/simple1" qsCatId="simple" csTypeId="urn:microsoft.com/office/officeart/2005/8/colors/accent2_4" csCatId="accent2"/>
      <dgm:spPr/>
      <dgm:t>
        <a:bodyPr/>
        <a:lstStyle/>
        <a:p>
          <a:endParaRPr lang="fr-CA"/>
        </a:p>
      </dgm:t>
    </dgm:pt>
    <dgm:pt modelId="{4839665D-41C3-9644-B165-9E55B56751F8}">
      <dgm:prSet/>
      <dgm:spPr/>
      <dgm:t>
        <a:bodyPr/>
        <a:lstStyle/>
        <a:p>
          <a:r>
            <a:rPr lang="fr-FR"/>
            <a:t>La classe PrintStream permet aussi de faire un print des types de base. </a:t>
          </a:r>
          <a:endParaRPr lang="fr-CA"/>
        </a:p>
      </dgm:t>
    </dgm:pt>
    <dgm:pt modelId="{45124329-57E8-F446-9783-2F9F8DBE0DE0}" type="parTrans" cxnId="{A58364C1-048F-2B4E-A01B-C0621BB0216D}">
      <dgm:prSet/>
      <dgm:spPr/>
      <dgm:t>
        <a:bodyPr/>
        <a:lstStyle/>
        <a:p>
          <a:endParaRPr lang="fr-CA"/>
        </a:p>
      </dgm:t>
    </dgm:pt>
    <dgm:pt modelId="{F8570D31-D645-A149-97EE-84731B4755EC}" type="sibTrans" cxnId="{A58364C1-048F-2B4E-A01B-C0621BB0216D}">
      <dgm:prSet/>
      <dgm:spPr/>
      <dgm:t>
        <a:bodyPr/>
        <a:lstStyle/>
        <a:p>
          <a:endParaRPr lang="fr-CA"/>
        </a:p>
      </dgm:t>
    </dgm:pt>
    <dgm:pt modelId="{36AD643F-3F7D-E04C-B2CB-B75F65F5F3C1}">
      <dgm:prSet/>
      <dgm:spPr/>
      <dgm:t>
        <a:bodyPr/>
        <a:lstStyle/>
        <a:p>
          <a:r>
            <a:rPr lang="fr-FR"/>
            <a:t>Pour des raisons historiques, les objets prédéfinis System.out (Sortie standard, habituellement à l’écran) et System.err sont des PrintStream plutôt que des printWriter</a:t>
          </a:r>
          <a:endParaRPr lang="fr-CA"/>
        </a:p>
      </dgm:t>
    </dgm:pt>
    <dgm:pt modelId="{477AD691-B809-C542-B25E-8F9B43D9E982}" type="parTrans" cxnId="{435AC55A-8D06-8A4E-81BC-891BCC671086}">
      <dgm:prSet/>
      <dgm:spPr/>
      <dgm:t>
        <a:bodyPr/>
        <a:lstStyle/>
        <a:p>
          <a:endParaRPr lang="fr-CA"/>
        </a:p>
      </dgm:t>
    </dgm:pt>
    <dgm:pt modelId="{4DF1C536-8EC2-CA49-96FD-4FB57781EF0F}" type="sibTrans" cxnId="{435AC55A-8D06-8A4E-81BC-891BCC671086}">
      <dgm:prSet/>
      <dgm:spPr/>
      <dgm:t>
        <a:bodyPr/>
        <a:lstStyle/>
        <a:p>
          <a:endParaRPr lang="fr-CA"/>
        </a:p>
      </dgm:t>
    </dgm:pt>
    <dgm:pt modelId="{032D716E-1753-1247-9EC2-216BDCC9A79B}">
      <dgm:prSet/>
      <dgm:spPr/>
      <dgm:t>
        <a:bodyPr/>
        <a:lstStyle/>
        <a:p>
          <a:r>
            <a:rPr lang="fr-FR"/>
            <a:t>Lien : </a:t>
          </a:r>
          <a:r>
            <a:rPr lang="fr-FR">
              <a:hlinkClick xmlns:r="http://schemas.openxmlformats.org/officeDocument/2006/relationships" r:id="rId1"/>
            </a:rPr>
            <a:t>https://docs.oracle.com/javase/8/docs/api/java/io/PrintStream.html</a:t>
          </a:r>
          <a:r>
            <a:rPr lang="fr-FR"/>
            <a:t> </a:t>
          </a:r>
          <a:endParaRPr lang="fr-CA"/>
        </a:p>
      </dgm:t>
    </dgm:pt>
    <dgm:pt modelId="{A7A09C4F-09CD-2845-A54B-13CCC2885336}" type="parTrans" cxnId="{A850A570-5A13-BC4A-BF61-25262773A6BE}">
      <dgm:prSet/>
      <dgm:spPr/>
      <dgm:t>
        <a:bodyPr/>
        <a:lstStyle/>
        <a:p>
          <a:endParaRPr lang="fr-CA"/>
        </a:p>
      </dgm:t>
    </dgm:pt>
    <dgm:pt modelId="{1780A9CF-6F85-8748-A13E-C91C342AE160}" type="sibTrans" cxnId="{A850A570-5A13-BC4A-BF61-25262773A6BE}">
      <dgm:prSet/>
      <dgm:spPr/>
      <dgm:t>
        <a:bodyPr/>
        <a:lstStyle/>
        <a:p>
          <a:endParaRPr lang="fr-CA"/>
        </a:p>
      </dgm:t>
    </dgm:pt>
    <dgm:pt modelId="{B254EC6D-93B2-E642-B67A-466961AE6423}" type="pres">
      <dgm:prSet presAssocID="{7702F672-8CB1-DD43-B5E1-BFDAC68A88D7}" presName="linear" presStyleCnt="0">
        <dgm:presLayoutVars>
          <dgm:animLvl val="lvl"/>
          <dgm:resizeHandles val="exact"/>
        </dgm:presLayoutVars>
      </dgm:prSet>
      <dgm:spPr/>
    </dgm:pt>
    <dgm:pt modelId="{C5E33168-AF17-0B4F-93FE-F7584C6346AD}" type="pres">
      <dgm:prSet presAssocID="{4839665D-41C3-9644-B165-9E55B56751F8}" presName="parentText" presStyleLbl="node1" presStyleIdx="0" presStyleCnt="3">
        <dgm:presLayoutVars>
          <dgm:chMax val="0"/>
          <dgm:bulletEnabled val="1"/>
        </dgm:presLayoutVars>
      </dgm:prSet>
      <dgm:spPr/>
    </dgm:pt>
    <dgm:pt modelId="{3B012CF2-A076-674F-ACB8-3280CFA70E23}" type="pres">
      <dgm:prSet presAssocID="{F8570D31-D645-A149-97EE-84731B4755EC}" presName="spacer" presStyleCnt="0"/>
      <dgm:spPr/>
    </dgm:pt>
    <dgm:pt modelId="{5D6EEC08-4B9A-134B-8610-4079AF923C02}" type="pres">
      <dgm:prSet presAssocID="{36AD643F-3F7D-E04C-B2CB-B75F65F5F3C1}" presName="parentText" presStyleLbl="node1" presStyleIdx="1" presStyleCnt="3">
        <dgm:presLayoutVars>
          <dgm:chMax val="0"/>
          <dgm:bulletEnabled val="1"/>
        </dgm:presLayoutVars>
      </dgm:prSet>
      <dgm:spPr/>
    </dgm:pt>
    <dgm:pt modelId="{F5860ECD-FEF7-1B4B-83B4-C5EE961AF5A7}" type="pres">
      <dgm:prSet presAssocID="{4DF1C536-8EC2-CA49-96FD-4FB57781EF0F}" presName="spacer" presStyleCnt="0"/>
      <dgm:spPr/>
    </dgm:pt>
    <dgm:pt modelId="{329F11EC-5E74-AA4F-9E81-63A127E1B364}" type="pres">
      <dgm:prSet presAssocID="{032D716E-1753-1247-9EC2-216BDCC9A79B}" presName="parentText" presStyleLbl="node1" presStyleIdx="2" presStyleCnt="3">
        <dgm:presLayoutVars>
          <dgm:chMax val="0"/>
          <dgm:bulletEnabled val="1"/>
        </dgm:presLayoutVars>
      </dgm:prSet>
      <dgm:spPr/>
    </dgm:pt>
  </dgm:ptLst>
  <dgm:cxnLst>
    <dgm:cxn modelId="{D206A410-1F91-4F49-8591-4E8532492D76}" type="presOf" srcId="{7702F672-8CB1-DD43-B5E1-BFDAC68A88D7}" destId="{B254EC6D-93B2-E642-B67A-466961AE6423}" srcOrd="0" destOrd="0" presId="urn:microsoft.com/office/officeart/2005/8/layout/vList2"/>
    <dgm:cxn modelId="{C544D629-9668-4542-BBDB-E6220C035FC3}" type="presOf" srcId="{032D716E-1753-1247-9EC2-216BDCC9A79B}" destId="{329F11EC-5E74-AA4F-9E81-63A127E1B364}" srcOrd="0" destOrd="0" presId="urn:microsoft.com/office/officeart/2005/8/layout/vList2"/>
    <dgm:cxn modelId="{435AC55A-8D06-8A4E-81BC-891BCC671086}" srcId="{7702F672-8CB1-DD43-B5E1-BFDAC68A88D7}" destId="{36AD643F-3F7D-E04C-B2CB-B75F65F5F3C1}" srcOrd="1" destOrd="0" parTransId="{477AD691-B809-C542-B25E-8F9B43D9E982}" sibTransId="{4DF1C536-8EC2-CA49-96FD-4FB57781EF0F}"/>
    <dgm:cxn modelId="{A850A570-5A13-BC4A-BF61-25262773A6BE}" srcId="{7702F672-8CB1-DD43-B5E1-BFDAC68A88D7}" destId="{032D716E-1753-1247-9EC2-216BDCC9A79B}" srcOrd="2" destOrd="0" parTransId="{A7A09C4F-09CD-2845-A54B-13CCC2885336}" sibTransId="{1780A9CF-6F85-8748-A13E-C91C342AE160}"/>
    <dgm:cxn modelId="{1B3DD4A6-9EBE-D549-BF44-5E452A83D638}" type="presOf" srcId="{4839665D-41C3-9644-B165-9E55B56751F8}" destId="{C5E33168-AF17-0B4F-93FE-F7584C6346AD}" srcOrd="0" destOrd="0" presId="urn:microsoft.com/office/officeart/2005/8/layout/vList2"/>
    <dgm:cxn modelId="{A58364C1-048F-2B4E-A01B-C0621BB0216D}" srcId="{7702F672-8CB1-DD43-B5E1-BFDAC68A88D7}" destId="{4839665D-41C3-9644-B165-9E55B56751F8}" srcOrd="0" destOrd="0" parTransId="{45124329-57E8-F446-9783-2F9F8DBE0DE0}" sibTransId="{F8570D31-D645-A149-97EE-84731B4755EC}"/>
    <dgm:cxn modelId="{EEE217E4-1F15-584F-862D-2A097A8965FF}" type="presOf" srcId="{36AD643F-3F7D-E04C-B2CB-B75F65F5F3C1}" destId="{5D6EEC08-4B9A-134B-8610-4079AF923C02}" srcOrd="0" destOrd="0" presId="urn:microsoft.com/office/officeart/2005/8/layout/vList2"/>
    <dgm:cxn modelId="{D377D4B2-42B6-FD44-934F-EB3F3F09F664}" type="presParOf" srcId="{B254EC6D-93B2-E642-B67A-466961AE6423}" destId="{C5E33168-AF17-0B4F-93FE-F7584C6346AD}" srcOrd="0" destOrd="0" presId="urn:microsoft.com/office/officeart/2005/8/layout/vList2"/>
    <dgm:cxn modelId="{98BC14CC-5DA4-ED44-8178-A4F635231AAF}" type="presParOf" srcId="{B254EC6D-93B2-E642-B67A-466961AE6423}" destId="{3B012CF2-A076-674F-ACB8-3280CFA70E23}" srcOrd="1" destOrd="0" presId="urn:microsoft.com/office/officeart/2005/8/layout/vList2"/>
    <dgm:cxn modelId="{4A438CA1-A0FD-9A40-B736-BE2219A0A380}" type="presParOf" srcId="{B254EC6D-93B2-E642-B67A-466961AE6423}" destId="{5D6EEC08-4B9A-134B-8610-4079AF923C02}" srcOrd="2" destOrd="0" presId="urn:microsoft.com/office/officeart/2005/8/layout/vList2"/>
    <dgm:cxn modelId="{4718B535-E5A6-5449-A433-6DB411E65911}" type="presParOf" srcId="{B254EC6D-93B2-E642-B67A-466961AE6423}" destId="{F5860ECD-FEF7-1B4B-83B4-C5EE961AF5A7}" srcOrd="3" destOrd="0" presId="urn:microsoft.com/office/officeart/2005/8/layout/vList2"/>
    <dgm:cxn modelId="{C841E626-805F-024D-A3EE-4E53021CA7F0}" type="presParOf" srcId="{B254EC6D-93B2-E642-B67A-466961AE6423}" destId="{329F11EC-5E74-AA4F-9E81-63A127E1B36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A1DF0DC-271E-49D1-B418-A6D9E6B635DC}"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E93A9457-1938-4FEF-A453-FD421D764335}">
      <dgm:prSet/>
      <dgm:spPr/>
      <dgm:t>
        <a:bodyPr/>
        <a:lstStyle/>
        <a:p>
          <a:r>
            <a:rPr lang="fr-FR" dirty="0"/>
            <a:t>La classe </a:t>
          </a:r>
          <a:r>
            <a:rPr lang="fr-FR" dirty="0" err="1"/>
            <a:t>java.io.File</a:t>
          </a:r>
          <a:r>
            <a:rPr lang="fr-FR" dirty="0"/>
            <a:t> permet de manipuler la hiérarchie des répertoires de fichiers.</a:t>
          </a:r>
          <a:endParaRPr lang="en-US" dirty="0"/>
        </a:p>
      </dgm:t>
    </dgm:pt>
    <dgm:pt modelId="{40C454E5-BFD5-47CF-AE04-C3C4DF8C192F}" type="parTrans" cxnId="{CB6073CF-1406-4B43-876D-8228883D47DF}">
      <dgm:prSet/>
      <dgm:spPr/>
      <dgm:t>
        <a:bodyPr/>
        <a:lstStyle/>
        <a:p>
          <a:endParaRPr lang="en-US"/>
        </a:p>
      </dgm:t>
    </dgm:pt>
    <dgm:pt modelId="{12B6D0B8-7C76-4015-8B07-7DA767FDB8EC}" type="sibTrans" cxnId="{CB6073CF-1406-4B43-876D-8228883D47DF}">
      <dgm:prSet/>
      <dgm:spPr/>
      <dgm:t>
        <a:bodyPr/>
        <a:lstStyle/>
        <a:p>
          <a:endParaRPr lang="en-US"/>
        </a:p>
      </dgm:t>
    </dgm:pt>
    <dgm:pt modelId="{2D7AE987-1D6A-4C7C-B65D-A27426880289}">
      <dgm:prSet/>
      <dgm:spPr/>
      <dgm:t>
        <a:bodyPr/>
        <a:lstStyle/>
        <a:p>
          <a:r>
            <a:rPr lang="fr-FR"/>
            <a:t>Elle permet de vérifier si un fichier ou répertoire existe ou non, de créer des fichiers ou des répertoires, de parcourir la hiérarchie, de renommer un fichier ou un répertoire, etc. </a:t>
          </a:r>
          <a:endParaRPr lang="en-US"/>
        </a:p>
      </dgm:t>
    </dgm:pt>
    <dgm:pt modelId="{5646DA92-6F6E-47E2-A47D-E44EFC6985A9}" type="parTrans" cxnId="{BBFABA1C-9C7B-46B4-9646-728A4F747C8A}">
      <dgm:prSet/>
      <dgm:spPr/>
      <dgm:t>
        <a:bodyPr/>
        <a:lstStyle/>
        <a:p>
          <a:endParaRPr lang="en-US"/>
        </a:p>
      </dgm:t>
    </dgm:pt>
    <dgm:pt modelId="{6E8ABFAC-F9D5-4745-9DE2-B6917B720716}" type="sibTrans" cxnId="{BBFABA1C-9C7B-46B4-9646-728A4F747C8A}">
      <dgm:prSet/>
      <dgm:spPr/>
      <dgm:t>
        <a:bodyPr/>
        <a:lstStyle/>
        <a:p>
          <a:endParaRPr lang="en-US"/>
        </a:p>
      </dgm:t>
    </dgm:pt>
    <dgm:pt modelId="{E26E0F07-2292-4108-8BEB-285CD26E5354}">
      <dgm:prSet/>
      <dgm:spPr/>
      <dgm:t>
        <a:bodyPr/>
        <a:lstStyle/>
        <a:p>
          <a:r>
            <a:rPr lang="fr-FR"/>
            <a:t>Lien java.io.file : </a:t>
          </a:r>
          <a:r>
            <a:rPr lang="fr-FR">
              <a:hlinkClick xmlns:r="http://schemas.openxmlformats.org/officeDocument/2006/relationships" r:id="rId1"/>
            </a:rPr>
            <a:t>https://docs.oracle.com/javase/8/docs/api/java/io/File.html</a:t>
          </a:r>
          <a:r>
            <a:rPr lang="fr-FR"/>
            <a:t> </a:t>
          </a:r>
          <a:endParaRPr lang="en-US"/>
        </a:p>
      </dgm:t>
    </dgm:pt>
    <dgm:pt modelId="{B174B804-234C-466A-988B-841609201C58}" type="parTrans" cxnId="{23B7C838-0F44-4473-80DC-71A947008553}">
      <dgm:prSet/>
      <dgm:spPr/>
      <dgm:t>
        <a:bodyPr/>
        <a:lstStyle/>
        <a:p>
          <a:endParaRPr lang="en-US"/>
        </a:p>
      </dgm:t>
    </dgm:pt>
    <dgm:pt modelId="{6A1B5BFE-1F7B-4D55-A84C-014871EF3914}" type="sibTrans" cxnId="{23B7C838-0F44-4473-80DC-71A947008553}">
      <dgm:prSet/>
      <dgm:spPr/>
      <dgm:t>
        <a:bodyPr/>
        <a:lstStyle/>
        <a:p>
          <a:endParaRPr lang="en-US"/>
        </a:p>
      </dgm:t>
    </dgm:pt>
    <dgm:pt modelId="{35974B99-C2BA-0946-B8E2-3603BDED04CB}" type="pres">
      <dgm:prSet presAssocID="{DA1DF0DC-271E-49D1-B418-A6D9E6B635DC}" presName="linear" presStyleCnt="0">
        <dgm:presLayoutVars>
          <dgm:animLvl val="lvl"/>
          <dgm:resizeHandles val="exact"/>
        </dgm:presLayoutVars>
      </dgm:prSet>
      <dgm:spPr/>
    </dgm:pt>
    <dgm:pt modelId="{2B70732C-791E-A04F-A61E-D577F257E5A2}" type="pres">
      <dgm:prSet presAssocID="{E93A9457-1938-4FEF-A453-FD421D764335}" presName="parentText" presStyleLbl="node1" presStyleIdx="0" presStyleCnt="3">
        <dgm:presLayoutVars>
          <dgm:chMax val="0"/>
          <dgm:bulletEnabled val="1"/>
        </dgm:presLayoutVars>
      </dgm:prSet>
      <dgm:spPr/>
    </dgm:pt>
    <dgm:pt modelId="{B4A52F7E-86A4-4C49-A6DF-3ACF2D57CFB4}" type="pres">
      <dgm:prSet presAssocID="{12B6D0B8-7C76-4015-8B07-7DA767FDB8EC}" presName="spacer" presStyleCnt="0"/>
      <dgm:spPr/>
    </dgm:pt>
    <dgm:pt modelId="{F43A1911-B263-5A40-A198-FA32DFFB7AA1}" type="pres">
      <dgm:prSet presAssocID="{2D7AE987-1D6A-4C7C-B65D-A27426880289}" presName="parentText" presStyleLbl="node1" presStyleIdx="1" presStyleCnt="3">
        <dgm:presLayoutVars>
          <dgm:chMax val="0"/>
          <dgm:bulletEnabled val="1"/>
        </dgm:presLayoutVars>
      </dgm:prSet>
      <dgm:spPr/>
    </dgm:pt>
    <dgm:pt modelId="{EB4EF35C-C666-D540-9CB1-A13CBF86D19A}" type="pres">
      <dgm:prSet presAssocID="{6E8ABFAC-F9D5-4745-9DE2-B6917B720716}" presName="spacer" presStyleCnt="0"/>
      <dgm:spPr/>
    </dgm:pt>
    <dgm:pt modelId="{8546F869-EB34-CA43-9CB2-31C2749FF975}" type="pres">
      <dgm:prSet presAssocID="{E26E0F07-2292-4108-8BEB-285CD26E5354}" presName="parentText" presStyleLbl="node1" presStyleIdx="2" presStyleCnt="3">
        <dgm:presLayoutVars>
          <dgm:chMax val="0"/>
          <dgm:bulletEnabled val="1"/>
        </dgm:presLayoutVars>
      </dgm:prSet>
      <dgm:spPr/>
    </dgm:pt>
  </dgm:ptLst>
  <dgm:cxnLst>
    <dgm:cxn modelId="{BBFABA1C-9C7B-46B4-9646-728A4F747C8A}" srcId="{DA1DF0DC-271E-49D1-B418-A6D9E6B635DC}" destId="{2D7AE987-1D6A-4C7C-B65D-A27426880289}" srcOrd="1" destOrd="0" parTransId="{5646DA92-6F6E-47E2-A47D-E44EFC6985A9}" sibTransId="{6E8ABFAC-F9D5-4745-9DE2-B6917B720716}"/>
    <dgm:cxn modelId="{D7966622-A843-2543-A2C4-0BC770FFCA22}" type="presOf" srcId="{2D7AE987-1D6A-4C7C-B65D-A27426880289}" destId="{F43A1911-B263-5A40-A198-FA32DFFB7AA1}" srcOrd="0" destOrd="0" presId="urn:microsoft.com/office/officeart/2005/8/layout/vList2"/>
    <dgm:cxn modelId="{23B7C838-0F44-4473-80DC-71A947008553}" srcId="{DA1DF0DC-271E-49D1-B418-A6D9E6B635DC}" destId="{E26E0F07-2292-4108-8BEB-285CD26E5354}" srcOrd="2" destOrd="0" parTransId="{B174B804-234C-466A-988B-841609201C58}" sibTransId="{6A1B5BFE-1F7B-4D55-A84C-014871EF3914}"/>
    <dgm:cxn modelId="{863E546A-BE68-8842-890D-A1D84DDB4CF9}" type="presOf" srcId="{E93A9457-1938-4FEF-A453-FD421D764335}" destId="{2B70732C-791E-A04F-A61E-D577F257E5A2}" srcOrd="0" destOrd="0" presId="urn:microsoft.com/office/officeart/2005/8/layout/vList2"/>
    <dgm:cxn modelId="{E29B28B3-7630-B84C-9CCE-7ABA1C723589}" type="presOf" srcId="{DA1DF0DC-271E-49D1-B418-A6D9E6B635DC}" destId="{35974B99-C2BA-0946-B8E2-3603BDED04CB}" srcOrd="0" destOrd="0" presId="urn:microsoft.com/office/officeart/2005/8/layout/vList2"/>
    <dgm:cxn modelId="{CB6073CF-1406-4B43-876D-8228883D47DF}" srcId="{DA1DF0DC-271E-49D1-B418-A6D9E6B635DC}" destId="{E93A9457-1938-4FEF-A453-FD421D764335}" srcOrd="0" destOrd="0" parTransId="{40C454E5-BFD5-47CF-AE04-C3C4DF8C192F}" sibTransId="{12B6D0B8-7C76-4015-8B07-7DA767FDB8EC}"/>
    <dgm:cxn modelId="{7D43FDD0-9897-D54A-B257-DF49B755E130}" type="presOf" srcId="{E26E0F07-2292-4108-8BEB-285CD26E5354}" destId="{8546F869-EB34-CA43-9CB2-31C2749FF975}" srcOrd="0" destOrd="0" presId="urn:microsoft.com/office/officeart/2005/8/layout/vList2"/>
    <dgm:cxn modelId="{00886F12-011C-544D-912B-4DDBD08733A8}" type="presParOf" srcId="{35974B99-C2BA-0946-B8E2-3603BDED04CB}" destId="{2B70732C-791E-A04F-A61E-D577F257E5A2}" srcOrd="0" destOrd="0" presId="urn:microsoft.com/office/officeart/2005/8/layout/vList2"/>
    <dgm:cxn modelId="{88107B2D-A007-5140-8674-B8DD18C14029}" type="presParOf" srcId="{35974B99-C2BA-0946-B8E2-3603BDED04CB}" destId="{B4A52F7E-86A4-4C49-A6DF-3ACF2D57CFB4}" srcOrd="1" destOrd="0" presId="urn:microsoft.com/office/officeart/2005/8/layout/vList2"/>
    <dgm:cxn modelId="{5856FB11-59F4-264C-ADDB-570D54094C48}" type="presParOf" srcId="{35974B99-C2BA-0946-B8E2-3603BDED04CB}" destId="{F43A1911-B263-5A40-A198-FA32DFFB7AA1}" srcOrd="2" destOrd="0" presId="urn:microsoft.com/office/officeart/2005/8/layout/vList2"/>
    <dgm:cxn modelId="{56AD80AD-F667-C74D-A5DD-6EFF7EC4B0F3}" type="presParOf" srcId="{35974B99-C2BA-0946-B8E2-3603BDED04CB}" destId="{EB4EF35C-C666-D540-9CB1-A13CBF86D19A}" srcOrd="3" destOrd="0" presId="urn:microsoft.com/office/officeart/2005/8/layout/vList2"/>
    <dgm:cxn modelId="{26E64112-4F77-5D41-8445-D2722E526B1C}" type="presParOf" srcId="{35974B99-C2BA-0946-B8E2-3603BDED04CB}" destId="{8546F869-EB34-CA43-9CB2-31C2749FF975}"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782758F-CCFD-4FD8-B2C9-8A9BEC9F530F}"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en-US"/>
        </a:p>
      </dgm:t>
    </dgm:pt>
    <dgm:pt modelId="{FCF1480E-BCFD-43D3-BA2F-75920DE2D772}">
      <dgm:prSet/>
      <dgm:spPr/>
      <dgm:t>
        <a:bodyPr/>
        <a:lstStyle/>
        <a:p>
          <a:r>
            <a:rPr lang="fr-FR" dirty="0"/>
            <a:t>La classe </a:t>
          </a:r>
          <a:r>
            <a:rPr lang="fr-FR" dirty="0" err="1"/>
            <a:t>RandomAcessFile</a:t>
          </a:r>
          <a:r>
            <a:rPr lang="fr-FR" dirty="0"/>
            <a:t> permet de manipuler les données d’une manière plus performante en accédant directement aux données sans devoir passer par le traitement de tous les objets du fichier comme le cas du fichier sériel.</a:t>
          </a:r>
          <a:endParaRPr lang="en-US" dirty="0"/>
        </a:p>
      </dgm:t>
    </dgm:pt>
    <dgm:pt modelId="{5C0B89D1-0C92-4994-9ED7-0388D8BD95ED}" type="parTrans" cxnId="{CE4DC23B-9BAB-4BD7-BDF2-2801D0A44D45}">
      <dgm:prSet/>
      <dgm:spPr/>
      <dgm:t>
        <a:bodyPr/>
        <a:lstStyle/>
        <a:p>
          <a:endParaRPr lang="en-US"/>
        </a:p>
      </dgm:t>
    </dgm:pt>
    <dgm:pt modelId="{086EE541-7C5C-4E99-9F95-1A69D5103ADF}" type="sibTrans" cxnId="{CE4DC23B-9BAB-4BD7-BDF2-2801D0A44D45}">
      <dgm:prSet/>
      <dgm:spPr/>
      <dgm:t>
        <a:bodyPr/>
        <a:lstStyle/>
        <a:p>
          <a:endParaRPr lang="en-US"/>
        </a:p>
      </dgm:t>
    </dgm:pt>
    <dgm:pt modelId="{49782EBF-D176-4E57-8FEC-6F8DD00D6D4B}">
      <dgm:prSet/>
      <dgm:spPr/>
      <dgm:t>
        <a:bodyPr/>
        <a:lstStyle/>
        <a:p>
          <a:r>
            <a:rPr lang="fr-FR"/>
            <a:t>Les données d’un objet sont représentées par un ensemble d’octets appelé un enregistrement – record. </a:t>
          </a:r>
          <a:endParaRPr lang="en-US"/>
        </a:p>
      </dgm:t>
    </dgm:pt>
    <dgm:pt modelId="{0537C258-2149-4525-BC87-832B59AA54DC}" type="parTrans" cxnId="{B2B68D70-6025-4361-9DB0-2FF99BE25610}">
      <dgm:prSet/>
      <dgm:spPr/>
      <dgm:t>
        <a:bodyPr/>
        <a:lstStyle/>
        <a:p>
          <a:endParaRPr lang="en-US"/>
        </a:p>
      </dgm:t>
    </dgm:pt>
    <dgm:pt modelId="{4723E5F3-FBA4-48ED-98A7-1BFDE3A89556}" type="sibTrans" cxnId="{B2B68D70-6025-4361-9DB0-2FF99BE25610}">
      <dgm:prSet/>
      <dgm:spPr/>
      <dgm:t>
        <a:bodyPr/>
        <a:lstStyle/>
        <a:p>
          <a:endParaRPr lang="en-US"/>
        </a:p>
      </dgm:t>
    </dgm:pt>
    <dgm:pt modelId="{454B939A-2187-44A0-A076-F3DDC8B4E915}">
      <dgm:prSet/>
      <dgm:spPr/>
      <dgm:t>
        <a:bodyPr/>
        <a:lstStyle/>
        <a:p>
          <a:r>
            <a:rPr lang="fr-FR"/>
            <a:t>Les données sont écrites et lues sans passer par la sérialisation. </a:t>
          </a:r>
          <a:endParaRPr lang="en-US"/>
        </a:p>
      </dgm:t>
    </dgm:pt>
    <dgm:pt modelId="{310F5C2A-E376-4299-82E1-9781D744F550}" type="parTrans" cxnId="{CE532239-F79F-4DEA-9573-ED73F482930A}">
      <dgm:prSet/>
      <dgm:spPr/>
      <dgm:t>
        <a:bodyPr/>
        <a:lstStyle/>
        <a:p>
          <a:endParaRPr lang="en-US"/>
        </a:p>
      </dgm:t>
    </dgm:pt>
    <dgm:pt modelId="{2F765347-2A6F-4EE4-ADE0-E136E4829B85}" type="sibTrans" cxnId="{CE532239-F79F-4DEA-9573-ED73F482930A}">
      <dgm:prSet/>
      <dgm:spPr/>
      <dgm:t>
        <a:bodyPr/>
        <a:lstStyle/>
        <a:p>
          <a:endParaRPr lang="en-US"/>
        </a:p>
      </dgm:t>
    </dgm:pt>
    <dgm:pt modelId="{E973404E-924E-4D59-A39F-5BE6EBE4AE83}">
      <dgm:prSet/>
      <dgm:spPr/>
      <dgm:t>
        <a:bodyPr/>
        <a:lstStyle/>
        <a:p>
          <a:r>
            <a:rPr lang="fr-FR"/>
            <a:t>Il est possible d’accéder directement aux données d’un objet particulier soit pour lire ou soit pour l’écrire</a:t>
          </a:r>
          <a:endParaRPr lang="en-US"/>
        </a:p>
      </dgm:t>
    </dgm:pt>
    <dgm:pt modelId="{B3BD6D5A-1E71-401A-B2A7-A97B3F58F27E}" type="parTrans" cxnId="{00F002F8-FD3E-41E8-81E1-2965ACCF48E0}">
      <dgm:prSet/>
      <dgm:spPr/>
      <dgm:t>
        <a:bodyPr/>
        <a:lstStyle/>
        <a:p>
          <a:endParaRPr lang="en-US"/>
        </a:p>
      </dgm:t>
    </dgm:pt>
    <dgm:pt modelId="{2F80FB73-1846-4AF6-8B9C-384F8B2DFC03}" type="sibTrans" cxnId="{00F002F8-FD3E-41E8-81E1-2965ACCF48E0}">
      <dgm:prSet/>
      <dgm:spPr/>
      <dgm:t>
        <a:bodyPr/>
        <a:lstStyle/>
        <a:p>
          <a:endParaRPr lang="en-US"/>
        </a:p>
      </dgm:t>
    </dgm:pt>
    <dgm:pt modelId="{7914580C-7E17-420E-9C55-224ABA914359}">
      <dgm:prSet/>
      <dgm:spPr/>
      <dgm:t>
        <a:bodyPr/>
        <a:lstStyle/>
        <a:p>
          <a:r>
            <a:rPr lang="fr-FR"/>
            <a:t>Un nouvel enregistrement est toujours ajouté à la fin du fichier. Pour simplifier, la suppression d’enregistrement n’est pas permise.</a:t>
          </a:r>
          <a:endParaRPr lang="en-US"/>
        </a:p>
      </dgm:t>
    </dgm:pt>
    <dgm:pt modelId="{469349C3-3C6A-4A18-B054-939DBE96D4D3}" type="parTrans" cxnId="{E9FA70AE-C6E6-4B7F-BCB8-2413103618C4}">
      <dgm:prSet/>
      <dgm:spPr/>
      <dgm:t>
        <a:bodyPr/>
        <a:lstStyle/>
        <a:p>
          <a:endParaRPr lang="en-US"/>
        </a:p>
      </dgm:t>
    </dgm:pt>
    <dgm:pt modelId="{74E736F0-0876-4D4A-9E2E-29DD94B0E8A8}" type="sibTrans" cxnId="{E9FA70AE-C6E6-4B7F-BCB8-2413103618C4}">
      <dgm:prSet/>
      <dgm:spPr/>
      <dgm:t>
        <a:bodyPr/>
        <a:lstStyle/>
        <a:p>
          <a:endParaRPr lang="en-US"/>
        </a:p>
      </dgm:t>
    </dgm:pt>
    <dgm:pt modelId="{F78B5545-76D9-4B45-A748-EDC23D1B1D8D}">
      <dgm:prSet/>
      <dgm:spPr/>
      <dgm:t>
        <a:bodyPr/>
        <a:lstStyle/>
        <a:p>
          <a:r>
            <a:rPr lang="fr-CA" dirty="0"/>
            <a:t>https://</a:t>
          </a:r>
          <a:r>
            <a:rPr lang="fr-CA" dirty="0" err="1"/>
            <a:t>docs.oracle.com</a:t>
          </a:r>
          <a:r>
            <a:rPr lang="fr-CA" dirty="0"/>
            <a:t>/</a:t>
          </a:r>
          <a:r>
            <a:rPr lang="fr-CA" dirty="0" err="1"/>
            <a:t>javase</a:t>
          </a:r>
          <a:r>
            <a:rPr lang="fr-CA" dirty="0"/>
            <a:t>/8/docs/api/java/</a:t>
          </a:r>
          <a:r>
            <a:rPr lang="fr-CA" dirty="0" err="1"/>
            <a:t>io</a:t>
          </a:r>
          <a:r>
            <a:rPr lang="fr-CA" dirty="0"/>
            <a:t>/</a:t>
          </a:r>
          <a:r>
            <a:rPr lang="fr-CA" dirty="0" err="1"/>
            <a:t>RandomAccessFile.html</a:t>
          </a:r>
          <a:endParaRPr lang="en-US" dirty="0"/>
        </a:p>
      </dgm:t>
    </dgm:pt>
    <dgm:pt modelId="{20B8097F-92BF-B248-8867-EAD89BCAFAC2}" type="parTrans" cxnId="{0534D645-8513-AA47-803A-8998E19A411D}">
      <dgm:prSet/>
      <dgm:spPr/>
      <dgm:t>
        <a:bodyPr/>
        <a:lstStyle/>
        <a:p>
          <a:endParaRPr lang="fr-CA"/>
        </a:p>
      </dgm:t>
    </dgm:pt>
    <dgm:pt modelId="{500C2692-25CD-B145-AD53-1D3186FD11E2}" type="sibTrans" cxnId="{0534D645-8513-AA47-803A-8998E19A411D}">
      <dgm:prSet/>
      <dgm:spPr/>
      <dgm:t>
        <a:bodyPr/>
        <a:lstStyle/>
        <a:p>
          <a:endParaRPr lang="fr-CA"/>
        </a:p>
      </dgm:t>
    </dgm:pt>
    <dgm:pt modelId="{05D3301C-DEAA-A243-9F8F-E58988F2A88C}" type="pres">
      <dgm:prSet presAssocID="{D782758F-CCFD-4FD8-B2C9-8A9BEC9F530F}" presName="Name0" presStyleCnt="0">
        <dgm:presLayoutVars>
          <dgm:chMax val="7"/>
          <dgm:chPref val="7"/>
          <dgm:dir/>
        </dgm:presLayoutVars>
      </dgm:prSet>
      <dgm:spPr/>
    </dgm:pt>
    <dgm:pt modelId="{22E6F19E-1450-0C48-AE38-13F86D4B9681}" type="pres">
      <dgm:prSet presAssocID="{D782758F-CCFD-4FD8-B2C9-8A9BEC9F530F}" presName="Name1" presStyleCnt="0"/>
      <dgm:spPr/>
    </dgm:pt>
    <dgm:pt modelId="{AC527700-0B90-0845-9C15-51D84469A4EF}" type="pres">
      <dgm:prSet presAssocID="{D782758F-CCFD-4FD8-B2C9-8A9BEC9F530F}" presName="cycle" presStyleCnt="0"/>
      <dgm:spPr/>
    </dgm:pt>
    <dgm:pt modelId="{47CC1969-DAEF-E343-A5D8-A01DADFA8D5C}" type="pres">
      <dgm:prSet presAssocID="{D782758F-CCFD-4FD8-B2C9-8A9BEC9F530F}" presName="srcNode" presStyleLbl="node1" presStyleIdx="0" presStyleCnt="6"/>
      <dgm:spPr/>
    </dgm:pt>
    <dgm:pt modelId="{97C23F7D-ADBA-0342-BD22-32D0FFF0DDFA}" type="pres">
      <dgm:prSet presAssocID="{D782758F-CCFD-4FD8-B2C9-8A9BEC9F530F}" presName="conn" presStyleLbl="parChTrans1D2" presStyleIdx="0" presStyleCnt="1"/>
      <dgm:spPr/>
    </dgm:pt>
    <dgm:pt modelId="{881B324A-6736-7847-88BE-1CA8D8643674}" type="pres">
      <dgm:prSet presAssocID="{D782758F-CCFD-4FD8-B2C9-8A9BEC9F530F}" presName="extraNode" presStyleLbl="node1" presStyleIdx="0" presStyleCnt="6"/>
      <dgm:spPr/>
    </dgm:pt>
    <dgm:pt modelId="{F46CABC9-67AE-7F4E-89D1-189364308877}" type="pres">
      <dgm:prSet presAssocID="{D782758F-CCFD-4FD8-B2C9-8A9BEC9F530F}" presName="dstNode" presStyleLbl="node1" presStyleIdx="0" presStyleCnt="6"/>
      <dgm:spPr/>
    </dgm:pt>
    <dgm:pt modelId="{393BE176-148E-F84D-BD2F-0A91322D939A}" type="pres">
      <dgm:prSet presAssocID="{FCF1480E-BCFD-43D3-BA2F-75920DE2D772}" presName="text_1" presStyleLbl="node1" presStyleIdx="0" presStyleCnt="6">
        <dgm:presLayoutVars>
          <dgm:bulletEnabled val="1"/>
        </dgm:presLayoutVars>
      </dgm:prSet>
      <dgm:spPr/>
    </dgm:pt>
    <dgm:pt modelId="{9886265A-9C81-584A-941B-3AB41671EC97}" type="pres">
      <dgm:prSet presAssocID="{FCF1480E-BCFD-43D3-BA2F-75920DE2D772}" presName="accent_1" presStyleCnt="0"/>
      <dgm:spPr/>
    </dgm:pt>
    <dgm:pt modelId="{225B9BE4-58E0-6543-8216-F371022DA691}" type="pres">
      <dgm:prSet presAssocID="{FCF1480E-BCFD-43D3-BA2F-75920DE2D772}" presName="accentRepeatNode" presStyleLbl="solidFgAcc1" presStyleIdx="0" presStyleCnt="6"/>
      <dgm:spPr/>
    </dgm:pt>
    <dgm:pt modelId="{D6D5FE79-41C5-3242-8089-FA0E968D9127}" type="pres">
      <dgm:prSet presAssocID="{49782EBF-D176-4E57-8FEC-6F8DD00D6D4B}" presName="text_2" presStyleLbl="node1" presStyleIdx="1" presStyleCnt="6">
        <dgm:presLayoutVars>
          <dgm:bulletEnabled val="1"/>
        </dgm:presLayoutVars>
      </dgm:prSet>
      <dgm:spPr/>
    </dgm:pt>
    <dgm:pt modelId="{AC0E5A4B-93AB-FC4D-9137-C8609D988967}" type="pres">
      <dgm:prSet presAssocID="{49782EBF-D176-4E57-8FEC-6F8DD00D6D4B}" presName="accent_2" presStyleCnt="0"/>
      <dgm:spPr/>
    </dgm:pt>
    <dgm:pt modelId="{0BF25B9F-1C5A-F04D-9405-5413FBF3E868}" type="pres">
      <dgm:prSet presAssocID="{49782EBF-D176-4E57-8FEC-6F8DD00D6D4B}" presName="accentRepeatNode" presStyleLbl="solidFgAcc1" presStyleIdx="1" presStyleCnt="6"/>
      <dgm:spPr/>
    </dgm:pt>
    <dgm:pt modelId="{1AAABD14-1FB1-6E4B-AE86-C5C3DC9C8FAE}" type="pres">
      <dgm:prSet presAssocID="{454B939A-2187-44A0-A076-F3DDC8B4E915}" presName="text_3" presStyleLbl="node1" presStyleIdx="2" presStyleCnt="6">
        <dgm:presLayoutVars>
          <dgm:bulletEnabled val="1"/>
        </dgm:presLayoutVars>
      </dgm:prSet>
      <dgm:spPr/>
    </dgm:pt>
    <dgm:pt modelId="{FD093381-E144-1242-85F6-854A70630BEC}" type="pres">
      <dgm:prSet presAssocID="{454B939A-2187-44A0-A076-F3DDC8B4E915}" presName="accent_3" presStyleCnt="0"/>
      <dgm:spPr/>
    </dgm:pt>
    <dgm:pt modelId="{D5160DEC-EB7A-984E-91B1-9DF0755C3972}" type="pres">
      <dgm:prSet presAssocID="{454B939A-2187-44A0-A076-F3DDC8B4E915}" presName="accentRepeatNode" presStyleLbl="solidFgAcc1" presStyleIdx="2" presStyleCnt="6"/>
      <dgm:spPr/>
    </dgm:pt>
    <dgm:pt modelId="{433BB0C4-CB9D-BC4C-83C2-EA72AB56AE9B}" type="pres">
      <dgm:prSet presAssocID="{E973404E-924E-4D59-A39F-5BE6EBE4AE83}" presName="text_4" presStyleLbl="node1" presStyleIdx="3" presStyleCnt="6">
        <dgm:presLayoutVars>
          <dgm:bulletEnabled val="1"/>
        </dgm:presLayoutVars>
      </dgm:prSet>
      <dgm:spPr/>
    </dgm:pt>
    <dgm:pt modelId="{FA43D645-B5AC-E34A-8EE0-B5820C64D62D}" type="pres">
      <dgm:prSet presAssocID="{E973404E-924E-4D59-A39F-5BE6EBE4AE83}" presName="accent_4" presStyleCnt="0"/>
      <dgm:spPr/>
    </dgm:pt>
    <dgm:pt modelId="{3B597219-0794-6448-9AC1-B612C3AC3DCD}" type="pres">
      <dgm:prSet presAssocID="{E973404E-924E-4D59-A39F-5BE6EBE4AE83}" presName="accentRepeatNode" presStyleLbl="solidFgAcc1" presStyleIdx="3" presStyleCnt="6"/>
      <dgm:spPr/>
    </dgm:pt>
    <dgm:pt modelId="{028E4175-DA74-B940-A4E9-F46E1B9806E2}" type="pres">
      <dgm:prSet presAssocID="{7914580C-7E17-420E-9C55-224ABA914359}" presName="text_5" presStyleLbl="node1" presStyleIdx="4" presStyleCnt="6">
        <dgm:presLayoutVars>
          <dgm:bulletEnabled val="1"/>
        </dgm:presLayoutVars>
      </dgm:prSet>
      <dgm:spPr/>
    </dgm:pt>
    <dgm:pt modelId="{9AFD473F-A57E-754E-9076-51D99DEBF47C}" type="pres">
      <dgm:prSet presAssocID="{7914580C-7E17-420E-9C55-224ABA914359}" presName="accent_5" presStyleCnt="0"/>
      <dgm:spPr/>
    </dgm:pt>
    <dgm:pt modelId="{1AEB9BD1-F797-3746-AEEB-E05B1A6F9CF6}" type="pres">
      <dgm:prSet presAssocID="{7914580C-7E17-420E-9C55-224ABA914359}" presName="accentRepeatNode" presStyleLbl="solidFgAcc1" presStyleIdx="4" presStyleCnt="6"/>
      <dgm:spPr/>
    </dgm:pt>
    <dgm:pt modelId="{BD6CB47E-C589-7444-B669-1DAAED55B9C1}" type="pres">
      <dgm:prSet presAssocID="{F78B5545-76D9-4B45-A748-EDC23D1B1D8D}" presName="text_6" presStyleLbl="node1" presStyleIdx="5" presStyleCnt="6">
        <dgm:presLayoutVars>
          <dgm:bulletEnabled val="1"/>
        </dgm:presLayoutVars>
      </dgm:prSet>
      <dgm:spPr/>
    </dgm:pt>
    <dgm:pt modelId="{F2D7C822-9A40-E14F-9ED5-AB823664E6F5}" type="pres">
      <dgm:prSet presAssocID="{F78B5545-76D9-4B45-A748-EDC23D1B1D8D}" presName="accent_6" presStyleCnt="0"/>
      <dgm:spPr/>
    </dgm:pt>
    <dgm:pt modelId="{5BF5C3E5-5B7C-6343-91E8-9A2EBCBE7873}" type="pres">
      <dgm:prSet presAssocID="{F78B5545-76D9-4B45-A748-EDC23D1B1D8D}" presName="accentRepeatNode" presStyleLbl="solidFgAcc1" presStyleIdx="5" presStyleCnt="6"/>
      <dgm:spPr/>
    </dgm:pt>
  </dgm:ptLst>
  <dgm:cxnLst>
    <dgm:cxn modelId="{CE532239-F79F-4DEA-9573-ED73F482930A}" srcId="{D782758F-CCFD-4FD8-B2C9-8A9BEC9F530F}" destId="{454B939A-2187-44A0-A076-F3DDC8B4E915}" srcOrd="2" destOrd="0" parTransId="{310F5C2A-E376-4299-82E1-9781D744F550}" sibTransId="{2F765347-2A6F-4EE4-ADE0-E136E4829B85}"/>
    <dgm:cxn modelId="{CE4DC23B-9BAB-4BD7-BDF2-2801D0A44D45}" srcId="{D782758F-CCFD-4FD8-B2C9-8A9BEC9F530F}" destId="{FCF1480E-BCFD-43D3-BA2F-75920DE2D772}" srcOrd="0" destOrd="0" parTransId="{5C0B89D1-0C92-4994-9ED7-0388D8BD95ED}" sibTransId="{086EE541-7C5C-4E99-9F95-1A69D5103ADF}"/>
    <dgm:cxn modelId="{2E1D7841-FAF7-3449-BB3A-738440AAC2C9}" type="presOf" srcId="{E973404E-924E-4D59-A39F-5BE6EBE4AE83}" destId="{433BB0C4-CB9D-BC4C-83C2-EA72AB56AE9B}" srcOrd="0" destOrd="0" presId="urn:microsoft.com/office/officeart/2008/layout/VerticalCurvedList"/>
    <dgm:cxn modelId="{0534D645-8513-AA47-803A-8998E19A411D}" srcId="{D782758F-CCFD-4FD8-B2C9-8A9BEC9F530F}" destId="{F78B5545-76D9-4B45-A748-EDC23D1B1D8D}" srcOrd="5" destOrd="0" parTransId="{20B8097F-92BF-B248-8867-EAD89BCAFAC2}" sibTransId="{500C2692-25CD-B145-AD53-1D3186FD11E2}"/>
    <dgm:cxn modelId="{01CA6D5E-55EF-794C-9476-FB2D807816BD}" type="presOf" srcId="{49782EBF-D176-4E57-8FEC-6F8DD00D6D4B}" destId="{D6D5FE79-41C5-3242-8089-FA0E968D9127}" srcOrd="0" destOrd="0" presId="urn:microsoft.com/office/officeart/2008/layout/VerticalCurvedList"/>
    <dgm:cxn modelId="{A7DC5A67-B263-674F-933B-215DEFCB9E4A}" type="presOf" srcId="{F78B5545-76D9-4B45-A748-EDC23D1B1D8D}" destId="{BD6CB47E-C589-7444-B669-1DAAED55B9C1}" srcOrd="0" destOrd="0" presId="urn:microsoft.com/office/officeart/2008/layout/VerticalCurvedList"/>
    <dgm:cxn modelId="{B2B68D70-6025-4361-9DB0-2FF99BE25610}" srcId="{D782758F-CCFD-4FD8-B2C9-8A9BEC9F530F}" destId="{49782EBF-D176-4E57-8FEC-6F8DD00D6D4B}" srcOrd="1" destOrd="0" parTransId="{0537C258-2149-4525-BC87-832B59AA54DC}" sibTransId="{4723E5F3-FBA4-48ED-98A7-1BFDE3A89556}"/>
    <dgm:cxn modelId="{79436A7E-C870-0949-B332-5B4D4403CB5E}" type="presOf" srcId="{454B939A-2187-44A0-A076-F3DDC8B4E915}" destId="{1AAABD14-1FB1-6E4B-AE86-C5C3DC9C8FAE}" srcOrd="0" destOrd="0" presId="urn:microsoft.com/office/officeart/2008/layout/VerticalCurvedList"/>
    <dgm:cxn modelId="{36012CA1-6389-894C-B949-8797E5D1E5A1}" type="presOf" srcId="{086EE541-7C5C-4E99-9F95-1A69D5103ADF}" destId="{97C23F7D-ADBA-0342-BD22-32D0FFF0DDFA}" srcOrd="0" destOrd="0" presId="urn:microsoft.com/office/officeart/2008/layout/VerticalCurvedList"/>
    <dgm:cxn modelId="{E9FA70AE-C6E6-4B7F-BCB8-2413103618C4}" srcId="{D782758F-CCFD-4FD8-B2C9-8A9BEC9F530F}" destId="{7914580C-7E17-420E-9C55-224ABA914359}" srcOrd="4" destOrd="0" parTransId="{469349C3-3C6A-4A18-B054-939DBE96D4D3}" sibTransId="{74E736F0-0876-4D4A-9E2E-29DD94B0E8A8}"/>
    <dgm:cxn modelId="{368B55F2-7887-674E-88F7-71E19A29CE52}" type="presOf" srcId="{FCF1480E-BCFD-43D3-BA2F-75920DE2D772}" destId="{393BE176-148E-F84D-BD2F-0A91322D939A}" srcOrd="0" destOrd="0" presId="urn:microsoft.com/office/officeart/2008/layout/VerticalCurvedList"/>
    <dgm:cxn modelId="{F87396F4-F0A0-7545-B6D6-3694BA689050}" type="presOf" srcId="{D782758F-CCFD-4FD8-B2C9-8A9BEC9F530F}" destId="{05D3301C-DEAA-A243-9F8F-E58988F2A88C}" srcOrd="0" destOrd="0" presId="urn:microsoft.com/office/officeart/2008/layout/VerticalCurvedList"/>
    <dgm:cxn modelId="{0A03EDF6-9347-2349-A340-0138F00E84F5}" type="presOf" srcId="{7914580C-7E17-420E-9C55-224ABA914359}" destId="{028E4175-DA74-B940-A4E9-F46E1B9806E2}" srcOrd="0" destOrd="0" presId="urn:microsoft.com/office/officeart/2008/layout/VerticalCurvedList"/>
    <dgm:cxn modelId="{00F002F8-FD3E-41E8-81E1-2965ACCF48E0}" srcId="{D782758F-CCFD-4FD8-B2C9-8A9BEC9F530F}" destId="{E973404E-924E-4D59-A39F-5BE6EBE4AE83}" srcOrd="3" destOrd="0" parTransId="{B3BD6D5A-1E71-401A-B2A7-A97B3F58F27E}" sibTransId="{2F80FB73-1846-4AF6-8B9C-384F8B2DFC03}"/>
    <dgm:cxn modelId="{7867968C-8CB9-4A45-A07F-D07C8D42C13D}" type="presParOf" srcId="{05D3301C-DEAA-A243-9F8F-E58988F2A88C}" destId="{22E6F19E-1450-0C48-AE38-13F86D4B9681}" srcOrd="0" destOrd="0" presId="urn:microsoft.com/office/officeart/2008/layout/VerticalCurvedList"/>
    <dgm:cxn modelId="{FDBE77D8-8FDE-EB44-977A-1C0C407DD4BA}" type="presParOf" srcId="{22E6F19E-1450-0C48-AE38-13F86D4B9681}" destId="{AC527700-0B90-0845-9C15-51D84469A4EF}" srcOrd="0" destOrd="0" presId="urn:microsoft.com/office/officeart/2008/layout/VerticalCurvedList"/>
    <dgm:cxn modelId="{808EED1E-DFFB-DE44-AC82-64C41F36B913}" type="presParOf" srcId="{AC527700-0B90-0845-9C15-51D84469A4EF}" destId="{47CC1969-DAEF-E343-A5D8-A01DADFA8D5C}" srcOrd="0" destOrd="0" presId="urn:microsoft.com/office/officeart/2008/layout/VerticalCurvedList"/>
    <dgm:cxn modelId="{78A98D8C-668C-E640-848F-61A613E56304}" type="presParOf" srcId="{AC527700-0B90-0845-9C15-51D84469A4EF}" destId="{97C23F7D-ADBA-0342-BD22-32D0FFF0DDFA}" srcOrd="1" destOrd="0" presId="urn:microsoft.com/office/officeart/2008/layout/VerticalCurvedList"/>
    <dgm:cxn modelId="{49CEAF0A-744C-5845-9743-165C85A9E96C}" type="presParOf" srcId="{AC527700-0B90-0845-9C15-51D84469A4EF}" destId="{881B324A-6736-7847-88BE-1CA8D8643674}" srcOrd="2" destOrd="0" presId="urn:microsoft.com/office/officeart/2008/layout/VerticalCurvedList"/>
    <dgm:cxn modelId="{821D37EC-93FA-F949-9B5E-C97A6C3F250E}" type="presParOf" srcId="{AC527700-0B90-0845-9C15-51D84469A4EF}" destId="{F46CABC9-67AE-7F4E-89D1-189364308877}" srcOrd="3" destOrd="0" presId="urn:microsoft.com/office/officeart/2008/layout/VerticalCurvedList"/>
    <dgm:cxn modelId="{D452297F-DD33-C048-85AC-D09200126026}" type="presParOf" srcId="{22E6F19E-1450-0C48-AE38-13F86D4B9681}" destId="{393BE176-148E-F84D-BD2F-0A91322D939A}" srcOrd="1" destOrd="0" presId="urn:microsoft.com/office/officeart/2008/layout/VerticalCurvedList"/>
    <dgm:cxn modelId="{31153BB3-C3A2-0C46-A9E1-81B0042B29BC}" type="presParOf" srcId="{22E6F19E-1450-0C48-AE38-13F86D4B9681}" destId="{9886265A-9C81-584A-941B-3AB41671EC97}" srcOrd="2" destOrd="0" presId="urn:microsoft.com/office/officeart/2008/layout/VerticalCurvedList"/>
    <dgm:cxn modelId="{A5C5E658-CDC0-724D-844A-53359ECC32CE}" type="presParOf" srcId="{9886265A-9C81-584A-941B-3AB41671EC97}" destId="{225B9BE4-58E0-6543-8216-F371022DA691}" srcOrd="0" destOrd="0" presId="urn:microsoft.com/office/officeart/2008/layout/VerticalCurvedList"/>
    <dgm:cxn modelId="{755AF7A4-FD2A-A944-817F-969EAB3F640F}" type="presParOf" srcId="{22E6F19E-1450-0C48-AE38-13F86D4B9681}" destId="{D6D5FE79-41C5-3242-8089-FA0E968D9127}" srcOrd="3" destOrd="0" presId="urn:microsoft.com/office/officeart/2008/layout/VerticalCurvedList"/>
    <dgm:cxn modelId="{DE7A9D95-FED7-F64B-A05A-5492983A502B}" type="presParOf" srcId="{22E6F19E-1450-0C48-AE38-13F86D4B9681}" destId="{AC0E5A4B-93AB-FC4D-9137-C8609D988967}" srcOrd="4" destOrd="0" presId="urn:microsoft.com/office/officeart/2008/layout/VerticalCurvedList"/>
    <dgm:cxn modelId="{D81D3740-8B66-E64F-A81C-C421FBB8E02C}" type="presParOf" srcId="{AC0E5A4B-93AB-FC4D-9137-C8609D988967}" destId="{0BF25B9F-1C5A-F04D-9405-5413FBF3E868}" srcOrd="0" destOrd="0" presId="urn:microsoft.com/office/officeart/2008/layout/VerticalCurvedList"/>
    <dgm:cxn modelId="{4763576C-A08A-A74C-8DEB-F5F3F59B59BE}" type="presParOf" srcId="{22E6F19E-1450-0C48-AE38-13F86D4B9681}" destId="{1AAABD14-1FB1-6E4B-AE86-C5C3DC9C8FAE}" srcOrd="5" destOrd="0" presId="urn:microsoft.com/office/officeart/2008/layout/VerticalCurvedList"/>
    <dgm:cxn modelId="{DC03F7B1-B411-2442-865A-9CC053DF2202}" type="presParOf" srcId="{22E6F19E-1450-0C48-AE38-13F86D4B9681}" destId="{FD093381-E144-1242-85F6-854A70630BEC}" srcOrd="6" destOrd="0" presId="urn:microsoft.com/office/officeart/2008/layout/VerticalCurvedList"/>
    <dgm:cxn modelId="{EFE6C1EB-B4FF-5E4E-B721-1F35DAAB9F71}" type="presParOf" srcId="{FD093381-E144-1242-85F6-854A70630BEC}" destId="{D5160DEC-EB7A-984E-91B1-9DF0755C3972}" srcOrd="0" destOrd="0" presId="urn:microsoft.com/office/officeart/2008/layout/VerticalCurvedList"/>
    <dgm:cxn modelId="{57A25FAA-6BE4-E14B-ACE1-0038752FD312}" type="presParOf" srcId="{22E6F19E-1450-0C48-AE38-13F86D4B9681}" destId="{433BB0C4-CB9D-BC4C-83C2-EA72AB56AE9B}" srcOrd="7" destOrd="0" presId="urn:microsoft.com/office/officeart/2008/layout/VerticalCurvedList"/>
    <dgm:cxn modelId="{48BFAB91-E8D6-3546-B7DD-470745C7E8B8}" type="presParOf" srcId="{22E6F19E-1450-0C48-AE38-13F86D4B9681}" destId="{FA43D645-B5AC-E34A-8EE0-B5820C64D62D}" srcOrd="8" destOrd="0" presId="urn:microsoft.com/office/officeart/2008/layout/VerticalCurvedList"/>
    <dgm:cxn modelId="{373A4714-01DF-264E-8456-A3807D027BD6}" type="presParOf" srcId="{FA43D645-B5AC-E34A-8EE0-B5820C64D62D}" destId="{3B597219-0794-6448-9AC1-B612C3AC3DCD}" srcOrd="0" destOrd="0" presId="urn:microsoft.com/office/officeart/2008/layout/VerticalCurvedList"/>
    <dgm:cxn modelId="{E0D17B0A-2F9F-BD47-883F-2F9F040A72C1}" type="presParOf" srcId="{22E6F19E-1450-0C48-AE38-13F86D4B9681}" destId="{028E4175-DA74-B940-A4E9-F46E1B9806E2}" srcOrd="9" destOrd="0" presId="urn:microsoft.com/office/officeart/2008/layout/VerticalCurvedList"/>
    <dgm:cxn modelId="{3CEF0309-74CC-E44F-AAF7-EC0B32964C26}" type="presParOf" srcId="{22E6F19E-1450-0C48-AE38-13F86D4B9681}" destId="{9AFD473F-A57E-754E-9076-51D99DEBF47C}" srcOrd="10" destOrd="0" presId="urn:microsoft.com/office/officeart/2008/layout/VerticalCurvedList"/>
    <dgm:cxn modelId="{8A266466-9B2E-2D4E-B696-0B60EFB70A81}" type="presParOf" srcId="{9AFD473F-A57E-754E-9076-51D99DEBF47C}" destId="{1AEB9BD1-F797-3746-AEEB-E05B1A6F9CF6}" srcOrd="0" destOrd="0" presId="urn:microsoft.com/office/officeart/2008/layout/VerticalCurvedList"/>
    <dgm:cxn modelId="{3EBAAF75-3041-E84C-9C4C-597986EA4AF4}" type="presParOf" srcId="{22E6F19E-1450-0C48-AE38-13F86D4B9681}" destId="{BD6CB47E-C589-7444-B669-1DAAED55B9C1}" srcOrd="11" destOrd="0" presId="urn:microsoft.com/office/officeart/2008/layout/VerticalCurvedList"/>
    <dgm:cxn modelId="{85807BA7-0410-6349-91B0-644A87BC2B92}" type="presParOf" srcId="{22E6F19E-1450-0C48-AE38-13F86D4B9681}" destId="{F2D7C822-9A40-E14F-9ED5-AB823664E6F5}" srcOrd="12" destOrd="0" presId="urn:microsoft.com/office/officeart/2008/layout/VerticalCurvedList"/>
    <dgm:cxn modelId="{7FF575D7-87B4-254E-9DE1-E42C854B0024}" type="presParOf" srcId="{F2D7C822-9A40-E14F-9ED5-AB823664E6F5}" destId="{5BF5C3E5-5B7C-6343-91E8-9A2EBCBE787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2B462-0A26-0147-B4CA-B2B6CB2F23A4}">
      <dsp:nvSpPr>
        <dsp:cNvPr id="0" name=""/>
        <dsp:cNvSpPr/>
      </dsp:nvSpPr>
      <dsp:spPr>
        <a:xfrm>
          <a:off x="0" y="492246"/>
          <a:ext cx="11471238" cy="1486799"/>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0296" tIns="333248" rIns="890296" bIns="113792" numCol="1" spcCol="1270" anchor="t" anchorCtr="0">
          <a:noAutofit/>
        </a:bodyPr>
        <a:lstStyle/>
        <a:p>
          <a:pPr marL="171450" lvl="1" indent="-171450" algn="l" defTabSz="711200">
            <a:lnSpc>
              <a:spcPct val="100000"/>
            </a:lnSpc>
            <a:spcBef>
              <a:spcPct val="0"/>
            </a:spcBef>
            <a:spcAft>
              <a:spcPct val="15000"/>
            </a:spcAft>
            <a:buChar char="•"/>
          </a:pPr>
          <a:r>
            <a:rPr lang="fr-CA" sz="1600" kern="1200" dirty="0"/>
            <a:t>L'adresse en mémoire centrale de la prochaine instruction est normalement celle qui suite l'adresse de l'instruction précédente. </a:t>
          </a:r>
        </a:p>
        <a:p>
          <a:pPr marL="171450" lvl="1" indent="-171450" algn="l" defTabSz="711200">
            <a:lnSpc>
              <a:spcPct val="100000"/>
            </a:lnSpc>
            <a:spcBef>
              <a:spcPct val="0"/>
            </a:spcBef>
            <a:spcAft>
              <a:spcPct val="15000"/>
            </a:spcAft>
            <a:buChar char="•"/>
          </a:pPr>
          <a:r>
            <a:rPr lang="fr-CA" sz="1600" kern="1200" dirty="0"/>
            <a:t>Donc, les instructions sont exécutées en séquence. Cependant, si c'était toujours le cas, l'unité centrale de traitement exécuterait les instructions jusqu'à ce qu'elle aboutisse à un cul de sac</a:t>
          </a:r>
        </a:p>
      </dsp:txBody>
      <dsp:txXfrm>
        <a:off x="0" y="492246"/>
        <a:ext cx="11471238" cy="1486799"/>
      </dsp:txXfrm>
    </dsp:sp>
    <dsp:sp modelId="{400ABB0D-F6DE-CD42-B9E7-FF7609043149}">
      <dsp:nvSpPr>
        <dsp:cNvPr id="0" name=""/>
        <dsp:cNvSpPr/>
      </dsp:nvSpPr>
      <dsp:spPr>
        <a:xfrm>
          <a:off x="573561" y="256086"/>
          <a:ext cx="8029866" cy="4723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3510" tIns="0" rIns="303510" bIns="0" numCol="1" spcCol="1270" anchor="ctr" anchorCtr="0">
          <a:noAutofit/>
        </a:bodyPr>
        <a:lstStyle/>
        <a:p>
          <a:pPr marL="0" lvl="0" indent="0" algn="l" defTabSz="711200">
            <a:lnSpc>
              <a:spcPct val="100000"/>
            </a:lnSpc>
            <a:spcBef>
              <a:spcPct val="0"/>
            </a:spcBef>
            <a:spcAft>
              <a:spcPct val="35000"/>
            </a:spcAft>
            <a:buNone/>
          </a:pPr>
          <a:r>
            <a:rPr lang="fr-CA" sz="1600" kern="1200" dirty="0"/>
            <a:t>Séquence</a:t>
          </a:r>
        </a:p>
      </dsp:txBody>
      <dsp:txXfrm>
        <a:off x="596618" y="279143"/>
        <a:ext cx="7983752" cy="426206"/>
      </dsp:txXfrm>
    </dsp:sp>
    <dsp:sp modelId="{30180B50-33A0-764D-B799-1970322F0B36}">
      <dsp:nvSpPr>
        <dsp:cNvPr id="0" name=""/>
        <dsp:cNvSpPr/>
      </dsp:nvSpPr>
      <dsp:spPr>
        <a:xfrm>
          <a:off x="0" y="2301606"/>
          <a:ext cx="11471238" cy="1234799"/>
        </a:xfrm>
        <a:prstGeom prst="rect">
          <a:avLst/>
        </a:prstGeom>
        <a:solidFill>
          <a:schemeClr val="lt1">
            <a:alpha val="90000"/>
            <a:hueOff val="0"/>
            <a:satOff val="0"/>
            <a:lumOff val="0"/>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0296" tIns="333248" rIns="890296" bIns="113792" numCol="1" spcCol="1270" anchor="t" anchorCtr="0">
          <a:noAutofit/>
        </a:bodyPr>
        <a:lstStyle/>
        <a:p>
          <a:pPr marL="171450" lvl="1" indent="-171450" algn="l" defTabSz="711200">
            <a:lnSpc>
              <a:spcPct val="100000"/>
            </a:lnSpc>
            <a:spcBef>
              <a:spcPct val="0"/>
            </a:spcBef>
            <a:spcAft>
              <a:spcPct val="15000"/>
            </a:spcAft>
            <a:buChar char="•"/>
          </a:pPr>
          <a:r>
            <a:rPr lang="fr-CA" sz="1600" kern="1200"/>
            <a:t>Des instructions peuvent spécifier l'adresse de la prochaine instruction à exécuter.</a:t>
          </a:r>
          <a:endParaRPr lang="fr-CA" sz="1600" kern="1200" dirty="0"/>
        </a:p>
        <a:p>
          <a:pPr marL="171450" lvl="1" indent="-171450" algn="l" defTabSz="711200">
            <a:lnSpc>
              <a:spcPct val="100000"/>
            </a:lnSpc>
            <a:spcBef>
              <a:spcPct val="0"/>
            </a:spcBef>
            <a:spcAft>
              <a:spcPct val="15000"/>
            </a:spcAft>
            <a:buChar char="•"/>
          </a:pPr>
          <a:r>
            <a:rPr lang="fr-CA" sz="1600" kern="1200"/>
            <a:t>Exemple : une instruction peut provoquer le saut à une adresse précédente ce qui permet de répéter un ensemble d'instructions en revenant constamment au début de la séquence</a:t>
          </a:r>
          <a:endParaRPr lang="fr-CA" sz="1600" kern="1200" dirty="0"/>
        </a:p>
      </dsp:txBody>
      <dsp:txXfrm>
        <a:off x="0" y="2301606"/>
        <a:ext cx="11471238" cy="1234799"/>
      </dsp:txXfrm>
    </dsp:sp>
    <dsp:sp modelId="{C7C30DAF-4455-FE46-94D7-AB7CC12C05FA}">
      <dsp:nvSpPr>
        <dsp:cNvPr id="0" name=""/>
        <dsp:cNvSpPr/>
      </dsp:nvSpPr>
      <dsp:spPr>
        <a:xfrm>
          <a:off x="573561" y="2065446"/>
          <a:ext cx="8029866" cy="472320"/>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3510" tIns="0" rIns="303510" bIns="0" numCol="1" spcCol="1270" anchor="ctr" anchorCtr="0">
          <a:noAutofit/>
        </a:bodyPr>
        <a:lstStyle/>
        <a:p>
          <a:pPr marL="0" lvl="0" indent="0" algn="l" defTabSz="711200">
            <a:lnSpc>
              <a:spcPct val="100000"/>
            </a:lnSpc>
            <a:spcBef>
              <a:spcPct val="0"/>
            </a:spcBef>
            <a:spcAft>
              <a:spcPct val="35000"/>
            </a:spcAft>
            <a:buNone/>
          </a:pPr>
          <a:r>
            <a:rPr lang="fr-CA" sz="1600" kern="1200"/>
            <a:t>La boucle</a:t>
          </a:r>
          <a:endParaRPr lang="fr-CA" sz="1600" kern="1200" dirty="0"/>
        </a:p>
      </dsp:txBody>
      <dsp:txXfrm>
        <a:off x="596618" y="2088503"/>
        <a:ext cx="7983752" cy="426206"/>
      </dsp:txXfrm>
    </dsp:sp>
    <dsp:sp modelId="{66A8E9F8-A027-ED42-B02F-84F75241710E}">
      <dsp:nvSpPr>
        <dsp:cNvPr id="0" name=""/>
        <dsp:cNvSpPr/>
      </dsp:nvSpPr>
      <dsp:spPr>
        <a:xfrm>
          <a:off x="0" y="3858966"/>
          <a:ext cx="11471238" cy="1763999"/>
        </a:xfrm>
        <a:prstGeom prst="rect">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90296" tIns="333248" rIns="890296" bIns="113792" numCol="1" spcCol="1270" anchor="t" anchorCtr="0">
          <a:noAutofit/>
        </a:bodyPr>
        <a:lstStyle/>
        <a:p>
          <a:pPr marL="171450" lvl="1" indent="-171450" algn="l" defTabSz="711200">
            <a:lnSpc>
              <a:spcPct val="100000"/>
            </a:lnSpc>
            <a:spcBef>
              <a:spcPct val="0"/>
            </a:spcBef>
            <a:spcAft>
              <a:spcPct val="15000"/>
            </a:spcAft>
            <a:buChar char="•"/>
          </a:pPr>
          <a:r>
            <a:rPr lang="fr-CA" sz="1600" kern="1200"/>
            <a:t>Certaines instructions peuvent choisir l'adresse de la prochaine instruction en fonction d'une condition.</a:t>
          </a:r>
          <a:endParaRPr lang="fr-CA" sz="1600" kern="1200" dirty="0"/>
        </a:p>
        <a:p>
          <a:pPr marL="171450" lvl="1" indent="-171450" algn="l" defTabSz="711200">
            <a:lnSpc>
              <a:spcPct val="100000"/>
            </a:lnSpc>
            <a:spcBef>
              <a:spcPct val="0"/>
            </a:spcBef>
            <a:spcAft>
              <a:spcPct val="15000"/>
            </a:spcAft>
            <a:buChar char="•"/>
          </a:pPr>
          <a:r>
            <a:rPr lang="fr-CA" sz="1600" kern="1200" dirty="0"/>
            <a:t>Exemple : si le contenu de la cas d'adresse x est 0, sauter l'adresse y sinon continuer normalement en séquence </a:t>
          </a:r>
        </a:p>
        <a:p>
          <a:pPr marL="171450" lvl="1" indent="-171450" algn="l" defTabSz="711200">
            <a:lnSpc>
              <a:spcPct val="100000"/>
            </a:lnSpc>
            <a:spcBef>
              <a:spcPct val="0"/>
            </a:spcBef>
            <a:spcAft>
              <a:spcPct val="15000"/>
            </a:spcAft>
            <a:buChar char="•"/>
          </a:pPr>
          <a:r>
            <a:rPr lang="fr-CA" sz="1600" kern="1200"/>
            <a:t>Ce genre d'instruction permet à l'ordinateur de prendre des décisions et de modifier son comportement au besoin</a:t>
          </a:r>
          <a:endParaRPr lang="fr-CA" sz="1600" kern="1200" dirty="0"/>
        </a:p>
      </dsp:txBody>
      <dsp:txXfrm>
        <a:off x="0" y="3858966"/>
        <a:ext cx="11471238" cy="1763999"/>
      </dsp:txXfrm>
    </dsp:sp>
    <dsp:sp modelId="{EC374591-4CDA-314E-9BDA-F13D79D7940F}">
      <dsp:nvSpPr>
        <dsp:cNvPr id="0" name=""/>
        <dsp:cNvSpPr/>
      </dsp:nvSpPr>
      <dsp:spPr>
        <a:xfrm>
          <a:off x="573561" y="3622806"/>
          <a:ext cx="8029866" cy="472320"/>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3510" tIns="0" rIns="303510" bIns="0" numCol="1" spcCol="1270" anchor="ctr" anchorCtr="0">
          <a:noAutofit/>
        </a:bodyPr>
        <a:lstStyle/>
        <a:p>
          <a:pPr marL="0" lvl="0" indent="0" algn="l" defTabSz="711200">
            <a:lnSpc>
              <a:spcPct val="100000"/>
            </a:lnSpc>
            <a:spcBef>
              <a:spcPct val="0"/>
            </a:spcBef>
            <a:spcAft>
              <a:spcPct val="35000"/>
            </a:spcAft>
            <a:buNone/>
          </a:pPr>
          <a:r>
            <a:rPr lang="fr-CA" sz="1600" kern="1200"/>
            <a:t>  Décision - Sélection, embranchement, choix</a:t>
          </a:r>
          <a:endParaRPr lang="fr-CA" sz="1600" kern="1200" dirty="0"/>
        </a:p>
      </dsp:txBody>
      <dsp:txXfrm>
        <a:off x="596618" y="3645863"/>
        <a:ext cx="7983752"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CDB68-35F2-6843-9AA4-F7825FFFA007}">
      <dsp:nvSpPr>
        <dsp:cNvPr id="0" name=""/>
        <dsp:cNvSpPr/>
      </dsp:nvSpPr>
      <dsp:spPr>
        <a:xfrm>
          <a:off x="0" y="299772"/>
          <a:ext cx="11844670" cy="10773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9278" tIns="395732" rIns="919278" bIns="135128" numCol="1" spcCol="1270" anchor="t" anchorCtr="0">
          <a:noAutofit/>
        </a:bodyPr>
        <a:lstStyle/>
        <a:p>
          <a:pPr marL="171450" lvl="1" indent="-171450" algn="l" defTabSz="844550">
            <a:lnSpc>
              <a:spcPct val="90000"/>
            </a:lnSpc>
            <a:spcBef>
              <a:spcPct val="0"/>
            </a:spcBef>
            <a:spcAft>
              <a:spcPct val="15000"/>
            </a:spcAft>
            <a:buChar char="•"/>
          </a:pPr>
          <a:r>
            <a:rPr lang="fr-CA" sz="1900" kern="1200" dirty="0"/>
            <a:t>Selon la mémoire centrale, une opération de transfert d’une opération d’une unité périphérique vers la mémoire centrale est une opération d’entrée ou de lecture</a:t>
          </a:r>
        </a:p>
      </dsp:txBody>
      <dsp:txXfrm>
        <a:off x="0" y="299772"/>
        <a:ext cx="11844670" cy="1077300"/>
      </dsp:txXfrm>
    </dsp:sp>
    <dsp:sp modelId="{D4669E22-6FF1-DD4E-913E-AC5D82BA1960}">
      <dsp:nvSpPr>
        <dsp:cNvPr id="0" name=""/>
        <dsp:cNvSpPr/>
      </dsp:nvSpPr>
      <dsp:spPr>
        <a:xfrm>
          <a:off x="592233" y="19332"/>
          <a:ext cx="8291269" cy="56087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390" tIns="0" rIns="313390" bIns="0" numCol="1" spcCol="1270" anchor="ctr" anchorCtr="0">
          <a:noAutofit/>
        </a:bodyPr>
        <a:lstStyle/>
        <a:p>
          <a:pPr marL="0" lvl="0" indent="0" algn="l" defTabSz="844550">
            <a:lnSpc>
              <a:spcPct val="90000"/>
            </a:lnSpc>
            <a:spcBef>
              <a:spcPct val="0"/>
            </a:spcBef>
            <a:spcAft>
              <a:spcPct val="35000"/>
            </a:spcAft>
            <a:buNone/>
          </a:pPr>
          <a:r>
            <a:rPr lang="fr-CA" sz="1900" kern="1200" dirty="0"/>
            <a:t>Entrée, lecture, input</a:t>
          </a:r>
        </a:p>
      </dsp:txBody>
      <dsp:txXfrm>
        <a:off x="619613" y="46712"/>
        <a:ext cx="8236509" cy="506119"/>
      </dsp:txXfrm>
    </dsp:sp>
    <dsp:sp modelId="{83BDEB0C-37A4-B744-A5BD-6BCA5046B206}">
      <dsp:nvSpPr>
        <dsp:cNvPr id="0" name=""/>
        <dsp:cNvSpPr/>
      </dsp:nvSpPr>
      <dsp:spPr>
        <a:xfrm>
          <a:off x="0" y="1760112"/>
          <a:ext cx="11844670" cy="1077300"/>
        </a:xfrm>
        <a:prstGeom prst="rect">
          <a:avLst/>
        </a:prstGeom>
        <a:solidFill>
          <a:schemeClr val="lt1">
            <a:alpha val="90000"/>
            <a:hueOff val="0"/>
            <a:satOff val="0"/>
            <a:lumOff val="0"/>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9278" tIns="395732" rIns="919278" bIns="135128" numCol="1" spcCol="1270" anchor="t" anchorCtr="0">
          <a:noAutofit/>
        </a:bodyPr>
        <a:lstStyle/>
        <a:p>
          <a:pPr marL="171450" lvl="1" indent="-171450" algn="l" defTabSz="844550">
            <a:lnSpc>
              <a:spcPct val="90000"/>
            </a:lnSpc>
            <a:spcBef>
              <a:spcPct val="0"/>
            </a:spcBef>
            <a:spcAft>
              <a:spcPct val="15000"/>
            </a:spcAft>
            <a:buChar char="•"/>
          </a:pPr>
          <a:r>
            <a:rPr lang="fr-CA" sz="1900" kern="1200" dirty="0"/>
            <a:t>Un transfert inverse de la mémoire centrale vers une unité périphérique est une opération de sortie ou d'écritures</a:t>
          </a:r>
        </a:p>
      </dsp:txBody>
      <dsp:txXfrm>
        <a:off x="0" y="1760112"/>
        <a:ext cx="11844670" cy="1077300"/>
      </dsp:txXfrm>
    </dsp:sp>
    <dsp:sp modelId="{C527E26F-3E6B-E84A-B435-141627A4924B}">
      <dsp:nvSpPr>
        <dsp:cNvPr id="0" name=""/>
        <dsp:cNvSpPr/>
      </dsp:nvSpPr>
      <dsp:spPr>
        <a:xfrm>
          <a:off x="592233" y="1479672"/>
          <a:ext cx="8291269" cy="560879"/>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390" tIns="0" rIns="313390" bIns="0" numCol="1" spcCol="1270" anchor="ctr" anchorCtr="0">
          <a:noAutofit/>
        </a:bodyPr>
        <a:lstStyle/>
        <a:p>
          <a:pPr marL="0" lvl="0" indent="0" algn="l" defTabSz="844550">
            <a:lnSpc>
              <a:spcPct val="90000"/>
            </a:lnSpc>
            <a:spcBef>
              <a:spcPct val="0"/>
            </a:spcBef>
            <a:spcAft>
              <a:spcPct val="35000"/>
            </a:spcAft>
            <a:buNone/>
          </a:pPr>
          <a:r>
            <a:rPr lang="fr-CA" sz="1900" kern="1200" dirty="0"/>
            <a:t>Sortie, écriture, output</a:t>
          </a:r>
        </a:p>
      </dsp:txBody>
      <dsp:txXfrm>
        <a:off x="619613" y="1507052"/>
        <a:ext cx="8236509" cy="506119"/>
      </dsp:txXfrm>
    </dsp:sp>
    <dsp:sp modelId="{DED5F77B-6D7A-7F4C-BC4D-32832E95EF50}">
      <dsp:nvSpPr>
        <dsp:cNvPr id="0" name=""/>
        <dsp:cNvSpPr/>
      </dsp:nvSpPr>
      <dsp:spPr>
        <a:xfrm>
          <a:off x="0" y="3220452"/>
          <a:ext cx="11844670" cy="1107225"/>
        </a:xfrm>
        <a:prstGeom prst="rect">
          <a:avLst/>
        </a:prstGeom>
        <a:solidFill>
          <a:schemeClr val="lt1">
            <a:alpha val="90000"/>
            <a:hueOff val="0"/>
            <a:satOff val="0"/>
            <a:lumOff val="0"/>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9278" tIns="395732" rIns="919278" bIns="135128" numCol="1" spcCol="1270" anchor="t" anchorCtr="0">
          <a:noAutofit/>
        </a:bodyPr>
        <a:lstStyle/>
        <a:p>
          <a:pPr marL="171450" lvl="1" indent="-171450" algn="l" defTabSz="844550">
            <a:lnSpc>
              <a:spcPct val="90000"/>
            </a:lnSpc>
            <a:spcBef>
              <a:spcPct val="0"/>
            </a:spcBef>
            <a:spcAft>
              <a:spcPct val="15000"/>
            </a:spcAft>
            <a:buChar char="•"/>
          </a:pPr>
          <a:r>
            <a:rPr lang="fr-CA" sz="1900" kern="1200" dirty="0"/>
            <a:t>Permet de transmettre de l'information du monde extérieur à la mémoire centrale</a:t>
          </a:r>
        </a:p>
        <a:p>
          <a:pPr marL="171450" lvl="1" indent="-171450" algn="l" defTabSz="844550">
            <a:lnSpc>
              <a:spcPct val="90000"/>
            </a:lnSpc>
            <a:spcBef>
              <a:spcPct val="0"/>
            </a:spcBef>
            <a:spcAft>
              <a:spcPct val="15000"/>
            </a:spcAft>
            <a:buChar char="•"/>
          </a:pPr>
          <a:r>
            <a:rPr lang="fr-CA" sz="1900" kern="1200" dirty="0"/>
            <a:t>Sortie, écran tactile, caméra, manette de jeu vidéo, clavier</a:t>
          </a:r>
        </a:p>
      </dsp:txBody>
      <dsp:txXfrm>
        <a:off x="0" y="3220452"/>
        <a:ext cx="11844670" cy="1107225"/>
      </dsp:txXfrm>
    </dsp:sp>
    <dsp:sp modelId="{47DEA1D2-0C76-444F-9831-8848CB3045C7}">
      <dsp:nvSpPr>
        <dsp:cNvPr id="0" name=""/>
        <dsp:cNvSpPr/>
      </dsp:nvSpPr>
      <dsp:spPr>
        <a:xfrm>
          <a:off x="592233" y="2940012"/>
          <a:ext cx="8291269" cy="560879"/>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390" tIns="0" rIns="313390" bIns="0" numCol="1" spcCol="1270" anchor="ctr" anchorCtr="0">
          <a:noAutofit/>
        </a:bodyPr>
        <a:lstStyle/>
        <a:p>
          <a:pPr marL="0" lvl="0" indent="0" algn="l" defTabSz="844550">
            <a:lnSpc>
              <a:spcPct val="90000"/>
            </a:lnSpc>
            <a:spcBef>
              <a:spcPct val="0"/>
            </a:spcBef>
            <a:spcAft>
              <a:spcPct val="35000"/>
            </a:spcAft>
            <a:buNone/>
          </a:pPr>
          <a:r>
            <a:rPr lang="fr-CA" sz="1900" kern="1200" dirty="0"/>
            <a:t>Périphérique d'entrée</a:t>
          </a:r>
        </a:p>
      </dsp:txBody>
      <dsp:txXfrm>
        <a:off x="619613" y="2967392"/>
        <a:ext cx="8236509" cy="506119"/>
      </dsp:txXfrm>
    </dsp:sp>
    <dsp:sp modelId="{8E094596-BA66-5E46-8C00-67550366680C}">
      <dsp:nvSpPr>
        <dsp:cNvPr id="0" name=""/>
        <dsp:cNvSpPr/>
      </dsp:nvSpPr>
      <dsp:spPr>
        <a:xfrm>
          <a:off x="0" y="4710717"/>
          <a:ext cx="11844670" cy="1107225"/>
        </a:xfrm>
        <a:prstGeom prst="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9278" tIns="395732" rIns="919278" bIns="135128" numCol="1" spcCol="1270" anchor="t" anchorCtr="0">
          <a:noAutofit/>
        </a:bodyPr>
        <a:lstStyle/>
        <a:p>
          <a:pPr marL="171450" lvl="1" indent="-171450" algn="l" defTabSz="844550">
            <a:lnSpc>
              <a:spcPct val="90000"/>
            </a:lnSpc>
            <a:spcBef>
              <a:spcPct val="0"/>
            </a:spcBef>
            <a:spcAft>
              <a:spcPct val="15000"/>
            </a:spcAft>
            <a:buChar char="•"/>
          </a:pPr>
          <a:r>
            <a:rPr lang="fr-CA" sz="1900" kern="1200" dirty="0"/>
            <a:t>Permet à l’ordinateur de transmettre de l’information au monde extérieur. </a:t>
          </a:r>
        </a:p>
        <a:p>
          <a:pPr marL="171450" lvl="1" indent="-171450" algn="l" defTabSz="844550">
            <a:lnSpc>
              <a:spcPct val="90000"/>
            </a:lnSpc>
            <a:spcBef>
              <a:spcPct val="0"/>
            </a:spcBef>
            <a:spcAft>
              <a:spcPct val="15000"/>
            </a:spcAft>
            <a:buChar char="•"/>
          </a:pPr>
          <a:r>
            <a:rPr lang="fr-CA" sz="1900" kern="1200" dirty="0"/>
            <a:t>Écran, imprimante, écouteur, haut-parleurs</a:t>
          </a:r>
        </a:p>
      </dsp:txBody>
      <dsp:txXfrm>
        <a:off x="0" y="4710717"/>
        <a:ext cx="11844670" cy="1107225"/>
      </dsp:txXfrm>
    </dsp:sp>
    <dsp:sp modelId="{E89E011F-8BBF-6F4E-A2FC-D5990140475D}">
      <dsp:nvSpPr>
        <dsp:cNvPr id="0" name=""/>
        <dsp:cNvSpPr/>
      </dsp:nvSpPr>
      <dsp:spPr>
        <a:xfrm>
          <a:off x="592233" y="4430277"/>
          <a:ext cx="8291269" cy="56087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390" tIns="0" rIns="313390" bIns="0" numCol="1" spcCol="1270" anchor="ctr" anchorCtr="0">
          <a:noAutofit/>
        </a:bodyPr>
        <a:lstStyle/>
        <a:p>
          <a:pPr marL="0" lvl="0" indent="0" algn="l" defTabSz="844550">
            <a:lnSpc>
              <a:spcPct val="90000"/>
            </a:lnSpc>
            <a:spcBef>
              <a:spcPct val="0"/>
            </a:spcBef>
            <a:spcAft>
              <a:spcPct val="35000"/>
            </a:spcAft>
            <a:buNone/>
          </a:pPr>
          <a:r>
            <a:rPr lang="fr-CA" sz="1900" kern="1200" dirty="0"/>
            <a:t>Périphérique de sortie</a:t>
          </a:r>
        </a:p>
      </dsp:txBody>
      <dsp:txXfrm>
        <a:off x="619613" y="4457657"/>
        <a:ext cx="8236509" cy="506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10096B-9320-D140-8667-10B5F7F9D545}">
      <dsp:nvSpPr>
        <dsp:cNvPr id="0" name=""/>
        <dsp:cNvSpPr/>
      </dsp:nvSpPr>
      <dsp:spPr>
        <a:xfrm>
          <a:off x="0" y="567142"/>
          <a:ext cx="10515600" cy="12729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kern="1200"/>
            <a:t>Un package au sens de Java est tout simplement un regroupement de classes. </a:t>
          </a:r>
          <a:endParaRPr lang="en-US" sz="3200" kern="1200"/>
        </a:p>
      </dsp:txBody>
      <dsp:txXfrm>
        <a:off x="62141" y="629283"/>
        <a:ext cx="10391318" cy="1148678"/>
      </dsp:txXfrm>
    </dsp:sp>
    <dsp:sp modelId="{D2038D63-B3D8-8744-ADF6-6F0CD2D05667}">
      <dsp:nvSpPr>
        <dsp:cNvPr id="0" name=""/>
        <dsp:cNvSpPr/>
      </dsp:nvSpPr>
      <dsp:spPr>
        <a:xfrm>
          <a:off x="0" y="1932262"/>
          <a:ext cx="10515600" cy="127296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kern="1200"/>
            <a:t>Ce regroupement de classes en packages permet d’organiser les classes afin de les trouver plus facilement. </a:t>
          </a:r>
          <a:endParaRPr lang="en-US" sz="3200" kern="1200"/>
        </a:p>
      </dsp:txBody>
      <dsp:txXfrm>
        <a:off x="62141" y="1994403"/>
        <a:ext cx="10391318" cy="1148678"/>
      </dsp:txXfrm>
    </dsp:sp>
    <dsp:sp modelId="{299CAEB5-304F-0848-BD98-6528797993B4}">
      <dsp:nvSpPr>
        <dsp:cNvPr id="0" name=""/>
        <dsp:cNvSpPr/>
      </dsp:nvSpPr>
      <dsp:spPr>
        <a:xfrm>
          <a:off x="0" y="3297382"/>
          <a:ext cx="10515600" cy="127296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kern="1200"/>
            <a:t>Le rôle des packages est analogue aux dossiers (répertoires) dans les systèmes de gestion de fichiers. </a:t>
          </a:r>
          <a:endParaRPr lang="en-US" sz="3200" kern="1200"/>
        </a:p>
      </dsp:txBody>
      <dsp:txXfrm>
        <a:off x="62141" y="3359523"/>
        <a:ext cx="10391318" cy="11486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F9CDDF-52ED-5442-90E8-D4540718491B}">
      <dsp:nvSpPr>
        <dsp:cNvPr id="0" name=""/>
        <dsp:cNvSpPr/>
      </dsp:nvSpPr>
      <dsp:spPr>
        <a:xfrm>
          <a:off x="461604" y="653964"/>
          <a:ext cx="3094319" cy="364037"/>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25706C-4851-EE46-9F5A-91E4F562965F}">
      <dsp:nvSpPr>
        <dsp:cNvPr id="0" name=""/>
        <dsp:cNvSpPr/>
      </dsp:nvSpPr>
      <dsp:spPr>
        <a:xfrm>
          <a:off x="461604" y="790682"/>
          <a:ext cx="227319" cy="227319"/>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AE46408-D997-D144-80BE-CD5D1708DAFE}">
      <dsp:nvSpPr>
        <dsp:cNvPr id="0" name=""/>
        <dsp:cNvSpPr/>
      </dsp:nvSpPr>
      <dsp:spPr>
        <a:xfrm>
          <a:off x="461604" y="0"/>
          <a:ext cx="3094319" cy="65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95" tIns="49530" rIns="74295" bIns="49530" numCol="1" spcCol="1270" anchor="ctr" anchorCtr="0">
          <a:noAutofit/>
        </a:bodyPr>
        <a:lstStyle/>
        <a:p>
          <a:pPr marL="0" lvl="0" indent="0" algn="l" defTabSz="1733550">
            <a:lnSpc>
              <a:spcPct val="90000"/>
            </a:lnSpc>
            <a:spcBef>
              <a:spcPct val="0"/>
            </a:spcBef>
            <a:spcAft>
              <a:spcPct val="35000"/>
            </a:spcAft>
            <a:buNone/>
          </a:pPr>
          <a:r>
            <a:rPr lang="fr-CA" sz="3900" kern="1200"/>
            <a:t>org</a:t>
          </a:r>
          <a:endParaRPr lang="fr-CA" sz="3900" kern="1200" dirty="0"/>
        </a:p>
      </dsp:txBody>
      <dsp:txXfrm>
        <a:off x="461604" y="0"/>
        <a:ext cx="3094319" cy="653964"/>
      </dsp:txXfrm>
    </dsp:sp>
    <dsp:sp modelId="{E13ABA4B-970D-E04F-8387-E07F76490125}">
      <dsp:nvSpPr>
        <dsp:cNvPr id="0" name=""/>
        <dsp:cNvSpPr/>
      </dsp:nvSpPr>
      <dsp:spPr>
        <a:xfrm>
          <a:off x="3710640" y="653964"/>
          <a:ext cx="3094319" cy="364037"/>
        </a:xfrm>
        <a:prstGeom prst="rect">
          <a:avLst/>
        </a:prstGeom>
        <a:solidFill>
          <a:schemeClr val="accent4">
            <a:hueOff val="3299968"/>
            <a:satOff val="-14601"/>
            <a:lumOff val="-2452"/>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3D8E3B-7E62-B440-B7B1-89CC53A21D29}">
      <dsp:nvSpPr>
        <dsp:cNvPr id="0" name=""/>
        <dsp:cNvSpPr/>
      </dsp:nvSpPr>
      <dsp:spPr>
        <a:xfrm>
          <a:off x="3710640" y="790682"/>
          <a:ext cx="227319" cy="227319"/>
        </a:xfrm>
        <a:prstGeom prst="rect">
          <a:avLst/>
        </a:prstGeom>
        <a:solidFill>
          <a:schemeClr val="lt1">
            <a:alpha val="90000"/>
            <a:hueOff val="0"/>
            <a:satOff val="0"/>
            <a:lumOff val="0"/>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32F949-66FA-7743-A2B8-DB2C62DAA2E1}">
      <dsp:nvSpPr>
        <dsp:cNvPr id="0" name=""/>
        <dsp:cNvSpPr/>
      </dsp:nvSpPr>
      <dsp:spPr>
        <a:xfrm>
          <a:off x="3710640" y="0"/>
          <a:ext cx="3094319" cy="65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95" tIns="49530" rIns="74295" bIns="49530" numCol="1" spcCol="1270" anchor="ctr" anchorCtr="0">
          <a:noAutofit/>
        </a:bodyPr>
        <a:lstStyle/>
        <a:p>
          <a:pPr marL="0" lvl="0" indent="0" algn="l" defTabSz="1733550">
            <a:lnSpc>
              <a:spcPct val="90000"/>
            </a:lnSpc>
            <a:spcBef>
              <a:spcPct val="0"/>
            </a:spcBef>
            <a:spcAft>
              <a:spcPct val="35000"/>
            </a:spcAft>
            <a:buNone/>
          </a:pPr>
          <a:r>
            <a:rPr lang="fr-CA" sz="3900" kern="1200"/>
            <a:t>Javax</a:t>
          </a:r>
          <a:endParaRPr lang="fr-CA" sz="3900" kern="1200" dirty="0"/>
        </a:p>
      </dsp:txBody>
      <dsp:txXfrm>
        <a:off x="3710640" y="0"/>
        <a:ext cx="3094319" cy="653964"/>
      </dsp:txXfrm>
    </dsp:sp>
    <dsp:sp modelId="{F29A887E-05BF-0E42-8F96-C97BCBAC348B}">
      <dsp:nvSpPr>
        <dsp:cNvPr id="0" name=""/>
        <dsp:cNvSpPr/>
      </dsp:nvSpPr>
      <dsp:spPr>
        <a:xfrm>
          <a:off x="3710640" y="1320558"/>
          <a:ext cx="227314" cy="227314"/>
        </a:xfrm>
        <a:prstGeom prst="rect">
          <a:avLst/>
        </a:prstGeom>
        <a:solidFill>
          <a:schemeClr val="lt1">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6E832-387C-3F44-9A98-55C03D888AE2}">
      <dsp:nvSpPr>
        <dsp:cNvPr id="0" name=""/>
        <dsp:cNvSpPr/>
      </dsp:nvSpPr>
      <dsp:spPr>
        <a:xfrm>
          <a:off x="3927242" y="1169280"/>
          <a:ext cx="2877717" cy="52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100000"/>
            </a:lnSpc>
            <a:spcBef>
              <a:spcPct val="0"/>
            </a:spcBef>
            <a:spcAft>
              <a:spcPct val="35000"/>
            </a:spcAft>
            <a:buNone/>
          </a:pPr>
          <a:r>
            <a:rPr lang="fr-CA" sz="1700" kern="1200" dirty="0" err="1"/>
            <a:t>accessibility</a:t>
          </a:r>
          <a:endParaRPr lang="fr-CA" sz="1700" kern="1200" dirty="0"/>
        </a:p>
      </dsp:txBody>
      <dsp:txXfrm>
        <a:off x="3927242" y="1169280"/>
        <a:ext cx="2877717" cy="529870"/>
      </dsp:txXfrm>
    </dsp:sp>
    <dsp:sp modelId="{02AF421D-16E0-5045-8CB3-35D18C5EC2AA}">
      <dsp:nvSpPr>
        <dsp:cNvPr id="0" name=""/>
        <dsp:cNvSpPr/>
      </dsp:nvSpPr>
      <dsp:spPr>
        <a:xfrm>
          <a:off x="3710640" y="1850428"/>
          <a:ext cx="227314" cy="227314"/>
        </a:xfrm>
        <a:prstGeom prst="rect">
          <a:avLst/>
        </a:prstGeom>
        <a:solidFill>
          <a:schemeClr val="lt1">
            <a:hueOff val="0"/>
            <a:satOff val="0"/>
            <a:lumOff val="0"/>
            <a:alphaOff val="0"/>
          </a:schemeClr>
        </a:solidFill>
        <a:ln w="19050" cap="flat" cmpd="sng" algn="ctr">
          <a:solidFill>
            <a:schemeClr val="accent4">
              <a:hueOff val="1319987"/>
              <a:satOff val="-5840"/>
              <a:lumOff val="-981"/>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6CBEC5-72F6-3444-8C44-8F740E25E0B8}">
      <dsp:nvSpPr>
        <dsp:cNvPr id="0" name=""/>
        <dsp:cNvSpPr/>
      </dsp:nvSpPr>
      <dsp:spPr>
        <a:xfrm>
          <a:off x="3927242" y="1699150"/>
          <a:ext cx="2877717" cy="52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100000"/>
            </a:lnSpc>
            <a:spcBef>
              <a:spcPct val="0"/>
            </a:spcBef>
            <a:spcAft>
              <a:spcPct val="35000"/>
            </a:spcAft>
            <a:buNone/>
          </a:pPr>
          <a:r>
            <a:rPr lang="fr-CA" sz="1700" kern="1200" dirty="0" err="1"/>
            <a:t>naming</a:t>
          </a:r>
          <a:endParaRPr lang="fr-CA" sz="1700" kern="1200" dirty="0"/>
        </a:p>
      </dsp:txBody>
      <dsp:txXfrm>
        <a:off x="3927242" y="1699150"/>
        <a:ext cx="2877717" cy="529870"/>
      </dsp:txXfrm>
    </dsp:sp>
    <dsp:sp modelId="{F387EEEC-F96C-A442-AB69-916099BB97B7}">
      <dsp:nvSpPr>
        <dsp:cNvPr id="0" name=""/>
        <dsp:cNvSpPr/>
      </dsp:nvSpPr>
      <dsp:spPr>
        <a:xfrm>
          <a:off x="3710640" y="2380298"/>
          <a:ext cx="227314" cy="227314"/>
        </a:xfrm>
        <a:prstGeom prst="rect">
          <a:avLst/>
        </a:prstGeom>
        <a:solidFill>
          <a:schemeClr val="lt1">
            <a:hueOff val="0"/>
            <a:satOff val="0"/>
            <a:lumOff val="0"/>
            <a:alphaOff val="0"/>
          </a:schemeClr>
        </a:solidFill>
        <a:ln w="19050" cap="flat" cmpd="sng" algn="ctr">
          <a:solidFill>
            <a:schemeClr val="accent4">
              <a:hueOff val="2639975"/>
              <a:satOff val="-11681"/>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C5D309-D478-7C4C-A797-5459C5F2C944}">
      <dsp:nvSpPr>
        <dsp:cNvPr id="0" name=""/>
        <dsp:cNvSpPr/>
      </dsp:nvSpPr>
      <dsp:spPr>
        <a:xfrm>
          <a:off x="3927242" y="2229020"/>
          <a:ext cx="2877717" cy="52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100000"/>
            </a:lnSpc>
            <a:spcBef>
              <a:spcPct val="0"/>
            </a:spcBef>
            <a:spcAft>
              <a:spcPct val="35000"/>
            </a:spcAft>
            <a:buNone/>
          </a:pPr>
          <a:r>
            <a:rPr lang="fr-CA" sz="1700" kern="1200" dirty="0" err="1"/>
            <a:t>rmi</a:t>
          </a:r>
          <a:endParaRPr lang="fr-CA" sz="1700" kern="1200" dirty="0"/>
        </a:p>
      </dsp:txBody>
      <dsp:txXfrm>
        <a:off x="3927242" y="2229020"/>
        <a:ext cx="2877717" cy="529870"/>
      </dsp:txXfrm>
    </dsp:sp>
    <dsp:sp modelId="{A2CD7B43-C274-3348-9632-77937C5AE3FD}">
      <dsp:nvSpPr>
        <dsp:cNvPr id="0" name=""/>
        <dsp:cNvSpPr/>
      </dsp:nvSpPr>
      <dsp:spPr>
        <a:xfrm>
          <a:off x="3710640" y="2910168"/>
          <a:ext cx="227314" cy="227314"/>
        </a:xfrm>
        <a:prstGeom prst="rect">
          <a:avLst/>
        </a:prstGeom>
        <a:solidFill>
          <a:schemeClr val="lt1">
            <a:hueOff val="0"/>
            <a:satOff val="0"/>
            <a:lumOff val="0"/>
            <a:alphaOff val="0"/>
          </a:schemeClr>
        </a:solidFill>
        <a:ln w="19050" cap="flat" cmpd="sng" algn="ctr">
          <a:solidFill>
            <a:schemeClr val="accent4">
              <a:hueOff val="3959962"/>
              <a:satOff val="-17521"/>
              <a:lumOff val="-29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EDA2CE-84D9-424C-9C03-3436D756F74B}">
      <dsp:nvSpPr>
        <dsp:cNvPr id="0" name=""/>
        <dsp:cNvSpPr/>
      </dsp:nvSpPr>
      <dsp:spPr>
        <a:xfrm>
          <a:off x="3927242" y="2758890"/>
          <a:ext cx="2877717" cy="52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100000"/>
            </a:lnSpc>
            <a:spcBef>
              <a:spcPct val="0"/>
            </a:spcBef>
            <a:spcAft>
              <a:spcPct val="35000"/>
            </a:spcAft>
            <a:buNone/>
          </a:pPr>
          <a:r>
            <a:rPr lang="fr-CA" sz="1700" kern="1200" dirty="0" err="1"/>
            <a:t>sound</a:t>
          </a:r>
          <a:endParaRPr lang="fr-CA" sz="1700" kern="1200" dirty="0"/>
        </a:p>
      </dsp:txBody>
      <dsp:txXfrm>
        <a:off x="3927242" y="2758890"/>
        <a:ext cx="2877717" cy="529870"/>
      </dsp:txXfrm>
    </dsp:sp>
    <dsp:sp modelId="{74616307-661A-1241-891D-2657695DCD09}">
      <dsp:nvSpPr>
        <dsp:cNvPr id="0" name=""/>
        <dsp:cNvSpPr/>
      </dsp:nvSpPr>
      <dsp:spPr>
        <a:xfrm>
          <a:off x="3710640" y="3440038"/>
          <a:ext cx="227314" cy="227314"/>
        </a:xfrm>
        <a:prstGeom prst="rect">
          <a:avLst/>
        </a:prstGeom>
        <a:solidFill>
          <a:schemeClr val="lt1">
            <a:hueOff val="0"/>
            <a:satOff val="0"/>
            <a:lumOff val="0"/>
            <a:alphaOff val="0"/>
          </a:schemeClr>
        </a:solidFill>
        <a:ln w="19050" cap="flat" cmpd="sng" algn="ctr">
          <a:solidFill>
            <a:schemeClr val="accent4">
              <a:hueOff val="5279950"/>
              <a:satOff val="-23362"/>
              <a:lumOff val="-3922"/>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96017C-2CBF-C049-B2E5-22E4B812C583}">
      <dsp:nvSpPr>
        <dsp:cNvPr id="0" name=""/>
        <dsp:cNvSpPr/>
      </dsp:nvSpPr>
      <dsp:spPr>
        <a:xfrm>
          <a:off x="3927242" y="3288760"/>
          <a:ext cx="2877717" cy="52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100000"/>
            </a:lnSpc>
            <a:spcBef>
              <a:spcPct val="0"/>
            </a:spcBef>
            <a:spcAft>
              <a:spcPct val="35000"/>
            </a:spcAft>
            <a:buNone/>
          </a:pPr>
          <a:r>
            <a:rPr lang="fr-CA" sz="1700" kern="1200" dirty="0"/>
            <a:t>swing</a:t>
          </a:r>
        </a:p>
      </dsp:txBody>
      <dsp:txXfrm>
        <a:off x="3927242" y="3288760"/>
        <a:ext cx="2877717" cy="529870"/>
      </dsp:txXfrm>
    </dsp:sp>
    <dsp:sp modelId="{6F408688-2F6A-4B4C-B44C-1DFC56E0AF91}">
      <dsp:nvSpPr>
        <dsp:cNvPr id="0" name=""/>
        <dsp:cNvSpPr/>
      </dsp:nvSpPr>
      <dsp:spPr>
        <a:xfrm>
          <a:off x="3710640" y="3969908"/>
          <a:ext cx="227314" cy="227314"/>
        </a:xfrm>
        <a:prstGeom prst="rect">
          <a:avLst/>
        </a:prstGeom>
        <a:solidFill>
          <a:schemeClr val="lt1">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4B1635-D3C2-7249-B89C-1FA0C49857D2}">
      <dsp:nvSpPr>
        <dsp:cNvPr id="0" name=""/>
        <dsp:cNvSpPr/>
      </dsp:nvSpPr>
      <dsp:spPr>
        <a:xfrm>
          <a:off x="3927242" y="3818630"/>
          <a:ext cx="2877717" cy="529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ctr" anchorCtr="0">
          <a:noAutofit/>
        </a:bodyPr>
        <a:lstStyle/>
        <a:p>
          <a:pPr marL="0" lvl="0" indent="0" algn="l" defTabSz="755650">
            <a:lnSpc>
              <a:spcPct val="100000"/>
            </a:lnSpc>
            <a:spcBef>
              <a:spcPct val="0"/>
            </a:spcBef>
            <a:spcAft>
              <a:spcPct val="35000"/>
            </a:spcAft>
            <a:buNone/>
          </a:pPr>
          <a:r>
            <a:rPr lang="fr-CA" sz="1700" kern="1200" dirty="0"/>
            <a:t>transaction</a:t>
          </a:r>
        </a:p>
      </dsp:txBody>
      <dsp:txXfrm>
        <a:off x="3927242" y="3818630"/>
        <a:ext cx="2877717" cy="529870"/>
      </dsp:txXfrm>
    </dsp:sp>
    <dsp:sp modelId="{AD85B82A-B387-E945-8398-D04068E6AAF2}">
      <dsp:nvSpPr>
        <dsp:cNvPr id="0" name=""/>
        <dsp:cNvSpPr/>
      </dsp:nvSpPr>
      <dsp:spPr>
        <a:xfrm>
          <a:off x="6959675" y="653964"/>
          <a:ext cx="3094319" cy="364037"/>
        </a:xfrm>
        <a:prstGeom prst="rect">
          <a:avLst/>
        </a:prstGeom>
        <a:solidFill>
          <a:schemeClr val="accent4">
            <a:hueOff val="6599937"/>
            <a:satOff val="-29202"/>
            <a:lumOff val="-4903"/>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80F59A-ECD6-8347-B6EB-CBB14DDD22B9}">
      <dsp:nvSpPr>
        <dsp:cNvPr id="0" name=""/>
        <dsp:cNvSpPr/>
      </dsp:nvSpPr>
      <dsp:spPr>
        <a:xfrm>
          <a:off x="6959675" y="790682"/>
          <a:ext cx="227319" cy="227319"/>
        </a:xfrm>
        <a:prstGeom prst="rect">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B740F6E3-129D-734F-B552-9F5FBA9D4D62}">
      <dsp:nvSpPr>
        <dsp:cNvPr id="0" name=""/>
        <dsp:cNvSpPr/>
      </dsp:nvSpPr>
      <dsp:spPr>
        <a:xfrm>
          <a:off x="6959675" y="0"/>
          <a:ext cx="3094319" cy="653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295" tIns="49530" rIns="74295" bIns="49530" numCol="1" spcCol="1270" anchor="ctr" anchorCtr="0">
          <a:noAutofit/>
        </a:bodyPr>
        <a:lstStyle/>
        <a:p>
          <a:pPr marL="0" lvl="0" indent="0" algn="l" defTabSz="1733550">
            <a:lnSpc>
              <a:spcPct val="90000"/>
            </a:lnSpc>
            <a:spcBef>
              <a:spcPct val="0"/>
            </a:spcBef>
            <a:spcAft>
              <a:spcPct val="35000"/>
            </a:spcAft>
            <a:buNone/>
          </a:pPr>
          <a:r>
            <a:rPr lang="fr-CA" sz="3900" kern="1200"/>
            <a:t>Java</a:t>
          </a:r>
          <a:endParaRPr lang="fr-CA" sz="3900" kern="1200" dirty="0"/>
        </a:p>
      </dsp:txBody>
      <dsp:txXfrm>
        <a:off x="6959675" y="0"/>
        <a:ext cx="3094319" cy="6539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F834E-2F8A-4A49-BD56-A166BFB6EB2A}">
      <dsp:nvSpPr>
        <dsp:cNvPr id="0" name=""/>
        <dsp:cNvSpPr/>
      </dsp:nvSpPr>
      <dsp:spPr>
        <a:xfrm rot="5400000">
          <a:off x="6913129" y="-3067946"/>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dirty="0" err="1"/>
            <a:t>True</a:t>
          </a:r>
          <a:r>
            <a:rPr lang="fr-CA" sz="1400" kern="1200" dirty="0"/>
            <a:t> / False</a:t>
          </a:r>
        </a:p>
      </dsp:txBody>
      <dsp:txXfrm rot="-5400000">
        <a:off x="3785616" y="82752"/>
        <a:ext cx="6706799" cy="428587"/>
      </dsp:txXfrm>
    </dsp:sp>
    <dsp:sp modelId="{F67A74BA-3AAD-5447-B848-3552184C6F0B}">
      <dsp:nvSpPr>
        <dsp:cNvPr id="0" name=""/>
        <dsp:cNvSpPr/>
      </dsp:nvSpPr>
      <dsp:spPr>
        <a:xfrm>
          <a:off x="0" y="196"/>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a:t>Boolean</a:t>
          </a:r>
        </a:p>
      </dsp:txBody>
      <dsp:txXfrm>
        <a:off x="28982" y="29178"/>
        <a:ext cx="3727652" cy="535732"/>
      </dsp:txXfrm>
    </dsp:sp>
    <dsp:sp modelId="{933C1F65-1981-4544-A3BC-1A36B7265DFD}">
      <dsp:nvSpPr>
        <dsp:cNvPr id="0" name=""/>
        <dsp:cNvSpPr/>
      </dsp:nvSpPr>
      <dsp:spPr>
        <a:xfrm rot="5400000">
          <a:off x="6913129" y="-2444565"/>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dirty="0"/>
            <a:t>caractère selon l'encodage UTF-16 Mot de 16 bits</a:t>
          </a:r>
        </a:p>
      </dsp:txBody>
      <dsp:txXfrm rot="-5400000">
        <a:off x="3785616" y="706133"/>
        <a:ext cx="6706799" cy="428587"/>
      </dsp:txXfrm>
    </dsp:sp>
    <dsp:sp modelId="{B292D44A-A8E8-A342-B48D-BE334BC10E53}">
      <dsp:nvSpPr>
        <dsp:cNvPr id="0" name=""/>
        <dsp:cNvSpPr/>
      </dsp:nvSpPr>
      <dsp:spPr>
        <a:xfrm>
          <a:off x="0" y="623578"/>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a:t>char</a:t>
          </a:r>
        </a:p>
      </dsp:txBody>
      <dsp:txXfrm>
        <a:off x="28982" y="652560"/>
        <a:ext cx="3727652" cy="535732"/>
      </dsp:txXfrm>
    </dsp:sp>
    <dsp:sp modelId="{165D0924-5C60-A34A-B74A-45117CB426CA}">
      <dsp:nvSpPr>
        <dsp:cNvPr id="0" name=""/>
        <dsp:cNvSpPr/>
      </dsp:nvSpPr>
      <dsp:spPr>
        <a:xfrm rot="5400000">
          <a:off x="6913129" y="-1821183"/>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dirty="0">
              <a:latin typeface="Aptos" panose="02110004020202020204"/>
              <a:ea typeface="+mn-ea"/>
              <a:cs typeface="+mn-cs"/>
            </a:rPr>
            <a:t>Octet en binaire (8bits) entre -128 (2</a:t>
          </a:r>
          <a:r>
            <a:rPr lang="fr-CA" sz="1400" kern="1200" baseline="30000" dirty="0">
              <a:latin typeface="Aptos" panose="02110004020202020204"/>
              <a:ea typeface="+mn-ea"/>
              <a:cs typeface="+mn-cs"/>
            </a:rPr>
            <a:t>7</a:t>
          </a:r>
          <a:r>
            <a:rPr lang="fr-CA" sz="1400" kern="1200" dirty="0">
              <a:latin typeface="Aptos" panose="02110004020202020204"/>
              <a:ea typeface="+mn-ea"/>
              <a:cs typeface="+mn-cs"/>
            </a:rPr>
            <a:t>) et 127 (2</a:t>
          </a:r>
          <a:r>
            <a:rPr lang="fr-CA" sz="1400" kern="1200" baseline="30000" dirty="0">
              <a:latin typeface="Aptos" panose="02110004020202020204"/>
              <a:ea typeface="+mn-ea"/>
              <a:cs typeface="+mn-cs"/>
            </a:rPr>
            <a:t>7</a:t>
          </a:r>
          <a:r>
            <a:rPr lang="fr-CA" sz="1400" kern="1200" dirty="0">
              <a:latin typeface="Aptos" panose="02110004020202020204"/>
              <a:ea typeface="+mn-ea"/>
              <a:cs typeface="+mn-cs"/>
            </a:rPr>
            <a:t>-1)</a:t>
          </a:r>
        </a:p>
      </dsp:txBody>
      <dsp:txXfrm rot="-5400000">
        <a:off x="3785616" y="1329515"/>
        <a:ext cx="6706799" cy="428587"/>
      </dsp:txXfrm>
    </dsp:sp>
    <dsp:sp modelId="{53FC6D84-49AF-8E4A-85A5-61E27EFA65E9}">
      <dsp:nvSpPr>
        <dsp:cNvPr id="0" name=""/>
        <dsp:cNvSpPr/>
      </dsp:nvSpPr>
      <dsp:spPr>
        <a:xfrm>
          <a:off x="0" y="1246960"/>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a:t>byte</a:t>
          </a:r>
        </a:p>
      </dsp:txBody>
      <dsp:txXfrm>
        <a:off x="28982" y="1275942"/>
        <a:ext cx="3727652" cy="535732"/>
      </dsp:txXfrm>
    </dsp:sp>
    <dsp:sp modelId="{92493579-9476-F246-A1CD-72AFDEA9932C}">
      <dsp:nvSpPr>
        <dsp:cNvPr id="0" name=""/>
        <dsp:cNvSpPr/>
      </dsp:nvSpPr>
      <dsp:spPr>
        <a:xfrm rot="5400000">
          <a:off x="6913129" y="-1197801"/>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dirty="0">
              <a:latin typeface="Aptos" panose="02110004020202020204"/>
              <a:ea typeface="+mn-ea"/>
              <a:cs typeface="+mn-cs"/>
            </a:rPr>
            <a:t>Entier précision de 16 bits, entre -32 768 (-2</a:t>
          </a:r>
          <a:r>
            <a:rPr lang="fr-CA" sz="1400" kern="1200" baseline="30000" dirty="0">
              <a:latin typeface="Aptos" panose="02110004020202020204"/>
              <a:ea typeface="+mn-ea"/>
              <a:cs typeface="+mn-cs"/>
            </a:rPr>
            <a:t>15</a:t>
          </a:r>
          <a:r>
            <a:rPr lang="fr-CA" sz="1400" kern="1200" dirty="0">
              <a:latin typeface="Aptos" panose="02110004020202020204"/>
              <a:ea typeface="+mn-ea"/>
              <a:cs typeface="+mn-cs"/>
            </a:rPr>
            <a:t>) et 32767 (2</a:t>
          </a:r>
          <a:r>
            <a:rPr lang="fr-CA" sz="1400" kern="1200" baseline="30000" dirty="0">
              <a:latin typeface="Aptos" panose="02110004020202020204"/>
              <a:ea typeface="+mn-ea"/>
              <a:cs typeface="+mn-cs"/>
            </a:rPr>
            <a:t>15</a:t>
          </a:r>
          <a:r>
            <a:rPr lang="fr-CA" sz="1400" kern="1200" dirty="0">
              <a:latin typeface="Aptos" panose="02110004020202020204"/>
              <a:ea typeface="+mn-ea"/>
              <a:cs typeface="+mn-cs"/>
            </a:rPr>
            <a:t>-1)</a:t>
          </a:r>
        </a:p>
      </dsp:txBody>
      <dsp:txXfrm rot="-5400000">
        <a:off x="3785616" y="1952897"/>
        <a:ext cx="6706799" cy="428587"/>
      </dsp:txXfrm>
    </dsp:sp>
    <dsp:sp modelId="{80BEDB05-E340-594B-8E92-703E7A019783}">
      <dsp:nvSpPr>
        <dsp:cNvPr id="0" name=""/>
        <dsp:cNvSpPr/>
      </dsp:nvSpPr>
      <dsp:spPr>
        <a:xfrm>
          <a:off x="0" y="1870342"/>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a:t>Short</a:t>
          </a:r>
        </a:p>
      </dsp:txBody>
      <dsp:txXfrm>
        <a:off x="28982" y="1899324"/>
        <a:ext cx="3727652" cy="535732"/>
      </dsp:txXfrm>
    </dsp:sp>
    <dsp:sp modelId="{1A22AF87-69FE-ED4D-B454-796102D17FC9}">
      <dsp:nvSpPr>
        <dsp:cNvPr id="0" name=""/>
        <dsp:cNvSpPr/>
      </dsp:nvSpPr>
      <dsp:spPr>
        <a:xfrm rot="5400000">
          <a:off x="6913129" y="-574419"/>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dirty="0">
              <a:latin typeface="Aptos" panose="02110004020202020204"/>
              <a:ea typeface="+mn-ea"/>
              <a:cs typeface="+mn-cs"/>
            </a:rPr>
            <a:t>Entier précision de 32 bits, entre - 2147483648(-2</a:t>
          </a:r>
          <a:r>
            <a:rPr lang="fr-CA" sz="1400" kern="1200" baseline="30000" dirty="0">
              <a:latin typeface="Aptos" panose="02110004020202020204"/>
              <a:ea typeface="+mn-ea"/>
              <a:cs typeface="+mn-cs"/>
            </a:rPr>
            <a:t>31</a:t>
          </a:r>
          <a:r>
            <a:rPr lang="fr-CA" sz="1400" kern="1200" dirty="0">
              <a:latin typeface="Aptos" panose="02110004020202020204"/>
              <a:ea typeface="+mn-ea"/>
              <a:cs typeface="+mn-cs"/>
            </a:rPr>
            <a:t>) et 2147483647(2</a:t>
          </a:r>
          <a:r>
            <a:rPr lang="fr-CA" sz="1400" kern="1200" baseline="30000" dirty="0">
              <a:latin typeface="Aptos" panose="02110004020202020204"/>
              <a:ea typeface="+mn-ea"/>
              <a:cs typeface="+mn-cs"/>
            </a:rPr>
            <a:t>31</a:t>
          </a:r>
          <a:r>
            <a:rPr lang="fr-CA" sz="1400" kern="1200" dirty="0">
              <a:latin typeface="Aptos" panose="02110004020202020204"/>
              <a:ea typeface="+mn-ea"/>
              <a:cs typeface="+mn-cs"/>
            </a:rPr>
            <a:t>-1)</a:t>
          </a:r>
        </a:p>
      </dsp:txBody>
      <dsp:txXfrm rot="-5400000">
        <a:off x="3785616" y="2576279"/>
        <a:ext cx="6706799" cy="428587"/>
      </dsp:txXfrm>
    </dsp:sp>
    <dsp:sp modelId="{232E7465-93C6-CD43-B8AA-9194810B90F0}">
      <dsp:nvSpPr>
        <dsp:cNvPr id="0" name=""/>
        <dsp:cNvSpPr/>
      </dsp:nvSpPr>
      <dsp:spPr>
        <a:xfrm>
          <a:off x="0" y="2493723"/>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err="1"/>
            <a:t>int</a:t>
          </a:r>
          <a:endParaRPr lang="fr-CA" sz="1700" kern="1200" dirty="0"/>
        </a:p>
      </dsp:txBody>
      <dsp:txXfrm>
        <a:off x="28982" y="2522705"/>
        <a:ext cx="3727652" cy="535732"/>
      </dsp:txXfrm>
    </dsp:sp>
    <dsp:sp modelId="{C5DF0A25-FA14-DE4E-9F64-FB51DA73F372}">
      <dsp:nvSpPr>
        <dsp:cNvPr id="0" name=""/>
        <dsp:cNvSpPr/>
      </dsp:nvSpPr>
      <dsp:spPr>
        <a:xfrm rot="5400000">
          <a:off x="6913129" y="48962"/>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a:t>Entier précision de 64bits, entre -9223036854775808 (-2</a:t>
          </a:r>
          <a:r>
            <a:rPr lang="fr-CA" sz="1400" kern="1200" baseline="30000"/>
            <a:t>63</a:t>
          </a:r>
          <a:r>
            <a:rPr lang="fr-CA" sz="1400" kern="1200"/>
            <a:t>) et 9223372036854775807 (2</a:t>
          </a:r>
          <a:r>
            <a:rPr lang="fr-CA" sz="1400" kern="1200" baseline="30000">
              <a:latin typeface="Aptos" panose="02110004020202020204"/>
              <a:ea typeface="+mn-ea"/>
              <a:cs typeface="+mn-cs"/>
            </a:rPr>
            <a:t>63</a:t>
          </a:r>
          <a:r>
            <a:rPr lang="fr-CA" sz="1400" kern="1200"/>
            <a:t>-1)</a:t>
          </a:r>
          <a:endParaRPr lang="fr-CA" sz="1400" kern="1200" dirty="0"/>
        </a:p>
      </dsp:txBody>
      <dsp:txXfrm rot="-5400000">
        <a:off x="3785616" y="3199661"/>
        <a:ext cx="6706799" cy="428587"/>
      </dsp:txXfrm>
    </dsp:sp>
    <dsp:sp modelId="{E05625D0-A90A-5A41-90F7-A37266F8F18F}">
      <dsp:nvSpPr>
        <dsp:cNvPr id="0" name=""/>
        <dsp:cNvSpPr/>
      </dsp:nvSpPr>
      <dsp:spPr>
        <a:xfrm>
          <a:off x="0" y="3117105"/>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a:t>long</a:t>
          </a:r>
        </a:p>
      </dsp:txBody>
      <dsp:txXfrm>
        <a:off x="28982" y="3146087"/>
        <a:ext cx="3727652" cy="535732"/>
      </dsp:txXfrm>
    </dsp:sp>
    <dsp:sp modelId="{DF9102B8-BCB4-104B-B937-02F504A0EF2A}">
      <dsp:nvSpPr>
        <dsp:cNvPr id="0" name=""/>
        <dsp:cNvSpPr/>
      </dsp:nvSpPr>
      <dsp:spPr>
        <a:xfrm rot="5400000">
          <a:off x="6913129" y="672344"/>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a:t>nombre à virgule flottante précision 32 bits selon le code IEEE 754-1985, entre -3,4*10</a:t>
          </a:r>
          <a:r>
            <a:rPr lang="fr-CA" sz="1400" kern="1200" baseline="30000"/>
            <a:t>38</a:t>
          </a:r>
          <a:r>
            <a:rPr lang="fr-CA" sz="1400" kern="1200"/>
            <a:t> et 3,4*10</a:t>
          </a:r>
          <a:r>
            <a:rPr lang="fr-CA" sz="1400" kern="1200" baseline="30000"/>
            <a:t>3</a:t>
          </a:r>
          <a:r>
            <a:rPr lang="fr-CA" sz="1400" kern="1200" baseline="30000">
              <a:latin typeface="Aptos" panose="02110004020202020204"/>
              <a:ea typeface="+mn-ea"/>
              <a:cs typeface="+mn-cs"/>
            </a:rPr>
            <a:t>8</a:t>
          </a:r>
          <a:endParaRPr lang="fr-CA" sz="1400" kern="1200" baseline="30000" dirty="0">
            <a:latin typeface="Aptos" panose="02110004020202020204"/>
            <a:ea typeface="+mn-ea"/>
            <a:cs typeface="+mn-cs"/>
          </a:endParaRPr>
        </a:p>
      </dsp:txBody>
      <dsp:txXfrm rot="-5400000">
        <a:off x="3785616" y="3823043"/>
        <a:ext cx="6706799" cy="428587"/>
      </dsp:txXfrm>
    </dsp:sp>
    <dsp:sp modelId="{8CCB2873-D38A-1440-9624-8ECC6B626B7B}">
      <dsp:nvSpPr>
        <dsp:cNvPr id="0" name=""/>
        <dsp:cNvSpPr/>
      </dsp:nvSpPr>
      <dsp:spPr>
        <a:xfrm>
          <a:off x="0" y="3740487"/>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dirty="0" err="1"/>
            <a:t>float</a:t>
          </a:r>
          <a:endParaRPr lang="fr-CA" sz="1700" kern="1200" dirty="0"/>
        </a:p>
      </dsp:txBody>
      <dsp:txXfrm>
        <a:off x="28982" y="3769469"/>
        <a:ext cx="3727652" cy="535732"/>
      </dsp:txXfrm>
    </dsp:sp>
    <dsp:sp modelId="{26AC1B77-3939-834D-9042-2A79553FFA9F}">
      <dsp:nvSpPr>
        <dsp:cNvPr id="0" name=""/>
        <dsp:cNvSpPr/>
      </dsp:nvSpPr>
      <dsp:spPr>
        <a:xfrm rot="5400000">
          <a:off x="6913129" y="1295725"/>
          <a:ext cx="474957" cy="6729984"/>
        </a:xfrm>
        <a:prstGeom prst="round2SameRect">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fr-CA" sz="1400" kern="1200" baseline="0" dirty="0">
              <a:latin typeface="Aptos" panose="02110004020202020204"/>
              <a:ea typeface="+mn-ea"/>
              <a:cs typeface="+mn-cs"/>
            </a:rPr>
            <a:t>Nombre à virgule flottante précision de 64 bits IEEE 754-1085, entre -1,7*10</a:t>
          </a:r>
          <a:r>
            <a:rPr lang="fr-CA" sz="1400" kern="1200" baseline="30000" dirty="0">
              <a:latin typeface="Aptos" panose="02110004020202020204"/>
              <a:ea typeface="+mn-ea"/>
              <a:cs typeface="+mn-cs"/>
            </a:rPr>
            <a:t>308</a:t>
          </a:r>
          <a:r>
            <a:rPr lang="fr-CA" sz="1400" kern="1200" baseline="0" dirty="0">
              <a:latin typeface="Aptos" panose="02110004020202020204"/>
              <a:ea typeface="+mn-ea"/>
              <a:cs typeface="+mn-cs"/>
            </a:rPr>
            <a:t> et 1,7*10</a:t>
          </a:r>
          <a:r>
            <a:rPr lang="fr-CA" sz="1400" kern="1200" baseline="30000" dirty="0">
              <a:latin typeface="Aptos" panose="02110004020202020204"/>
              <a:ea typeface="+mn-ea"/>
              <a:cs typeface="+mn-cs"/>
            </a:rPr>
            <a:t>308</a:t>
          </a:r>
        </a:p>
      </dsp:txBody>
      <dsp:txXfrm rot="-5400000">
        <a:off x="3785616" y="4446424"/>
        <a:ext cx="6706799" cy="428587"/>
      </dsp:txXfrm>
    </dsp:sp>
    <dsp:sp modelId="{AEA9DCD4-47B1-F54F-AE68-EF1089A5A109}">
      <dsp:nvSpPr>
        <dsp:cNvPr id="0" name=""/>
        <dsp:cNvSpPr/>
      </dsp:nvSpPr>
      <dsp:spPr>
        <a:xfrm>
          <a:off x="0" y="4363869"/>
          <a:ext cx="3785616" cy="5936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fr-CA" sz="1700" kern="1200">
              <a:latin typeface="Aptos" panose="02110004020202020204"/>
              <a:ea typeface="+mn-ea"/>
              <a:cs typeface="+mn-cs"/>
            </a:rPr>
            <a:t>double</a:t>
          </a:r>
          <a:endParaRPr lang="fr-CA" sz="1700" kern="1200" dirty="0">
            <a:latin typeface="Aptos" panose="02110004020202020204"/>
            <a:ea typeface="+mn-ea"/>
            <a:cs typeface="+mn-cs"/>
          </a:endParaRPr>
        </a:p>
      </dsp:txBody>
      <dsp:txXfrm>
        <a:off x="28982" y="4392851"/>
        <a:ext cx="3727652" cy="5357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94F21C-D21A-5445-A56D-D03B7A79D826}">
      <dsp:nvSpPr>
        <dsp:cNvPr id="0" name=""/>
        <dsp:cNvSpPr/>
      </dsp:nvSpPr>
      <dsp:spPr>
        <a:xfrm>
          <a:off x="0" y="16083"/>
          <a:ext cx="6781803" cy="186966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kern="1200"/>
            <a:t>La méthode </a:t>
          </a:r>
          <a:r>
            <a:rPr lang="fr-FR" sz="3400" i="1" kern="1200"/>
            <a:t>println() </a:t>
          </a:r>
          <a:r>
            <a:rPr lang="fr-FR" sz="3400" kern="1200"/>
            <a:t>provoque un saut de ligne après avoir affiché la chaîne </a:t>
          </a:r>
          <a:endParaRPr lang="fr-CA" sz="3400" kern="1200"/>
        </a:p>
      </dsp:txBody>
      <dsp:txXfrm>
        <a:off x="91269" y="107352"/>
        <a:ext cx="6599265" cy="1687122"/>
      </dsp:txXfrm>
    </dsp:sp>
    <dsp:sp modelId="{A0E13A61-B6CE-534B-842A-44BD4A0E6F4A}">
      <dsp:nvSpPr>
        <dsp:cNvPr id="0" name=""/>
        <dsp:cNvSpPr/>
      </dsp:nvSpPr>
      <dsp:spPr>
        <a:xfrm>
          <a:off x="0" y="1983663"/>
          <a:ext cx="6781803" cy="1869660"/>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kern="1200"/>
            <a:t>la méthode </a:t>
          </a:r>
          <a:r>
            <a:rPr lang="fr-FR" sz="3400" i="1" kern="1200"/>
            <a:t>print() </a:t>
          </a:r>
          <a:r>
            <a:rPr lang="fr-FR" sz="3400" kern="1200"/>
            <a:t>fait la même chose que </a:t>
          </a:r>
          <a:r>
            <a:rPr lang="fr-FR" sz="3400" i="1" kern="1200"/>
            <a:t>println() </a:t>
          </a:r>
          <a:r>
            <a:rPr lang="fr-FR" sz="3400" kern="1200"/>
            <a:t>mais sans saut de ligne</a:t>
          </a:r>
          <a:endParaRPr lang="fr-CA" sz="3400" kern="1200"/>
        </a:p>
      </dsp:txBody>
      <dsp:txXfrm>
        <a:off x="91269" y="2074932"/>
        <a:ext cx="6599265" cy="16871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8196C-43E3-A541-9503-9B044273468F}">
      <dsp:nvSpPr>
        <dsp:cNvPr id="0" name=""/>
        <dsp:cNvSpPr/>
      </dsp:nvSpPr>
      <dsp:spPr>
        <a:xfrm>
          <a:off x="-7124420" y="-1089590"/>
          <a:ext cx="8482613" cy="8482613"/>
        </a:xfrm>
        <a:prstGeom prst="blockArc">
          <a:avLst>
            <a:gd name="adj1" fmla="val 18900000"/>
            <a:gd name="adj2" fmla="val 2700000"/>
            <a:gd name="adj3" fmla="val 255"/>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6B0EAB-C26A-6C44-AEB5-B83A725D6526}">
      <dsp:nvSpPr>
        <dsp:cNvPr id="0" name=""/>
        <dsp:cNvSpPr/>
      </dsp:nvSpPr>
      <dsp:spPr>
        <a:xfrm>
          <a:off x="874916" y="630343"/>
          <a:ext cx="11230096" cy="12606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670" tIns="68580" rIns="68580" bIns="68580" numCol="1" spcCol="1270" anchor="t" anchorCtr="0">
          <a:noAutofit/>
        </a:bodyPr>
        <a:lstStyle/>
        <a:p>
          <a:pPr marL="0" lvl="0" indent="0" algn="l" defTabSz="1200150">
            <a:lnSpc>
              <a:spcPct val="90000"/>
            </a:lnSpc>
            <a:spcBef>
              <a:spcPct val="0"/>
            </a:spcBef>
            <a:spcAft>
              <a:spcPct val="35000"/>
            </a:spcAft>
            <a:buNone/>
          </a:pPr>
          <a:r>
            <a:rPr lang="fr-CA" sz="2700" kern="1200" dirty="0"/>
            <a:t>La séquence</a:t>
          </a:r>
        </a:p>
        <a:p>
          <a:pPr marL="228600" lvl="1" indent="-228600" algn="l" defTabSz="933450">
            <a:lnSpc>
              <a:spcPct val="90000"/>
            </a:lnSpc>
            <a:spcBef>
              <a:spcPct val="0"/>
            </a:spcBef>
            <a:spcAft>
              <a:spcPct val="15000"/>
            </a:spcAft>
            <a:buChar char="•"/>
          </a:pPr>
          <a:r>
            <a:rPr lang="fr-CA" sz="2100" kern="1200" dirty="0"/>
            <a:t>Les énoncés sont placés en séquence les uns après les autres et sont exécutés dans cet ordre </a:t>
          </a:r>
        </a:p>
      </dsp:txBody>
      <dsp:txXfrm>
        <a:off x="874916" y="630343"/>
        <a:ext cx="11230096" cy="1260686"/>
      </dsp:txXfrm>
    </dsp:sp>
    <dsp:sp modelId="{1F725FD3-8A5B-5F4E-8825-B563C4D4C3DD}">
      <dsp:nvSpPr>
        <dsp:cNvPr id="0" name=""/>
        <dsp:cNvSpPr/>
      </dsp:nvSpPr>
      <dsp:spPr>
        <a:xfrm>
          <a:off x="86987" y="472757"/>
          <a:ext cx="1575858" cy="157585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81CB08-4303-374B-B854-9571C786D434}">
      <dsp:nvSpPr>
        <dsp:cNvPr id="0" name=""/>
        <dsp:cNvSpPr/>
      </dsp:nvSpPr>
      <dsp:spPr>
        <a:xfrm>
          <a:off x="1420163" y="2525483"/>
          <a:ext cx="10771836" cy="12606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670" tIns="68580" rIns="68580" bIns="68580" numCol="1" spcCol="1270" anchor="t" anchorCtr="0">
          <a:noAutofit/>
        </a:bodyPr>
        <a:lstStyle/>
        <a:p>
          <a:pPr marL="0" lvl="0" indent="0" algn="l" defTabSz="1200150">
            <a:lnSpc>
              <a:spcPct val="90000"/>
            </a:lnSpc>
            <a:spcBef>
              <a:spcPct val="0"/>
            </a:spcBef>
            <a:spcAft>
              <a:spcPct val="35000"/>
            </a:spcAft>
            <a:buNone/>
          </a:pPr>
          <a:r>
            <a:rPr lang="fr-CA" sz="2700" kern="1200" dirty="0"/>
            <a:t>Boucle avec </a:t>
          </a:r>
          <a:r>
            <a:rPr lang="fr-CA" sz="2700" kern="1200" dirty="0" err="1"/>
            <a:t>while</a:t>
          </a:r>
          <a:endParaRPr lang="fr-CA" sz="2700" kern="1200" dirty="0"/>
        </a:p>
        <a:p>
          <a:pPr marL="228600" lvl="1" indent="-228600" algn="l" defTabSz="933450">
            <a:lnSpc>
              <a:spcPct val="90000"/>
            </a:lnSpc>
            <a:spcBef>
              <a:spcPct val="0"/>
            </a:spcBef>
            <a:spcAft>
              <a:spcPct val="15000"/>
            </a:spcAft>
            <a:buChar char="•"/>
          </a:pPr>
          <a:r>
            <a:rPr lang="fr-CA" sz="2100" kern="1200" dirty="0"/>
            <a:t>Permet d’éviter la répétition d’énoncés dans le programme</a:t>
          </a:r>
        </a:p>
      </dsp:txBody>
      <dsp:txXfrm>
        <a:off x="1420163" y="2525483"/>
        <a:ext cx="10771836" cy="1260686"/>
      </dsp:txXfrm>
    </dsp:sp>
    <dsp:sp modelId="{0AA9AD72-8E8A-0F44-8C15-1C4FCE280F44}">
      <dsp:nvSpPr>
        <dsp:cNvPr id="0" name=""/>
        <dsp:cNvSpPr/>
      </dsp:nvSpPr>
      <dsp:spPr>
        <a:xfrm>
          <a:off x="545246" y="2363787"/>
          <a:ext cx="1575858" cy="157585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5F77757-6C96-4B43-A5F6-447E0E86786F}">
      <dsp:nvSpPr>
        <dsp:cNvPr id="0" name=""/>
        <dsp:cNvSpPr/>
      </dsp:nvSpPr>
      <dsp:spPr>
        <a:xfrm>
          <a:off x="874916" y="4412403"/>
          <a:ext cx="11230096" cy="126068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670" tIns="68580" rIns="68580" bIns="68580" numCol="1" spcCol="1270" anchor="t" anchorCtr="0">
          <a:noAutofit/>
        </a:bodyPr>
        <a:lstStyle/>
        <a:p>
          <a:pPr marL="0" lvl="0" indent="0" algn="l" defTabSz="1200150">
            <a:lnSpc>
              <a:spcPct val="90000"/>
            </a:lnSpc>
            <a:spcBef>
              <a:spcPct val="0"/>
            </a:spcBef>
            <a:spcAft>
              <a:spcPct val="35000"/>
            </a:spcAft>
            <a:buNone/>
          </a:pPr>
          <a:r>
            <a:rPr lang="fr-CA" sz="2700" kern="1200" dirty="0"/>
            <a:t>Décision avec if</a:t>
          </a:r>
        </a:p>
        <a:p>
          <a:pPr marL="228600" lvl="1" indent="-228600" algn="l" defTabSz="933450">
            <a:lnSpc>
              <a:spcPct val="90000"/>
            </a:lnSpc>
            <a:spcBef>
              <a:spcPct val="0"/>
            </a:spcBef>
            <a:spcAft>
              <a:spcPct val="15000"/>
            </a:spcAft>
            <a:buChar char="•"/>
          </a:pPr>
          <a:r>
            <a:rPr lang="fr-CA" sz="2100" kern="1200" dirty="0"/>
            <a:t>Permet au programme de prendre une décision au sujet des actions a exécuter en fonction d’une condition à évaluer </a:t>
          </a:r>
        </a:p>
      </dsp:txBody>
      <dsp:txXfrm>
        <a:off x="874916" y="4412403"/>
        <a:ext cx="11230096" cy="1260686"/>
      </dsp:txXfrm>
    </dsp:sp>
    <dsp:sp modelId="{F5A28539-CF90-5C40-B009-4B5514157A81}">
      <dsp:nvSpPr>
        <dsp:cNvPr id="0" name=""/>
        <dsp:cNvSpPr/>
      </dsp:nvSpPr>
      <dsp:spPr>
        <a:xfrm>
          <a:off x="86987" y="4254817"/>
          <a:ext cx="1575858" cy="1575858"/>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2A7E82-EE46-FF42-BDC1-5B57C59D1E77}">
      <dsp:nvSpPr>
        <dsp:cNvPr id="0" name=""/>
        <dsp:cNvSpPr/>
      </dsp:nvSpPr>
      <dsp:spPr>
        <a:xfrm>
          <a:off x="0" y="0"/>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CB4CC3-1D8C-AA41-AB89-BFD50EE55BBF}">
      <dsp:nvSpPr>
        <dsp:cNvPr id="0" name=""/>
        <dsp:cNvSpPr/>
      </dsp:nvSpPr>
      <dsp:spPr>
        <a:xfrm>
          <a:off x="0" y="0"/>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fr-FR" sz="2100" kern="1200"/>
            <a:t>Le package contient une hiérarchie élaborée de classes dédiées aux entrées-sorties sur fichier et sur d’autres types de flux de données. </a:t>
          </a:r>
          <a:endParaRPr lang="en-US" sz="2100" kern="1200"/>
        </a:p>
      </dsp:txBody>
      <dsp:txXfrm>
        <a:off x="0" y="0"/>
        <a:ext cx="10515600" cy="1087834"/>
      </dsp:txXfrm>
    </dsp:sp>
    <dsp:sp modelId="{12633692-2295-834A-BF1C-EBFE4253FB79}">
      <dsp:nvSpPr>
        <dsp:cNvPr id="0" name=""/>
        <dsp:cNvSpPr/>
      </dsp:nvSpPr>
      <dsp:spPr>
        <a:xfrm>
          <a:off x="0" y="10878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8383BE-AA8E-5944-BEEA-3291649282B8}">
      <dsp:nvSpPr>
        <dsp:cNvPr id="0" name=""/>
        <dsp:cNvSpPr/>
      </dsp:nvSpPr>
      <dsp:spPr>
        <a:xfrm>
          <a:off x="0" y="1087834"/>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fr-FR" sz="2100" kern="1200"/>
            <a:t>Les classes java.io permettent d’utiliser les fichiers selon deux modes de base :Par accès sériel comme des flux de données – </a:t>
          </a:r>
          <a:r>
            <a:rPr lang="fr-FR" sz="2100" i="1" kern="1200"/>
            <a:t>Stream</a:t>
          </a:r>
          <a:r>
            <a:rPr lang="fr-FR" sz="2100" kern="1200"/>
            <a:t>. Les octets du fichier sont lus ou écrits en série les uns après les autres. </a:t>
          </a:r>
          <a:endParaRPr lang="en-US" sz="2100" kern="1200"/>
        </a:p>
      </dsp:txBody>
      <dsp:txXfrm>
        <a:off x="0" y="1087834"/>
        <a:ext cx="10515600" cy="1087834"/>
      </dsp:txXfrm>
    </dsp:sp>
    <dsp:sp modelId="{AD649366-ACC1-AF48-8C93-6C4BDF097700}">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8FF90B-1221-9A46-8AF4-A09F73651CC4}">
      <dsp:nvSpPr>
        <dsp:cNvPr id="0" name=""/>
        <dsp:cNvSpPr/>
      </dsp:nvSpPr>
      <dsp:spPr>
        <a:xfrm>
          <a:off x="0" y="2175669"/>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fr-FR" sz="2100" kern="1200"/>
            <a:t>Par accès direct – </a:t>
          </a:r>
          <a:r>
            <a:rPr lang="fr-FR" sz="2100" i="1" kern="1200"/>
            <a:t>random access</a:t>
          </a:r>
          <a:r>
            <a:rPr lang="fr-FR" sz="2100" kern="1200"/>
            <a:t>. Les octets peuvent être lus ou écrits dans un ordre quelconque. </a:t>
          </a:r>
          <a:endParaRPr lang="en-US" sz="2100" kern="1200"/>
        </a:p>
      </dsp:txBody>
      <dsp:txXfrm>
        <a:off x="0" y="2175669"/>
        <a:ext cx="10515600" cy="1087834"/>
      </dsp:txXfrm>
    </dsp:sp>
    <dsp:sp modelId="{12EE7E28-8428-704B-BE85-0787F49BED81}">
      <dsp:nvSpPr>
        <dsp:cNvPr id="0" name=""/>
        <dsp:cNvSpPr/>
      </dsp:nvSpPr>
      <dsp:spPr>
        <a:xfrm>
          <a:off x="0" y="326350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692A2F-7209-E44D-BFC2-FEC63F2ED7E7}">
      <dsp:nvSpPr>
        <dsp:cNvPr id="0" name=""/>
        <dsp:cNvSpPr/>
      </dsp:nvSpPr>
      <dsp:spPr>
        <a:xfrm>
          <a:off x="0" y="3263503"/>
          <a:ext cx="10515600" cy="10878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fr-FR" sz="2100" kern="1200">
              <a:hlinkClick xmlns:r="http://schemas.openxmlformats.org/officeDocument/2006/relationships" r:id="rId1"/>
            </a:rPr>
            <a:t>https://docs.oracle.com/javase/8/docs/api/java/io/package-summary.html</a:t>
          </a:r>
          <a:r>
            <a:rPr lang="fr-FR" sz="2100" kern="1200"/>
            <a:t> </a:t>
          </a:r>
          <a:endParaRPr lang="en-US" sz="2100" kern="1200"/>
        </a:p>
      </dsp:txBody>
      <dsp:txXfrm>
        <a:off x="0" y="3263503"/>
        <a:ext cx="10515600" cy="10878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FA2E80-0279-014F-8549-6B5468239274}">
      <dsp:nvSpPr>
        <dsp:cNvPr id="0" name=""/>
        <dsp:cNvSpPr/>
      </dsp:nvSpPr>
      <dsp:spPr>
        <a:xfrm>
          <a:off x="0" y="75389"/>
          <a:ext cx="10515600" cy="598893"/>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fr-FR" sz="1500" kern="1200"/>
            <a:t>Un flux d’entrée correspondant à la classe abstraite </a:t>
          </a:r>
          <a:r>
            <a:rPr lang="fr-FR" sz="1500" i="1" kern="1200"/>
            <a:t>InputStream</a:t>
          </a:r>
          <a:r>
            <a:rPr lang="fr-FR" sz="1500" kern="1200"/>
            <a:t> permet de lire une suite d’octets</a:t>
          </a:r>
          <a:endParaRPr lang="fr-CA" sz="1500" kern="1200"/>
        </a:p>
      </dsp:txBody>
      <dsp:txXfrm>
        <a:off x="29236" y="104625"/>
        <a:ext cx="10457128" cy="540421"/>
      </dsp:txXfrm>
    </dsp:sp>
    <dsp:sp modelId="{076F661F-5394-284B-A2E1-203BAE2CA7B0}">
      <dsp:nvSpPr>
        <dsp:cNvPr id="0" name=""/>
        <dsp:cNvSpPr/>
      </dsp:nvSpPr>
      <dsp:spPr>
        <a:xfrm>
          <a:off x="0" y="674283"/>
          <a:ext cx="10515600"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fr-FR" sz="1200" kern="1200">
              <a:hlinkClick xmlns:r="http://schemas.openxmlformats.org/officeDocument/2006/relationships" r:id="rId1"/>
            </a:rPr>
            <a:t>https://docs.oracle.com/javase/8/docs/api/java/io/InputStream.html</a:t>
          </a:r>
          <a:r>
            <a:rPr lang="fr-FR" sz="1200" kern="1200"/>
            <a:t> </a:t>
          </a:r>
          <a:endParaRPr lang="fr-CA" sz="1200" kern="1200"/>
        </a:p>
      </dsp:txBody>
      <dsp:txXfrm>
        <a:off x="0" y="674283"/>
        <a:ext cx="10515600" cy="248400"/>
      </dsp:txXfrm>
    </dsp:sp>
    <dsp:sp modelId="{4377FF0C-CBB6-0744-B997-521DFD8F6283}">
      <dsp:nvSpPr>
        <dsp:cNvPr id="0" name=""/>
        <dsp:cNvSpPr/>
      </dsp:nvSpPr>
      <dsp:spPr>
        <a:xfrm>
          <a:off x="0" y="922683"/>
          <a:ext cx="10515600" cy="598893"/>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fr-FR" sz="1500" kern="1200"/>
            <a:t>Un flux de sortie correspondant à la classe abstraite </a:t>
          </a:r>
          <a:r>
            <a:rPr lang="fr-FR" sz="1500" i="1" kern="1200"/>
            <a:t>OutputStream</a:t>
          </a:r>
          <a:r>
            <a:rPr lang="fr-FR" sz="1500" kern="1200"/>
            <a:t> permet d’écrire une suite d’octets </a:t>
          </a:r>
          <a:endParaRPr lang="fr-CA" sz="1500" kern="1200"/>
        </a:p>
      </dsp:txBody>
      <dsp:txXfrm>
        <a:off x="29236" y="951919"/>
        <a:ext cx="10457128" cy="540421"/>
      </dsp:txXfrm>
    </dsp:sp>
    <dsp:sp modelId="{A6D2456F-B5CC-8B47-9757-E2605AF50CB1}">
      <dsp:nvSpPr>
        <dsp:cNvPr id="0" name=""/>
        <dsp:cNvSpPr/>
      </dsp:nvSpPr>
      <dsp:spPr>
        <a:xfrm>
          <a:off x="0" y="1521576"/>
          <a:ext cx="10515600"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fr-FR" sz="1200" kern="1200" dirty="0">
              <a:hlinkClick xmlns:r="http://schemas.openxmlformats.org/officeDocument/2006/relationships" r:id="rId2"/>
            </a:rPr>
            <a:t>https://docs.oracle.com/javase/8/docs/api/java/io/OutputStream.html</a:t>
          </a:r>
          <a:r>
            <a:rPr lang="fr-FR" sz="1200" kern="1200" dirty="0"/>
            <a:t> </a:t>
          </a:r>
          <a:endParaRPr lang="fr-CA" sz="1200" kern="1200" dirty="0"/>
        </a:p>
      </dsp:txBody>
      <dsp:txXfrm>
        <a:off x="0" y="1521576"/>
        <a:ext cx="10515600" cy="248400"/>
      </dsp:txXfrm>
    </dsp:sp>
    <dsp:sp modelId="{0097712B-29C5-704D-BEEF-211734F24CEB}">
      <dsp:nvSpPr>
        <dsp:cNvPr id="0" name=""/>
        <dsp:cNvSpPr/>
      </dsp:nvSpPr>
      <dsp:spPr>
        <a:xfrm>
          <a:off x="0" y="1769976"/>
          <a:ext cx="10515600" cy="598893"/>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fr-CA" sz="1500" kern="1200" dirty="0"/>
            <a:t>Explication de la figure : la méthode </a:t>
          </a:r>
          <a:r>
            <a:rPr lang="fr-CA" sz="1500" i="1" u="none" kern="1200" dirty="0" err="1"/>
            <a:t>read</a:t>
          </a:r>
          <a:r>
            <a:rPr lang="fr-CA" sz="1500" i="1" u="none" kern="1200" dirty="0"/>
            <a:t> () </a:t>
          </a:r>
          <a:r>
            <a:rPr lang="fr-CA" sz="1500" kern="1200" dirty="0"/>
            <a:t>de </a:t>
          </a:r>
          <a:r>
            <a:rPr lang="fr-CA" sz="1500" i="1" kern="1200" dirty="0" err="1"/>
            <a:t>InputStream</a:t>
          </a:r>
          <a:r>
            <a:rPr lang="fr-CA" sz="1500" kern="1200" dirty="0"/>
            <a:t> lit le prochain octet de flux d’entrée et la méthode </a:t>
          </a:r>
          <a:r>
            <a:rPr lang="fr-CA" sz="1500" i="1" kern="1200" dirty="0" err="1"/>
            <a:t>write</a:t>
          </a:r>
          <a:r>
            <a:rPr lang="fr-CA" sz="1500" i="1" kern="1200" dirty="0"/>
            <a:t>(</a:t>
          </a:r>
          <a:r>
            <a:rPr lang="fr-CA" sz="1500" i="1" kern="1200" dirty="0" err="1"/>
            <a:t>int</a:t>
          </a:r>
          <a:r>
            <a:rPr lang="fr-CA" sz="1500" i="1" kern="1200" dirty="0"/>
            <a:t> b) </a:t>
          </a:r>
          <a:r>
            <a:rPr lang="fr-CA" sz="1500" kern="1200" dirty="0"/>
            <a:t>de </a:t>
          </a:r>
          <a:r>
            <a:rPr lang="fr-CA" sz="1500" i="1" kern="1200" dirty="0" err="1"/>
            <a:t>OutputStream</a:t>
          </a:r>
          <a:r>
            <a:rPr lang="fr-CA" sz="1500" kern="1200" dirty="0"/>
            <a:t> ajoute un octet au flux de sortie</a:t>
          </a:r>
        </a:p>
      </dsp:txBody>
      <dsp:txXfrm>
        <a:off x="29236" y="1799212"/>
        <a:ext cx="10457128" cy="54042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E33168-AF17-0B4F-93FE-F7584C6346AD}">
      <dsp:nvSpPr>
        <dsp:cNvPr id="0" name=""/>
        <dsp:cNvSpPr/>
      </dsp:nvSpPr>
      <dsp:spPr>
        <a:xfrm>
          <a:off x="0" y="30575"/>
          <a:ext cx="10515600" cy="1382062"/>
        </a:xfrm>
        <a:prstGeom prst="roundRect">
          <a:avLst/>
        </a:prstGeom>
        <a:solidFill>
          <a:schemeClr val="accent2">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La classe PrintStream permet aussi de faire un print des types de base. </a:t>
          </a:r>
          <a:endParaRPr lang="fr-CA" sz="2500" kern="1200"/>
        </a:p>
      </dsp:txBody>
      <dsp:txXfrm>
        <a:off x="67467" y="98042"/>
        <a:ext cx="10380666" cy="1247128"/>
      </dsp:txXfrm>
    </dsp:sp>
    <dsp:sp modelId="{5D6EEC08-4B9A-134B-8610-4079AF923C02}">
      <dsp:nvSpPr>
        <dsp:cNvPr id="0" name=""/>
        <dsp:cNvSpPr/>
      </dsp:nvSpPr>
      <dsp:spPr>
        <a:xfrm>
          <a:off x="0" y="1484637"/>
          <a:ext cx="10515600" cy="1382062"/>
        </a:xfrm>
        <a:prstGeom prst="roundRect">
          <a:avLst/>
        </a:prstGeom>
        <a:solidFill>
          <a:schemeClr val="accent2">
            <a:shade val="50000"/>
            <a:hueOff val="-365900"/>
            <a:satOff val="2915"/>
            <a:lumOff val="3116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Pour des raisons historiques, les objets prédéfinis System.out (Sortie standard, habituellement à l’écran) et System.err sont des PrintStream plutôt que des printWriter</a:t>
          </a:r>
          <a:endParaRPr lang="fr-CA" sz="2500" kern="1200"/>
        </a:p>
      </dsp:txBody>
      <dsp:txXfrm>
        <a:off x="67467" y="1552104"/>
        <a:ext cx="10380666" cy="1247128"/>
      </dsp:txXfrm>
    </dsp:sp>
    <dsp:sp modelId="{329F11EC-5E74-AA4F-9E81-63A127E1B364}">
      <dsp:nvSpPr>
        <dsp:cNvPr id="0" name=""/>
        <dsp:cNvSpPr/>
      </dsp:nvSpPr>
      <dsp:spPr>
        <a:xfrm>
          <a:off x="0" y="2938700"/>
          <a:ext cx="10515600" cy="1382062"/>
        </a:xfrm>
        <a:prstGeom prst="roundRect">
          <a:avLst/>
        </a:prstGeom>
        <a:solidFill>
          <a:schemeClr val="accent2">
            <a:shade val="50000"/>
            <a:hueOff val="-365900"/>
            <a:satOff val="2915"/>
            <a:lumOff val="3116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Lien : </a:t>
          </a:r>
          <a:r>
            <a:rPr lang="fr-FR" sz="2500" kern="1200">
              <a:hlinkClick xmlns:r="http://schemas.openxmlformats.org/officeDocument/2006/relationships" r:id="rId1"/>
            </a:rPr>
            <a:t>https://docs.oracle.com/javase/8/docs/api/java/io/PrintStream.html</a:t>
          </a:r>
          <a:r>
            <a:rPr lang="fr-FR" sz="2500" kern="1200"/>
            <a:t> </a:t>
          </a:r>
          <a:endParaRPr lang="fr-CA" sz="2500" kern="1200"/>
        </a:p>
      </dsp:txBody>
      <dsp:txXfrm>
        <a:off x="67467" y="3006167"/>
        <a:ext cx="10380666" cy="124712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70732C-791E-A04F-A61E-D577F257E5A2}">
      <dsp:nvSpPr>
        <dsp:cNvPr id="0" name=""/>
        <dsp:cNvSpPr/>
      </dsp:nvSpPr>
      <dsp:spPr>
        <a:xfrm>
          <a:off x="0" y="303447"/>
          <a:ext cx="7763855" cy="1230693"/>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dirty="0"/>
            <a:t>La classe </a:t>
          </a:r>
          <a:r>
            <a:rPr lang="fr-FR" sz="2200" kern="1200" dirty="0" err="1"/>
            <a:t>java.io.File</a:t>
          </a:r>
          <a:r>
            <a:rPr lang="fr-FR" sz="2200" kern="1200" dirty="0"/>
            <a:t> permet de manipuler la hiérarchie des répertoires de fichiers.</a:t>
          </a:r>
          <a:endParaRPr lang="en-US" sz="2200" kern="1200" dirty="0"/>
        </a:p>
      </dsp:txBody>
      <dsp:txXfrm>
        <a:off x="60077" y="363524"/>
        <a:ext cx="7643701" cy="1110539"/>
      </dsp:txXfrm>
    </dsp:sp>
    <dsp:sp modelId="{F43A1911-B263-5A40-A198-FA32DFFB7AA1}">
      <dsp:nvSpPr>
        <dsp:cNvPr id="0" name=""/>
        <dsp:cNvSpPr/>
      </dsp:nvSpPr>
      <dsp:spPr>
        <a:xfrm>
          <a:off x="0" y="1597501"/>
          <a:ext cx="7763855" cy="1230693"/>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Elle permet de vérifier si un fichier ou répertoire existe ou non, de créer des fichiers ou des répertoires, de parcourir la hiérarchie, de renommer un fichier ou un répertoire, etc. </a:t>
          </a:r>
          <a:endParaRPr lang="en-US" sz="2200" kern="1200"/>
        </a:p>
      </dsp:txBody>
      <dsp:txXfrm>
        <a:off x="60077" y="1657578"/>
        <a:ext cx="7643701" cy="1110539"/>
      </dsp:txXfrm>
    </dsp:sp>
    <dsp:sp modelId="{8546F869-EB34-CA43-9CB2-31C2749FF975}">
      <dsp:nvSpPr>
        <dsp:cNvPr id="0" name=""/>
        <dsp:cNvSpPr/>
      </dsp:nvSpPr>
      <dsp:spPr>
        <a:xfrm>
          <a:off x="0" y="2891554"/>
          <a:ext cx="7763855" cy="1230693"/>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Lien java.io.file : </a:t>
          </a:r>
          <a:r>
            <a:rPr lang="fr-FR" sz="2200" kern="1200">
              <a:hlinkClick xmlns:r="http://schemas.openxmlformats.org/officeDocument/2006/relationships" r:id="rId1"/>
            </a:rPr>
            <a:t>https://docs.oracle.com/javase/8/docs/api/java/io/File.html</a:t>
          </a:r>
          <a:r>
            <a:rPr lang="fr-FR" sz="2200" kern="1200"/>
            <a:t> </a:t>
          </a:r>
          <a:endParaRPr lang="en-US" sz="2200" kern="1200"/>
        </a:p>
      </dsp:txBody>
      <dsp:txXfrm>
        <a:off x="60077" y="2951631"/>
        <a:ext cx="7643701" cy="111053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C23F7D-ADBA-0342-BD22-32D0FFF0DDFA}">
      <dsp:nvSpPr>
        <dsp:cNvPr id="0" name=""/>
        <dsp:cNvSpPr/>
      </dsp:nvSpPr>
      <dsp:spPr>
        <a:xfrm>
          <a:off x="-5738072" y="-878286"/>
          <a:ext cx="6831492" cy="6831492"/>
        </a:xfrm>
        <a:prstGeom prst="blockArc">
          <a:avLst>
            <a:gd name="adj1" fmla="val 18900000"/>
            <a:gd name="adj2" fmla="val 2700000"/>
            <a:gd name="adj3" fmla="val 316"/>
          </a:avLst>
        </a:pr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3BE176-148E-F84D-BD2F-0A91322D939A}">
      <dsp:nvSpPr>
        <dsp:cNvPr id="0" name=""/>
        <dsp:cNvSpPr/>
      </dsp:nvSpPr>
      <dsp:spPr>
        <a:xfrm>
          <a:off x="407411" y="267245"/>
          <a:ext cx="10033987" cy="53428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091" tIns="35560" rIns="35560" bIns="35560" numCol="1" spcCol="1270" anchor="ctr" anchorCtr="0">
          <a:noAutofit/>
        </a:bodyPr>
        <a:lstStyle/>
        <a:p>
          <a:pPr marL="0" lvl="0" indent="0" algn="l" defTabSz="622300">
            <a:lnSpc>
              <a:spcPct val="90000"/>
            </a:lnSpc>
            <a:spcBef>
              <a:spcPct val="0"/>
            </a:spcBef>
            <a:spcAft>
              <a:spcPct val="35000"/>
            </a:spcAft>
            <a:buNone/>
          </a:pPr>
          <a:r>
            <a:rPr lang="fr-FR" sz="1400" kern="1200" dirty="0"/>
            <a:t>La classe </a:t>
          </a:r>
          <a:r>
            <a:rPr lang="fr-FR" sz="1400" kern="1200" dirty="0" err="1"/>
            <a:t>RandomAcessFile</a:t>
          </a:r>
          <a:r>
            <a:rPr lang="fr-FR" sz="1400" kern="1200" dirty="0"/>
            <a:t> permet de manipuler les données d’une manière plus performante en accédant directement aux données sans devoir passer par le traitement de tous les objets du fichier comme le cas du fichier sériel.</a:t>
          </a:r>
          <a:endParaRPr lang="en-US" sz="1400" kern="1200" dirty="0"/>
        </a:p>
      </dsp:txBody>
      <dsp:txXfrm>
        <a:off x="407411" y="267245"/>
        <a:ext cx="10033987" cy="534287"/>
      </dsp:txXfrm>
    </dsp:sp>
    <dsp:sp modelId="{225B9BE4-58E0-6543-8216-F371022DA691}">
      <dsp:nvSpPr>
        <dsp:cNvPr id="0" name=""/>
        <dsp:cNvSpPr/>
      </dsp:nvSpPr>
      <dsp:spPr>
        <a:xfrm>
          <a:off x="73482" y="200459"/>
          <a:ext cx="667859" cy="667859"/>
        </a:xfrm>
        <a:prstGeom prst="ellipse">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D5FE79-41C5-3242-8089-FA0E968D9127}">
      <dsp:nvSpPr>
        <dsp:cNvPr id="0" name=""/>
        <dsp:cNvSpPr/>
      </dsp:nvSpPr>
      <dsp:spPr>
        <a:xfrm>
          <a:off x="846900" y="1068575"/>
          <a:ext cx="9594498" cy="534287"/>
        </a:xfrm>
        <a:prstGeom prst="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091" tIns="35560" rIns="35560" bIns="35560" numCol="1" spcCol="1270" anchor="ctr" anchorCtr="0">
          <a:noAutofit/>
        </a:bodyPr>
        <a:lstStyle/>
        <a:p>
          <a:pPr marL="0" lvl="0" indent="0" algn="l" defTabSz="622300">
            <a:lnSpc>
              <a:spcPct val="90000"/>
            </a:lnSpc>
            <a:spcBef>
              <a:spcPct val="0"/>
            </a:spcBef>
            <a:spcAft>
              <a:spcPct val="35000"/>
            </a:spcAft>
            <a:buNone/>
          </a:pPr>
          <a:r>
            <a:rPr lang="fr-FR" sz="1400" kern="1200"/>
            <a:t>Les données d’un objet sont représentées par un ensemble d’octets appelé un enregistrement – record. </a:t>
          </a:r>
          <a:endParaRPr lang="en-US" sz="1400" kern="1200"/>
        </a:p>
      </dsp:txBody>
      <dsp:txXfrm>
        <a:off x="846900" y="1068575"/>
        <a:ext cx="9594498" cy="534287"/>
      </dsp:txXfrm>
    </dsp:sp>
    <dsp:sp modelId="{0BF25B9F-1C5A-F04D-9405-5413FBF3E868}">
      <dsp:nvSpPr>
        <dsp:cNvPr id="0" name=""/>
        <dsp:cNvSpPr/>
      </dsp:nvSpPr>
      <dsp:spPr>
        <a:xfrm>
          <a:off x="512970" y="1001789"/>
          <a:ext cx="667859" cy="667859"/>
        </a:xfrm>
        <a:prstGeom prst="ellipse">
          <a:avLst/>
        </a:prstGeom>
        <a:solidFill>
          <a:schemeClr val="lt1">
            <a:hueOff val="0"/>
            <a:satOff val="0"/>
            <a:lumOff val="0"/>
            <a:alphaOff val="0"/>
          </a:schemeClr>
        </a:solidFill>
        <a:ln w="19050" cap="flat" cmpd="sng" algn="ctr">
          <a:solidFill>
            <a:schemeClr val="accent5">
              <a:hueOff val="-2430430"/>
              <a:satOff val="-165"/>
              <a:lumOff val="392"/>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AABD14-1FB1-6E4B-AE86-C5C3DC9C8FAE}">
      <dsp:nvSpPr>
        <dsp:cNvPr id="0" name=""/>
        <dsp:cNvSpPr/>
      </dsp:nvSpPr>
      <dsp:spPr>
        <a:xfrm>
          <a:off x="1047866" y="1869905"/>
          <a:ext cx="9393532" cy="534287"/>
        </a:xfrm>
        <a:prstGeom prst="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091" tIns="35560" rIns="35560" bIns="35560" numCol="1" spcCol="1270" anchor="ctr" anchorCtr="0">
          <a:noAutofit/>
        </a:bodyPr>
        <a:lstStyle/>
        <a:p>
          <a:pPr marL="0" lvl="0" indent="0" algn="l" defTabSz="622300">
            <a:lnSpc>
              <a:spcPct val="90000"/>
            </a:lnSpc>
            <a:spcBef>
              <a:spcPct val="0"/>
            </a:spcBef>
            <a:spcAft>
              <a:spcPct val="35000"/>
            </a:spcAft>
            <a:buNone/>
          </a:pPr>
          <a:r>
            <a:rPr lang="fr-FR" sz="1400" kern="1200"/>
            <a:t>Les données sont écrites et lues sans passer par la sérialisation. </a:t>
          </a:r>
          <a:endParaRPr lang="en-US" sz="1400" kern="1200"/>
        </a:p>
      </dsp:txBody>
      <dsp:txXfrm>
        <a:off x="1047866" y="1869905"/>
        <a:ext cx="9393532" cy="534287"/>
      </dsp:txXfrm>
    </dsp:sp>
    <dsp:sp modelId="{D5160DEC-EB7A-984E-91B1-9DF0755C3972}">
      <dsp:nvSpPr>
        <dsp:cNvPr id="0" name=""/>
        <dsp:cNvSpPr/>
      </dsp:nvSpPr>
      <dsp:spPr>
        <a:xfrm>
          <a:off x="713937" y="1803119"/>
          <a:ext cx="667859" cy="667859"/>
        </a:xfrm>
        <a:prstGeom prst="ellipse">
          <a:avLst/>
        </a:prstGeom>
        <a:solidFill>
          <a:schemeClr val="lt1">
            <a:hueOff val="0"/>
            <a:satOff val="0"/>
            <a:lumOff val="0"/>
            <a:alphaOff val="0"/>
          </a:schemeClr>
        </a:solidFill>
        <a:ln w="19050" cap="flat" cmpd="sng" algn="ctr">
          <a:solidFill>
            <a:schemeClr val="accent5">
              <a:hueOff val="-4860860"/>
              <a:satOff val="-330"/>
              <a:lumOff val="784"/>
              <a:alphaOff val="0"/>
            </a:schemeClr>
          </a:solidFill>
          <a:prstDash val="solid"/>
          <a:miter lim="800000"/>
        </a:ln>
        <a:effectLst/>
      </dsp:spPr>
      <dsp:style>
        <a:lnRef idx="2">
          <a:scrgbClr r="0" g="0" b="0"/>
        </a:lnRef>
        <a:fillRef idx="1">
          <a:scrgbClr r="0" g="0" b="0"/>
        </a:fillRef>
        <a:effectRef idx="0">
          <a:scrgbClr r="0" g="0" b="0"/>
        </a:effectRef>
        <a:fontRef idx="minor"/>
      </dsp:style>
    </dsp:sp>
    <dsp:sp modelId="{433BB0C4-CB9D-BC4C-83C2-EA72AB56AE9B}">
      <dsp:nvSpPr>
        <dsp:cNvPr id="0" name=""/>
        <dsp:cNvSpPr/>
      </dsp:nvSpPr>
      <dsp:spPr>
        <a:xfrm>
          <a:off x="1047866" y="2670727"/>
          <a:ext cx="9393532" cy="534287"/>
        </a:xfrm>
        <a:prstGeom prst="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091" tIns="35560" rIns="35560" bIns="35560" numCol="1" spcCol="1270" anchor="ctr" anchorCtr="0">
          <a:noAutofit/>
        </a:bodyPr>
        <a:lstStyle/>
        <a:p>
          <a:pPr marL="0" lvl="0" indent="0" algn="l" defTabSz="622300">
            <a:lnSpc>
              <a:spcPct val="90000"/>
            </a:lnSpc>
            <a:spcBef>
              <a:spcPct val="0"/>
            </a:spcBef>
            <a:spcAft>
              <a:spcPct val="35000"/>
            </a:spcAft>
            <a:buNone/>
          </a:pPr>
          <a:r>
            <a:rPr lang="fr-FR" sz="1400" kern="1200"/>
            <a:t>Il est possible d’accéder directement aux données d’un objet particulier soit pour lire ou soit pour l’écrire</a:t>
          </a:r>
          <a:endParaRPr lang="en-US" sz="1400" kern="1200"/>
        </a:p>
      </dsp:txBody>
      <dsp:txXfrm>
        <a:off x="1047866" y="2670727"/>
        <a:ext cx="9393532" cy="534287"/>
      </dsp:txXfrm>
    </dsp:sp>
    <dsp:sp modelId="{3B597219-0794-6448-9AC1-B612C3AC3DCD}">
      <dsp:nvSpPr>
        <dsp:cNvPr id="0" name=""/>
        <dsp:cNvSpPr/>
      </dsp:nvSpPr>
      <dsp:spPr>
        <a:xfrm>
          <a:off x="713937" y="2603941"/>
          <a:ext cx="667859" cy="667859"/>
        </a:xfrm>
        <a:prstGeom prst="ellipse">
          <a:avLst/>
        </a:prstGeom>
        <a:solidFill>
          <a:schemeClr val="lt1">
            <a:hueOff val="0"/>
            <a:satOff val="0"/>
            <a:lumOff val="0"/>
            <a:alphaOff val="0"/>
          </a:schemeClr>
        </a:solidFill>
        <a:ln w="19050" cap="flat" cmpd="sng" algn="ctr">
          <a:solidFill>
            <a:schemeClr val="accent5">
              <a:hueOff val="-7291290"/>
              <a:satOff val="-496"/>
              <a:lumOff val="1177"/>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8E4175-DA74-B940-A4E9-F46E1B9806E2}">
      <dsp:nvSpPr>
        <dsp:cNvPr id="0" name=""/>
        <dsp:cNvSpPr/>
      </dsp:nvSpPr>
      <dsp:spPr>
        <a:xfrm>
          <a:off x="846900" y="3472057"/>
          <a:ext cx="9594498" cy="534287"/>
        </a:xfrm>
        <a:prstGeom prst="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091" tIns="35560" rIns="35560" bIns="35560" numCol="1" spcCol="1270" anchor="ctr" anchorCtr="0">
          <a:noAutofit/>
        </a:bodyPr>
        <a:lstStyle/>
        <a:p>
          <a:pPr marL="0" lvl="0" indent="0" algn="l" defTabSz="622300">
            <a:lnSpc>
              <a:spcPct val="90000"/>
            </a:lnSpc>
            <a:spcBef>
              <a:spcPct val="0"/>
            </a:spcBef>
            <a:spcAft>
              <a:spcPct val="35000"/>
            </a:spcAft>
            <a:buNone/>
          </a:pPr>
          <a:r>
            <a:rPr lang="fr-FR" sz="1400" kern="1200"/>
            <a:t>Un nouvel enregistrement est toujours ajouté à la fin du fichier. Pour simplifier, la suppression d’enregistrement n’est pas permise.</a:t>
          </a:r>
          <a:endParaRPr lang="en-US" sz="1400" kern="1200"/>
        </a:p>
      </dsp:txBody>
      <dsp:txXfrm>
        <a:off x="846900" y="3472057"/>
        <a:ext cx="9594498" cy="534287"/>
      </dsp:txXfrm>
    </dsp:sp>
    <dsp:sp modelId="{1AEB9BD1-F797-3746-AEEB-E05B1A6F9CF6}">
      <dsp:nvSpPr>
        <dsp:cNvPr id="0" name=""/>
        <dsp:cNvSpPr/>
      </dsp:nvSpPr>
      <dsp:spPr>
        <a:xfrm>
          <a:off x="512970" y="3405271"/>
          <a:ext cx="667859" cy="667859"/>
        </a:xfrm>
        <a:prstGeom prst="ellipse">
          <a:avLst/>
        </a:prstGeom>
        <a:solidFill>
          <a:schemeClr val="lt1">
            <a:hueOff val="0"/>
            <a:satOff val="0"/>
            <a:lumOff val="0"/>
            <a:alphaOff val="0"/>
          </a:schemeClr>
        </a:solidFill>
        <a:ln w="19050" cap="flat" cmpd="sng" algn="ctr">
          <a:solidFill>
            <a:schemeClr val="accent5">
              <a:hueOff val="-9721720"/>
              <a:satOff val="-661"/>
              <a:lumOff val="1569"/>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6CB47E-C589-7444-B669-1DAAED55B9C1}">
      <dsp:nvSpPr>
        <dsp:cNvPr id="0" name=""/>
        <dsp:cNvSpPr/>
      </dsp:nvSpPr>
      <dsp:spPr>
        <a:xfrm>
          <a:off x="407411" y="4273387"/>
          <a:ext cx="10033987" cy="534287"/>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4091" tIns="35560" rIns="35560" bIns="35560" numCol="1" spcCol="1270" anchor="ctr" anchorCtr="0">
          <a:noAutofit/>
        </a:bodyPr>
        <a:lstStyle/>
        <a:p>
          <a:pPr marL="0" lvl="0" indent="0" algn="l" defTabSz="622300">
            <a:lnSpc>
              <a:spcPct val="90000"/>
            </a:lnSpc>
            <a:spcBef>
              <a:spcPct val="0"/>
            </a:spcBef>
            <a:spcAft>
              <a:spcPct val="35000"/>
            </a:spcAft>
            <a:buNone/>
          </a:pPr>
          <a:r>
            <a:rPr lang="fr-CA" sz="1400" kern="1200" dirty="0"/>
            <a:t>https://</a:t>
          </a:r>
          <a:r>
            <a:rPr lang="fr-CA" sz="1400" kern="1200" dirty="0" err="1"/>
            <a:t>docs.oracle.com</a:t>
          </a:r>
          <a:r>
            <a:rPr lang="fr-CA" sz="1400" kern="1200" dirty="0"/>
            <a:t>/</a:t>
          </a:r>
          <a:r>
            <a:rPr lang="fr-CA" sz="1400" kern="1200" dirty="0" err="1"/>
            <a:t>javase</a:t>
          </a:r>
          <a:r>
            <a:rPr lang="fr-CA" sz="1400" kern="1200" dirty="0"/>
            <a:t>/8/docs/api/java/</a:t>
          </a:r>
          <a:r>
            <a:rPr lang="fr-CA" sz="1400" kern="1200" dirty="0" err="1"/>
            <a:t>io</a:t>
          </a:r>
          <a:r>
            <a:rPr lang="fr-CA" sz="1400" kern="1200" dirty="0"/>
            <a:t>/</a:t>
          </a:r>
          <a:r>
            <a:rPr lang="fr-CA" sz="1400" kern="1200" dirty="0" err="1"/>
            <a:t>RandomAccessFile.html</a:t>
          </a:r>
          <a:endParaRPr lang="en-US" sz="1400" kern="1200" dirty="0"/>
        </a:p>
      </dsp:txBody>
      <dsp:txXfrm>
        <a:off x="407411" y="4273387"/>
        <a:ext cx="10033987" cy="534287"/>
      </dsp:txXfrm>
    </dsp:sp>
    <dsp:sp modelId="{5BF5C3E5-5B7C-6343-91E8-9A2EBCBE7873}">
      <dsp:nvSpPr>
        <dsp:cNvPr id="0" name=""/>
        <dsp:cNvSpPr/>
      </dsp:nvSpPr>
      <dsp:spPr>
        <a:xfrm>
          <a:off x="73482" y="4206601"/>
          <a:ext cx="667859" cy="667859"/>
        </a:xfrm>
        <a:prstGeom prst="ellipse">
          <a:avLst/>
        </a:prstGeom>
        <a:solidFill>
          <a:schemeClr val="lt1">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CA"/>
              <a:t>Modifier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CA"/>
              <a:t>Modifier le style des sous-titres du masque</a:t>
            </a:r>
            <a:endParaRPr lang="en-US" dirty="0"/>
          </a:p>
        </p:txBody>
      </p:sp>
      <p:sp>
        <p:nvSpPr>
          <p:cNvPr id="4" name="Date Placeholder 3"/>
          <p:cNvSpPr>
            <a:spLocks noGrp="1"/>
          </p:cNvSpPr>
          <p:nvPr>
            <p:ph type="dt" sz="half" idx="10"/>
          </p:nvPr>
        </p:nvSpPr>
        <p:spPr/>
        <p:txBody>
          <a:bodyPr/>
          <a:lstStyle/>
          <a:p>
            <a:fld id="{CC9C5501-B20A-504F-8CA4-8330C21F077B}" type="datetimeFigureOut">
              <a:rPr lang="fr-FR" smtClean="0"/>
              <a:t>11/04/2026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1062865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C9C5501-B20A-504F-8CA4-8330C21F077B}" type="datetimeFigureOut">
              <a:rPr lang="fr-FR" smtClean="0"/>
              <a:t>11/04/2026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388893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CA"/>
              <a:t>Modifier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CC9C5501-B20A-504F-8CA4-8330C21F077B}" type="datetimeFigureOut">
              <a:rPr lang="fr-FR" smtClean="0"/>
              <a:t>11/04/2026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2371129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Date Placeholder 4"/>
          <p:cNvSpPr>
            <a:spLocks noGrp="1"/>
          </p:cNvSpPr>
          <p:nvPr>
            <p:ph type="dt" sz="half" idx="10"/>
          </p:nvPr>
        </p:nvSpPr>
        <p:spPr/>
        <p:txBody>
          <a:bodyPr/>
          <a:lstStyle/>
          <a:p>
            <a:fld id="{CC9C5501-B20A-504F-8CA4-8330C21F077B}" type="datetimeFigureOut">
              <a:rPr lang="fr-FR" smtClean="0"/>
              <a:t>11/04/2026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3772006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CA"/>
              <a:t>Modifier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7" name="Date Placeholder 6"/>
          <p:cNvSpPr>
            <a:spLocks noGrp="1"/>
          </p:cNvSpPr>
          <p:nvPr>
            <p:ph type="dt" sz="half" idx="10"/>
          </p:nvPr>
        </p:nvSpPr>
        <p:spPr/>
        <p:txBody>
          <a:bodyPr/>
          <a:lstStyle/>
          <a:p>
            <a:fld id="{CC9C5501-B20A-504F-8CA4-8330C21F077B}" type="datetimeFigureOut">
              <a:rPr lang="fr-FR" smtClean="0"/>
              <a:t>11/04/2026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283709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Date Placeholder 2"/>
          <p:cNvSpPr>
            <a:spLocks noGrp="1"/>
          </p:cNvSpPr>
          <p:nvPr>
            <p:ph type="dt" sz="half" idx="10"/>
          </p:nvPr>
        </p:nvSpPr>
        <p:spPr/>
        <p:txBody>
          <a:bodyPr/>
          <a:lstStyle/>
          <a:p>
            <a:fld id="{CC9C5501-B20A-504F-8CA4-8330C21F077B}" type="datetimeFigureOut">
              <a:rPr lang="fr-FR" smtClean="0"/>
              <a:t>11/04/2026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3985656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9C5501-B20A-504F-8CA4-8330C21F077B}" type="datetimeFigureOut">
              <a:rPr lang="fr-FR" smtClean="0"/>
              <a:t>11/04/2026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3364153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CC9C5501-B20A-504F-8CA4-8330C21F077B}" type="datetimeFigureOut">
              <a:rPr lang="fr-FR" smtClean="0"/>
              <a:t>11/04/2026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2327032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CA"/>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CC9C5501-B20A-504F-8CA4-8330C21F077B}" type="datetimeFigureOut">
              <a:rPr lang="fr-FR" smtClean="0"/>
              <a:t>11/04/2026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2040590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Vertical Text Placeholder 2"/>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C9C5501-B20A-504F-8CA4-8330C21F077B}" type="datetimeFigureOut">
              <a:rPr lang="fr-FR" smtClean="0"/>
              <a:t>11/04/2026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717740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CA"/>
              <a:t>Modifier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CC9C5501-B20A-504F-8CA4-8330C21F077B}" type="datetimeFigureOut">
              <a:rPr lang="fr-FR" smtClean="0"/>
              <a:t>11/04/2026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BAADA58-0764-6F4C-AC86-5DB2C70B803A}" type="slidenum">
              <a:rPr lang="fr-FR" smtClean="0"/>
              <a:t>‹n°›</a:t>
            </a:fld>
            <a:endParaRPr lang="fr-FR"/>
          </a:p>
        </p:txBody>
      </p:sp>
    </p:spTree>
    <p:extLst>
      <p:ext uri="{BB962C8B-B14F-4D97-AF65-F5344CB8AC3E}">
        <p14:creationId xmlns:p14="http://schemas.microsoft.com/office/powerpoint/2010/main" val="174021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CA"/>
              <a:t>Modifier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9C5501-B20A-504F-8CA4-8330C21F077B}" type="datetimeFigureOut">
              <a:rPr lang="fr-FR" smtClean="0"/>
              <a:t>11/04/2026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AADA58-0764-6F4C-AC86-5DB2C70B803A}" type="slidenum">
              <a:rPr lang="fr-FR" smtClean="0"/>
              <a:t>‹n°›</a:t>
            </a:fld>
            <a:endParaRPr lang="fr-FR"/>
          </a:p>
        </p:txBody>
      </p:sp>
    </p:spTree>
    <p:extLst>
      <p:ext uri="{BB962C8B-B14F-4D97-AF65-F5344CB8AC3E}">
        <p14:creationId xmlns:p14="http://schemas.microsoft.com/office/powerpoint/2010/main" val="2185655020"/>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oracle.com/javase/8/docs/api/"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7.xml"/><Relationship Id="rId7" Type="http://schemas.openxmlformats.org/officeDocument/2006/relationships/image" Target="../media/image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15.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6.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Layout" Target="../diagrams/layout12.xml"/><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image" Target="../media/image23.png"/><Relationship Id="rId5" Type="http://schemas.openxmlformats.org/officeDocument/2006/relationships/diagramColors" Target="../diagrams/colors12.xml"/><Relationship Id="rId10" Type="http://schemas.openxmlformats.org/officeDocument/2006/relationships/image" Target="../media/image22.png"/><Relationship Id="rId4" Type="http://schemas.openxmlformats.org/officeDocument/2006/relationships/diagramQuickStyle" Target="../diagrams/quickStyle12.xml"/><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B32C1AA-51F5-7697-3101-5159C0F2227B}"/>
              </a:ext>
            </a:extLst>
          </p:cNvPr>
          <p:cNvSpPr>
            <a:spLocks noGrp="1"/>
          </p:cNvSpPr>
          <p:nvPr>
            <p:ph idx="1"/>
          </p:nvPr>
        </p:nvSpPr>
        <p:spPr>
          <a:xfrm>
            <a:off x="4114800" y="1825625"/>
            <a:ext cx="4511040" cy="1603375"/>
          </a:xfrm>
        </p:spPr>
        <p:txBody>
          <a:bodyPr>
            <a:noAutofit/>
          </a:bodyPr>
          <a:lstStyle/>
          <a:p>
            <a:pPr marL="0" indent="0" algn="ctr">
              <a:buNone/>
            </a:pPr>
            <a:r>
              <a:rPr lang="fr-FR" sz="4000" b="1" dirty="0"/>
              <a:t>Pas à pas avec JAVA</a:t>
            </a:r>
          </a:p>
          <a:p>
            <a:pPr marL="0" indent="0" algn="ctr">
              <a:buNone/>
            </a:pPr>
            <a:r>
              <a:rPr lang="fr-FR" sz="4000" b="1" dirty="0"/>
              <a:t>Chapitre 1 </a:t>
            </a:r>
          </a:p>
          <a:p>
            <a:pPr marL="0" indent="0" algn="ctr">
              <a:buNone/>
            </a:pPr>
            <a:r>
              <a:rPr lang="fr-FR" sz="4000" b="1" dirty="0"/>
              <a:t>Concepts de base</a:t>
            </a:r>
          </a:p>
        </p:txBody>
      </p:sp>
      <p:pic>
        <p:nvPicPr>
          <p:cNvPr id="1026" name="Picture 2" descr="Java ">
            <a:extLst>
              <a:ext uri="{FF2B5EF4-FFF2-40B4-BE49-F238E27FC236}">
                <a16:creationId xmlns:a16="http://schemas.microsoft.com/office/drawing/2014/main" id="{1F80B242-767B-3507-CED9-8B6C504BC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5840" y="3576320"/>
            <a:ext cx="2727960" cy="27279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ell book ">
            <a:extLst>
              <a:ext uri="{FF2B5EF4-FFF2-40B4-BE49-F238E27FC236}">
                <a16:creationId xmlns:a16="http://schemas.microsoft.com/office/drawing/2014/main" id="{49CB57EF-DD8E-C73F-729E-5C67275DB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4601" y="1254760"/>
            <a:ext cx="2321560" cy="2321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179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a:extLst>
              <a:ext uri="{FF2B5EF4-FFF2-40B4-BE49-F238E27FC236}">
                <a16:creationId xmlns:a16="http://schemas.microsoft.com/office/drawing/2014/main" id="{04227AA1-4CB8-C4BC-C248-680ECD51F126}"/>
              </a:ext>
            </a:extLst>
          </p:cNvPr>
          <p:cNvGraphicFramePr/>
          <p:nvPr>
            <p:extLst>
              <p:ext uri="{D42A27DB-BD31-4B8C-83A1-F6EECF244321}">
                <p14:modId xmlns:p14="http://schemas.microsoft.com/office/powerpoint/2010/main" val="1476863247"/>
              </p:ext>
            </p:extLst>
          </p:nvPr>
        </p:nvGraphicFramePr>
        <p:xfrm>
          <a:off x="360381" y="892885"/>
          <a:ext cx="11471238" cy="58790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a:extLst>
              <a:ext uri="{FF2B5EF4-FFF2-40B4-BE49-F238E27FC236}">
                <a16:creationId xmlns:a16="http://schemas.microsoft.com/office/drawing/2014/main" id="{F4414077-B2FC-56FB-C6FC-69D7CE711CAD}"/>
              </a:ext>
            </a:extLst>
          </p:cNvPr>
          <p:cNvSpPr txBox="1"/>
          <p:nvPr/>
        </p:nvSpPr>
        <p:spPr>
          <a:xfrm>
            <a:off x="2625038" y="270727"/>
            <a:ext cx="7070505" cy="646331"/>
          </a:xfrm>
          <a:prstGeom prst="rect">
            <a:avLst/>
          </a:prstGeom>
          <a:noFill/>
        </p:spPr>
        <p:txBody>
          <a:bodyPr wrap="square" rtlCol="0">
            <a:spAutoFit/>
          </a:bodyPr>
          <a:lstStyle/>
          <a:p>
            <a:pPr algn="ctr"/>
            <a:r>
              <a:rPr lang="fr-FR" b="1" dirty="0">
                <a:solidFill>
                  <a:schemeClr val="accent5"/>
                </a:solidFill>
              </a:rPr>
              <a:t>Pas à pas avec Java</a:t>
            </a:r>
          </a:p>
          <a:p>
            <a:r>
              <a:rPr lang="fr-FR" b="1" dirty="0">
                <a:solidFill>
                  <a:schemeClr val="accent5"/>
                </a:solidFill>
              </a:rPr>
              <a:t>Mécanismes fondamentaux pour exécuter la prochaine instruction </a:t>
            </a:r>
          </a:p>
        </p:txBody>
      </p:sp>
      <p:pic>
        <p:nvPicPr>
          <p:cNvPr id="1028" name="Picture 4" descr="Process ">
            <a:extLst>
              <a:ext uri="{FF2B5EF4-FFF2-40B4-BE49-F238E27FC236}">
                <a16:creationId xmlns:a16="http://schemas.microsoft.com/office/drawing/2014/main" id="{7E5B943C-6ED5-E532-AA7C-E987B3C32B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381" y="1890486"/>
            <a:ext cx="812800" cy="81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fresh ">
            <a:extLst>
              <a:ext uri="{FF2B5EF4-FFF2-40B4-BE49-F238E27FC236}">
                <a16:creationId xmlns:a16="http://schemas.microsoft.com/office/drawing/2014/main" id="{CC04EC62-895E-BF83-D13B-2DFB3C06B7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00" y="3447143"/>
            <a:ext cx="812800" cy="8128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oice ">
            <a:extLst>
              <a:ext uri="{FF2B5EF4-FFF2-40B4-BE49-F238E27FC236}">
                <a16:creationId xmlns:a16="http://schemas.microsoft.com/office/drawing/2014/main" id="{7A879A39-D519-7BB2-907D-8A7D5EE23E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2100" y="5257544"/>
            <a:ext cx="812800" cy="81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44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28565A-CC88-5F30-ED13-EAF6E1857659}"/>
              </a:ext>
            </a:extLst>
          </p:cNvPr>
          <p:cNvSpPr>
            <a:spLocks noGrp="1"/>
          </p:cNvSpPr>
          <p:nvPr>
            <p:ph type="title"/>
          </p:nvPr>
        </p:nvSpPr>
        <p:spPr>
          <a:xfrm>
            <a:off x="839972" y="365125"/>
            <a:ext cx="10513828" cy="474847"/>
          </a:xfrm>
        </p:spPr>
        <p:txBody>
          <a:bodyPr>
            <a:normAutofit fontScale="90000"/>
          </a:bodyPr>
          <a:lstStyle/>
          <a:p>
            <a:pPr algn="ctr"/>
            <a:r>
              <a:rPr lang="fr-FR" b="1" i="1" dirty="0">
                <a:solidFill>
                  <a:schemeClr val="accent5"/>
                </a:solidFill>
              </a:rPr>
              <a:t>Input / Output</a:t>
            </a:r>
          </a:p>
        </p:txBody>
      </p:sp>
      <p:graphicFrame>
        <p:nvGraphicFramePr>
          <p:cNvPr id="5" name="Diagramme 4">
            <a:extLst>
              <a:ext uri="{FF2B5EF4-FFF2-40B4-BE49-F238E27FC236}">
                <a16:creationId xmlns:a16="http://schemas.microsoft.com/office/drawing/2014/main" id="{D2C356E2-4E79-96C7-39D6-3F7EB1303008}"/>
              </a:ext>
            </a:extLst>
          </p:cNvPr>
          <p:cNvGraphicFramePr/>
          <p:nvPr>
            <p:extLst>
              <p:ext uri="{D42A27DB-BD31-4B8C-83A1-F6EECF244321}">
                <p14:modId xmlns:p14="http://schemas.microsoft.com/office/powerpoint/2010/main" val="4013481975"/>
              </p:ext>
            </p:extLst>
          </p:nvPr>
        </p:nvGraphicFramePr>
        <p:xfrm>
          <a:off x="191386" y="839972"/>
          <a:ext cx="11844670" cy="5837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368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A6B16-A482-36E3-3A33-97F7A2A7306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31C9FF8-3333-143A-06D5-96C119387818}"/>
              </a:ext>
            </a:extLst>
          </p:cNvPr>
          <p:cNvSpPr>
            <a:spLocks noGrp="1"/>
          </p:cNvSpPr>
          <p:nvPr>
            <p:ph idx="1"/>
          </p:nvPr>
        </p:nvSpPr>
        <p:spPr>
          <a:xfrm>
            <a:off x="3268980" y="1825625"/>
            <a:ext cx="6720840" cy="1603375"/>
          </a:xfrm>
        </p:spPr>
        <p:txBody>
          <a:bodyPr>
            <a:noAutofit/>
          </a:bodyPr>
          <a:lstStyle/>
          <a:p>
            <a:pPr marL="0" indent="0" algn="ctr">
              <a:buNone/>
            </a:pPr>
            <a:r>
              <a:rPr lang="fr-FR" sz="4000" b="1" dirty="0"/>
              <a:t>Pas à pas avec JAVA</a:t>
            </a:r>
          </a:p>
          <a:p>
            <a:pPr marL="0" indent="0" algn="ctr">
              <a:buNone/>
            </a:pPr>
            <a:r>
              <a:rPr lang="fr-FR" sz="4000" b="1" dirty="0"/>
              <a:t>Chapitre 2 </a:t>
            </a:r>
          </a:p>
          <a:p>
            <a:pPr marL="0" indent="0" algn="ctr">
              <a:buNone/>
            </a:pPr>
            <a:r>
              <a:rPr lang="fr-FR" sz="4000" b="1" dirty="0"/>
              <a:t>Introduction à la programmation Java</a:t>
            </a:r>
          </a:p>
        </p:txBody>
      </p:sp>
      <p:pic>
        <p:nvPicPr>
          <p:cNvPr id="1026" name="Picture 2" descr="Java ">
            <a:extLst>
              <a:ext uri="{FF2B5EF4-FFF2-40B4-BE49-F238E27FC236}">
                <a16:creationId xmlns:a16="http://schemas.microsoft.com/office/drawing/2014/main" id="{2C33667C-48D9-3436-94C7-FD020F540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5840" y="3576320"/>
            <a:ext cx="2727960" cy="272796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lgorithm ">
            <a:extLst>
              <a:ext uri="{FF2B5EF4-FFF2-40B4-BE49-F238E27FC236}">
                <a16:creationId xmlns:a16="http://schemas.microsoft.com/office/drawing/2014/main" id="{E92A810E-CD1A-4A74-51F6-3B62FFB23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951" y="1825625"/>
            <a:ext cx="2315210" cy="2315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797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9D4750-4CCE-7007-FDB6-835D23F49A7B}"/>
              </a:ext>
            </a:extLst>
          </p:cNvPr>
          <p:cNvSpPr>
            <a:spLocks noGrp="1"/>
          </p:cNvSpPr>
          <p:nvPr>
            <p:ph type="title"/>
          </p:nvPr>
        </p:nvSpPr>
        <p:spPr>
          <a:xfrm>
            <a:off x="838200" y="365125"/>
            <a:ext cx="10515600" cy="717717"/>
          </a:xfrm>
        </p:spPr>
        <p:txBody>
          <a:bodyPr/>
          <a:lstStyle/>
          <a:p>
            <a:r>
              <a:rPr lang="fr-FR" dirty="0"/>
              <a:t>Packages</a:t>
            </a:r>
          </a:p>
        </p:txBody>
      </p:sp>
      <p:graphicFrame>
        <p:nvGraphicFramePr>
          <p:cNvPr id="6" name="Espace réservé du contenu 2">
            <a:extLst>
              <a:ext uri="{FF2B5EF4-FFF2-40B4-BE49-F238E27FC236}">
                <a16:creationId xmlns:a16="http://schemas.microsoft.com/office/drawing/2014/main" id="{7B7D46E7-2B42-E84D-03B5-5014B589DA5D}"/>
              </a:ext>
            </a:extLst>
          </p:cNvPr>
          <p:cNvGraphicFramePr>
            <a:graphicFrameLocks noGrp="1"/>
          </p:cNvGraphicFramePr>
          <p:nvPr>
            <p:ph idx="1"/>
            <p:extLst>
              <p:ext uri="{D42A27DB-BD31-4B8C-83A1-F6EECF244321}">
                <p14:modId xmlns:p14="http://schemas.microsoft.com/office/powerpoint/2010/main" val="1729464084"/>
              </p:ext>
            </p:extLst>
          </p:nvPr>
        </p:nvGraphicFramePr>
        <p:xfrm>
          <a:off x="594360" y="974559"/>
          <a:ext cx="10515600" cy="51374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1312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DA36B43-618D-9F17-7034-47BE03F49F06}"/>
              </a:ext>
            </a:extLst>
          </p:cNvPr>
          <p:cNvSpPr>
            <a:spLocks noGrp="1"/>
          </p:cNvSpPr>
          <p:nvPr>
            <p:ph type="title"/>
          </p:nvPr>
        </p:nvSpPr>
        <p:spPr>
          <a:xfrm>
            <a:off x="838200" y="557188"/>
            <a:ext cx="10515600" cy="1133499"/>
          </a:xfrm>
        </p:spPr>
        <p:txBody>
          <a:bodyPr>
            <a:normAutofit/>
          </a:bodyPr>
          <a:lstStyle/>
          <a:p>
            <a:pPr algn="ctr"/>
            <a:r>
              <a:rPr lang="fr-FR" sz="5200"/>
              <a:t>Principaux package de java</a:t>
            </a:r>
          </a:p>
        </p:txBody>
      </p:sp>
      <p:graphicFrame>
        <p:nvGraphicFramePr>
          <p:cNvPr id="6" name="Diagramme 5">
            <a:extLst>
              <a:ext uri="{FF2B5EF4-FFF2-40B4-BE49-F238E27FC236}">
                <a16:creationId xmlns:a16="http://schemas.microsoft.com/office/drawing/2014/main" id="{69138E9A-1867-116C-AF0C-663AD67E691F}"/>
              </a:ext>
            </a:extLst>
          </p:cNvPr>
          <p:cNvGraphicFramePr/>
          <p:nvPr>
            <p:extLst>
              <p:ext uri="{D42A27DB-BD31-4B8C-83A1-F6EECF244321}">
                <p14:modId xmlns:p14="http://schemas.microsoft.com/office/powerpoint/2010/main" val="44105505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5868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010795-6120-7F65-32DB-EEF856081AAF}"/>
              </a:ext>
            </a:extLst>
          </p:cNvPr>
          <p:cNvSpPr>
            <a:spLocks noGrp="1"/>
          </p:cNvSpPr>
          <p:nvPr>
            <p:ph type="title"/>
          </p:nvPr>
        </p:nvSpPr>
        <p:spPr>
          <a:xfrm>
            <a:off x="389021" y="18255"/>
            <a:ext cx="10515600" cy="1325563"/>
          </a:xfrm>
        </p:spPr>
        <p:txBody>
          <a:bodyPr/>
          <a:lstStyle/>
          <a:p>
            <a:r>
              <a:rPr lang="fr-FR" dirty="0"/>
              <a:t>Type primitif de Java – Inclut dans java </a:t>
            </a:r>
          </a:p>
        </p:txBody>
      </p:sp>
      <p:graphicFrame>
        <p:nvGraphicFramePr>
          <p:cNvPr id="4" name="Espace réservé du contenu 3">
            <a:extLst>
              <a:ext uri="{FF2B5EF4-FFF2-40B4-BE49-F238E27FC236}">
                <a16:creationId xmlns:a16="http://schemas.microsoft.com/office/drawing/2014/main" id="{D0791A70-61F5-56C6-ED6C-B5D19678C442}"/>
              </a:ext>
            </a:extLst>
          </p:cNvPr>
          <p:cNvGraphicFramePr>
            <a:graphicFrameLocks noGrp="1"/>
          </p:cNvGraphicFramePr>
          <p:nvPr>
            <p:ph idx="1"/>
            <p:extLst>
              <p:ext uri="{D42A27DB-BD31-4B8C-83A1-F6EECF244321}">
                <p14:modId xmlns:p14="http://schemas.microsoft.com/office/powerpoint/2010/main" val="975244099"/>
              </p:ext>
            </p:extLst>
          </p:nvPr>
        </p:nvGraphicFramePr>
        <p:xfrm>
          <a:off x="838200" y="1219200"/>
          <a:ext cx="10515600" cy="4957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7007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056E5A6-C737-4BFA-9C5F-B25D1FECB79E}"/>
              </a:ext>
            </a:extLst>
          </p:cNvPr>
          <p:cNvPicPr>
            <a:picLocks noChangeAspect="1"/>
          </p:cNvPicPr>
          <p:nvPr/>
        </p:nvPicPr>
        <p:blipFill>
          <a:blip r:embed="rId2"/>
          <a:srcRect r="47341" b="-2"/>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0A43CD5-07F0-8645-3271-597FFA682A52}"/>
              </a:ext>
            </a:extLst>
          </p:cNvPr>
          <p:cNvSpPr>
            <a:spLocks noGrp="1"/>
          </p:cNvSpPr>
          <p:nvPr>
            <p:ph type="title"/>
          </p:nvPr>
        </p:nvSpPr>
        <p:spPr>
          <a:xfrm>
            <a:off x="6115317" y="405685"/>
            <a:ext cx="5464968" cy="1559301"/>
          </a:xfrm>
        </p:spPr>
        <p:txBody>
          <a:bodyPr>
            <a:normAutofit/>
          </a:bodyPr>
          <a:lstStyle/>
          <a:p>
            <a:r>
              <a:rPr lang="fr-FR" sz="4000" i="1" dirty="0" err="1"/>
              <a:t>Print</a:t>
            </a:r>
            <a:r>
              <a:rPr lang="fr-FR" sz="4000" i="1" dirty="0"/>
              <a:t>() vs </a:t>
            </a:r>
            <a:r>
              <a:rPr lang="fr-FR" sz="4000" i="1" dirty="0" err="1"/>
              <a:t>println</a:t>
            </a:r>
            <a:r>
              <a:rPr lang="fr-FR" sz="4000" i="1" dirty="0"/>
              <a:t>()</a:t>
            </a:r>
          </a:p>
        </p:txBody>
      </p:sp>
      <p:graphicFrame>
        <p:nvGraphicFramePr>
          <p:cNvPr id="4" name="Espace réservé du contenu 3">
            <a:extLst>
              <a:ext uri="{FF2B5EF4-FFF2-40B4-BE49-F238E27FC236}">
                <a16:creationId xmlns:a16="http://schemas.microsoft.com/office/drawing/2014/main" id="{7B61D108-4F72-D41F-C2FE-BBEEC44AADF5}"/>
              </a:ext>
            </a:extLst>
          </p:cNvPr>
          <p:cNvGraphicFramePr>
            <a:graphicFrameLocks noGrp="1"/>
          </p:cNvGraphicFramePr>
          <p:nvPr>
            <p:ph idx="1"/>
            <p:extLst>
              <p:ext uri="{D42A27DB-BD31-4B8C-83A1-F6EECF244321}">
                <p14:modId xmlns:p14="http://schemas.microsoft.com/office/powerpoint/2010/main" val="1138748375"/>
              </p:ext>
            </p:extLst>
          </p:nvPr>
        </p:nvGraphicFramePr>
        <p:xfrm>
          <a:off x="5410196" y="2370671"/>
          <a:ext cx="6781803" cy="38694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188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A9E351C-7BE4-6CD6-04B0-9792A9EFCA86}"/>
              </a:ext>
            </a:extLst>
          </p:cNvPr>
          <p:cNvSpPr>
            <a:spLocks noGrp="1"/>
          </p:cNvSpPr>
          <p:nvPr>
            <p:ph idx="1"/>
          </p:nvPr>
        </p:nvSpPr>
        <p:spPr>
          <a:xfrm>
            <a:off x="3048000" y="1880491"/>
            <a:ext cx="5851357" cy="1696899"/>
          </a:xfrm>
        </p:spPr>
        <p:txBody>
          <a:bodyPr>
            <a:noAutofit/>
          </a:bodyPr>
          <a:lstStyle/>
          <a:p>
            <a:pPr marL="0" indent="0" algn="ctr">
              <a:buNone/>
            </a:pPr>
            <a:r>
              <a:rPr lang="fr-FR" sz="4000" dirty="0"/>
              <a:t>Pas à pas avec Java</a:t>
            </a:r>
          </a:p>
          <a:p>
            <a:pPr marL="0" indent="0" algn="ctr">
              <a:buNone/>
            </a:pPr>
            <a:r>
              <a:rPr lang="fr-FR" sz="4000" dirty="0"/>
              <a:t>Chapitre 4 </a:t>
            </a:r>
          </a:p>
          <a:p>
            <a:pPr marL="0" indent="0" algn="ctr">
              <a:buNone/>
            </a:pPr>
            <a:r>
              <a:rPr lang="fr-FR" sz="4000" dirty="0"/>
              <a:t>Types et expressions Java</a:t>
            </a:r>
          </a:p>
        </p:txBody>
      </p:sp>
      <p:pic>
        <p:nvPicPr>
          <p:cNvPr id="4" name="Image 3">
            <a:extLst>
              <a:ext uri="{FF2B5EF4-FFF2-40B4-BE49-F238E27FC236}">
                <a16:creationId xmlns:a16="http://schemas.microsoft.com/office/drawing/2014/main" id="{6BF42010-341C-A03A-957C-2F7BB6803568}"/>
              </a:ext>
            </a:extLst>
          </p:cNvPr>
          <p:cNvPicPr>
            <a:picLocks noChangeAspect="1"/>
          </p:cNvPicPr>
          <p:nvPr/>
        </p:nvPicPr>
        <p:blipFill>
          <a:blip r:embed="rId2"/>
          <a:stretch>
            <a:fillRect/>
          </a:stretch>
        </p:blipFill>
        <p:spPr>
          <a:xfrm>
            <a:off x="8496968" y="2925763"/>
            <a:ext cx="3251200" cy="3251200"/>
          </a:xfrm>
          <a:prstGeom prst="rect">
            <a:avLst/>
          </a:prstGeom>
        </p:spPr>
      </p:pic>
      <p:pic>
        <p:nvPicPr>
          <p:cNvPr id="6" name="Image 5">
            <a:extLst>
              <a:ext uri="{FF2B5EF4-FFF2-40B4-BE49-F238E27FC236}">
                <a16:creationId xmlns:a16="http://schemas.microsoft.com/office/drawing/2014/main" id="{0D325A05-2020-6311-E343-4BC17B640007}"/>
              </a:ext>
            </a:extLst>
          </p:cNvPr>
          <p:cNvPicPr>
            <a:picLocks noChangeAspect="1"/>
          </p:cNvPicPr>
          <p:nvPr/>
        </p:nvPicPr>
        <p:blipFill>
          <a:blip r:embed="rId3">
            <a:duotone>
              <a:schemeClr val="accent5">
                <a:shade val="45000"/>
                <a:satMod val="135000"/>
              </a:schemeClr>
              <a:prstClr val="white"/>
            </a:duotone>
          </a:blip>
          <a:stretch>
            <a:fillRect/>
          </a:stretch>
        </p:blipFill>
        <p:spPr>
          <a:xfrm>
            <a:off x="443832" y="326190"/>
            <a:ext cx="3251200" cy="3251200"/>
          </a:xfrm>
          <a:prstGeom prst="rect">
            <a:avLst/>
          </a:prstGeom>
        </p:spPr>
      </p:pic>
    </p:spTree>
    <p:extLst>
      <p:ext uri="{BB962C8B-B14F-4D97-AF65-F5344CB8AC3E}">
        <p14:creationId xmlns:p14="http://schemas.microsoft.com/office/powerpoint/2010/main" val="24196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B0283B-58B1-6C04-6DD8-F646E5390E14}"/>
              </a:ext>
            </a:extLst>
          </p:cNvPr>
          <p:cNvSpPr>
            <a:spLocks noGrp="1"/>
          </p:cNvSpPr>
          <p:nvPr>
            <p:ph type="title"/>
          </p:nvPr>
        </p:nvSpPr>
        <p:spPr/>
        <p:txBody>
          <a:bodyPr/>
          <a:lstStyle/>
          <a:p>
            <a:r>
              <a:rPr lang="fr-FR" dirty="0"/>
              <a:t>Opérations numériques binaire de Java</a:t>
            </a:r>
          </a:p>
        </p:txBody>
      </p:sp>
      <p:graphicFrame>
        <p:nvGraphicFramePr>
          <p:cNvPr id="4" name="Espace réservé du contenu 3">
            <a:extLst>
              <a:ext uri="{FF2B5EF4-FFF2-40B4-BE49-F238E27FC236}">
                <a16:creationId xmlns:a16="http://schemas.microsoft.com/office/drawing/2014/main" id="{2B2103C4-AA14-EC3E-7EC1-457136AD9EAD}"/>
              </a:ext>
            </a:extLst>
          </p:cNvPr>
          <p:cNvGraphicFramePr>
            <a:graphicFrameLocks noGrp="1"/>
          </p:cNvGraphicFramePr>
          <p:nvPr>
            <p:ph idx="1"/>
            <p:extLst>
              <p:ext uri="{D42A27DB-BD31-4B8C-83A1-F6EECF244321}">
                <p14:modId xmlns:p14="http://schemas.microsoft.com/office/powerpoint/2010/main" val="7922494"/>
              </p:ext>
            </p:extLst>
          </p:nvPr>
        </p:nvGraphicFramePr>
        <p:xfrm>
          <a:off x="838200" y="1825625"/>
          <a:ext cx="10515600" cy="2225040"/>
        </p:xfrm>
        <a:graphic>
          <a:graphicData uri="http://schemas.openxmlformats.org/drawingml/2006/table">
            <a:tbl>
              <a:tblPr firstRow="1" bandRow="1">
                <a:tableStyleId>{7DF18680-E054-41AD-8BC1-D1AEF772440D}</a:tableStyleId>
              </a:tblPr>
              <a:tblGrid>
                <a:gridCol w="5257800">
                  <a:extLst>
                    <a:ext uri="{9D8B030D-6E8A-4147-A177-3AD203B41FA5}">
                      <a16:colId xmlns:a16="http://schemas.microsoft.com/office/drawing/2014/main" val="4135211835"/>
                    </a:ext>
                  </a:extLst>
                </a:gridCol>
                <a:gridCol w="5257800">
                  <a:extLst>
                    <a:ext uri="{9D8B030D-6E8A-4147-A177-3AD203B41FA5}">
                      <a16:colId xmlns:a16="http://schemas.microsoft.com/office/drawing/2014/main" val="3862880718"/>
                    </a:ext>
                  </a:extLst>
                </a:gridCol>
              </a:tblGrid>
              <a:tr h="370840">
                <a:tc>
                  <a:txBody>
                    <a:bodyPr/>
                    <a:lstStyle/>
                    <a:p>
                      <a:r>
                        <a:rPr lang="fr-FR" dirty="0"/>
                        <a:t>Opération binaire</a:t>
                      </a:r>
                    </a:p>
                  </a:txBody>
                  <a:tcPr/>
                </a:tc>
                <a:tc>
                  <a:txBody>
                    <a:bodyPr/>
                    <a:lstStyle/>
                    <a:p>
                      <a:r>
                        <a:rPr lang="fr-FR" dirty="0"/>
                        <a:t>Signification</a:t>
                      </a:r>
                    </a:p>
                  </a:txBody>
                  <a:tcPr/>
                </a:tc>
                <a:extLst>
                  <a:ext uri="{0D108BD9-81ED-4DB2-BD59-A6C34878D82A}">
                    <a16:rowId xmlns:a16="http://schemas.microsoft.com/office/drawing/2014/main" val="832380179"/>
                  </a:ext>
                </a:extLst>
              </a:tr>
              <a:tr h="370840">
                <a:tc>
                  <a:txBody>
                    <a:bodyPr/>
                    <a:lstStyle/>
                    <a:p>
                      <a:r>
                        <a:rPr lang="fr-FR" dirty="0"/>
                        <a:t>+</a:t>
                      </a:r>
                    </a:p>
                  </a:txBody>
                  <a:tcPr/>
                </a:tc>
                <a:tc>
                  <a:txBody>
                    <a:bodyPr/>
                    <a:lstStyle/>
                    <a:p>
                      <a:r>
                        <a:rPr lang="fr-FR" dirty="0"/>
                        <a:t>Addition</a:t>
                      </a:r>
                    </a:p>
                  </a:txBody>
                  <a:tcPr/>
                </a:tc>
                <a:extLst>
                  <a:ext uri="{0D108BD9-81ED-4DB2-BD59-A6C34878D82A}">
                    <a16:rowId xmlns:a16="http://schemas.microsoft.com/office/drawing/2014/main" val="2236912629"/>
                  </a:ext>
                </a:extLst>
              </a:tr>
              <a:tr h="370840">
                <a:tc>
                  <a:txBody>
                    <a:bodyPr/>
                    <a:lstStyle/>
                    <a:p>
                      <a:r>
                        <a:rPr lang="fr-FR" dirty="0"/>
                        <a:t>-</a:t>
                      </a:r>
                    </a:p>
                  </a:txBody>
                  <a:tcPr/>
                </a:tc>
                <a:tc>
                  <a:txBody>
                    <a:bodyPr/>
                    <a:lstStyle/>
                    <a:p>
                      <a:r>
                        <a:rPr lang="fr-FR" dirty="0"/>
                        <a:t>Soustraction</a:t>
                      </a:r>
                    </a:p>
                  </a:txBody>
                  <a:tcPr/>
                </a:tc>
                <a:extLst>
                  <a:ext uri="{0D108BD9-81ED-4DB2-BD59-A6C34878D82A}">
                    <a16:rowId xmlns:a16="http://schemas.microsoft.com/office/drawing/2014/main" val="1591975810"/>
                  </a:ext>
                </a:extLst>
              </a:tr>
              <a:tr h="370840">
                <a:tc>
                  <a:txBody>
                    <a:bodyPr/>
                    <a:lstStyle/>
                    <a:p>
                      <a:r>
                        <a:rPr lang="fr-FR" dirty="0"/>
                        <a:t>* </a:t>
                      </a:r>
                    </a:p>
                  </a:txBody>
                  <a:tcPr/>
                </a:tc>
                <a:tc>
                  <a:txBody>
                    <a:bodyPr/>
                    <a:lstStyle/>
                    <a:p>
                      <a:r>
                        <a:rPr lang="fr-FR" dirty="0"/>
                        <a:t>Multiplication</a:t>
                      </a:r>
                    </a:p>
                  </a:txBody>
                  <a:tcPr/>
                </a:tc>
                <a:extLst>
                  <a:ext uri="{0D108BD9-81ED-4DB2-BD59-A6C34878D82A}">
                    <a16:rowId xmlns:a16="http://schemas.microsoft.com/office/drawing/2014/main" val="1473017427"/>
                  </a:ext>
                </a:extLst>
              </a:tr>
              <a:tr h="370840">
                <a:tc>
                  <a:txBody>
                    <a:bodyPr/>
                    <a:lstStyle/>
                    <a:p>
                      <a:r>
                        <a:rPr lang="fr-FR" dirty="0"/>
                        <a:t>/</a:t>
                      </a:r>
                    </a:p>
                  </a:txBody>
                  <a:tcPr/>
                </a:tc>
                <a:tc>
                  <a:txBody>
                    <a:bodyPr/>
                    <a:lstStyle/>
                    <a:p>
                      <a:r>
                        <a:rPr lang="fr-FR" dirty="0"/>
                        <a:t>Division</a:t>
                      </a:r>
                    </a:p>
                  </a:txBody>
                  <a:tcPr/>
                </a:tc>
                <a:extLst>
                  <a:ext uri="{0D108BD9-81ED-4DB2-BD59-A6C34878D82A}">
                    <a16:rowId xmlns:a16="http://schemas.microsoft.com/office/drawing/2014/main" val="3065161850"/>
                  </a:ext>
                </a:extLst>
              </a:tr>
              <a:tr h="370840">
                <a:tc>
                  <a:txBody>
                    <a:bodyPr/>
                    <a:lstStyle/>
                    <a:p>
                      <a:r>
                        <a:rPr lang="fr-FR" dirty="0"/>
                        <a:t>%</a:t>
                      </a:r>
                    </a:p>
                  </a:txBody>
                  <a:tcPr/>
                </a:tc>
                <a:tc>
                  <a:txBody>
                    <a:bodyPr/>
                    <a:lstStyle/>
                    <a:p>
                      <a:r>
                        <a:rPr lang="fr-FR" dirty="0"/>
                        <a:t>Reste après division entière</a:t>
                      </a:r>
                    </a:p>
                  </a:txBody>
                  <a:tcPr/>
                </a:tc>
                <a:extLst>
                  <a:ext uri="{0D108BD9-81ED-4DB2-BD59-A6C34878D82A}">
                    <a16:rowId xmlns:a16="http://schemas.microsoft.com/office/drawing/2014/main" val="2799959646"/>
                  </a:ext>
                </a:extLst>
              </a:tr>
            </a:tbl>
          </a:graphicData>
        </a:graphic>
      </p:graphicFrame>
      <p:graphicFrame>
        <p:nvGraphicFramePr>
          <p:cNvPr id="5" name="Tableau 4">
            <a:extLst>
              <a:ext uri="{FF2B5EF4-FFF2-40B4-BE49-F238E27FC236}">
                <a16:creationId xmlns:a16="http://schemas.microsoft.com/office/drawing/2014/main" id="{41A2B05A-3A11-0197-5A6A-11F04AF6CAAC}"/>
              </a:ext>
            </a:extLst>
          </p:cNvPr>
          <p:cNvGraphicFramePr>
            <a:graphicFrameLocks noGrp="1"/>
          </p:cNvGraphicFramePr>
          <p:nvPr>
            <p:extLst>
              <p:ext uri="{D42A27DB-BD31-4B8C-83A1-F6EECF244321}">
                <p14:modId xmlns:p14="http://schemas.microsoft.com/office/powerpoint/2010/main" val="1168515783"/>
              </p:ext>
            </p:extLst>
          </p:nvPr>
        </p:nvGraphicFramePr>
        <p:xfrm>
          <a:off x="838200" y="4050665"/>
          <a:ext cx="10515600" cy="1854200"/>
        </p:xfrm>
        <a:graphic>
          <a:graphicData uri="http://schemas.openxmlformats.org/drawingml/2006/table">
            <a:tbl>
              <a:tblPr firstRow="1" bandRow="1">
                <a:tableStyleId>{7DF18680-E054-41AD-8BC1-D1AEF772440D}</a:tableStyleId>
              </a:tblPr>
              <a:tblGrid>
                <a:gridCol w="5257800">
                  <a:extLst>
                    <a:ext uri="{9D8B030D-6E8A-4147-A177-3AD203B41FA5}">
                      <a16:colId xmlns:a16="http://schemas.microsoft.com/office/drawing/2014/main" val="2447674546"/>
                    </a:ext>
                  </a:extLst>
                </a:gridCol>
                <a:gridCol w="5257800">
                  <a:extLst>
                    <a:ext uri="{9D8B030D-6E8A-4147-A177-3AD203B41FA5}">
                      <a16:colId xmlns:a16="http://schemas.microsoft.com/office/drawing/2014/main" val="2248893491"/>
                    </a:ext>
                  </a:extLst>
                </a:gridCol>
              </a:tblGrid>
              <a:tr h="370840">
                <a:tc>
                  <a:txBody>
                    <a:bodyPr/>
                    <a:lstStyle/>
                    <a:p>
                      <a:r>
                        <a:rPr lang="fr-FR" dirty="0"/>
                        <a:t>Opération</a:t>
                      </a:r>
                    </a:p>
                  </a:txBody>
                  <a:tcPr/>
                </a:tc>
                <a:tc>
                  <a:txBody>
                    <a:bodyPr/>
                    <a:lstStyle/>
                    <a:p>
                      <a:r>
                        <a:rPr lang="fr-FR" dirty="0"/>
                        <a:t>Priorité</a:t>
                      </a:r>
                    </a:p>
                  </a:txBody>
                  <a:tcPr/>
                </a:tc>
                <a:extLst>
                  <a:ext uri="{0D108BD9-81ED-4DB2-BD59-A6C34878D82A}">
                    <a16:rowId xmlns:a16="http://schemas.microsoft.com/office/drawing/2014/main" val="3698688544"/>
                  </a:ext>
                </a:extLst>
              </a:tr>
              <a:tr h="370840">
                <a:tc>
                  <a:txBody>
                    <a:bodyPr/>
                    <a:lstStyle/>
                    <a:p>
                      <a:r>
                        <a:rPr lang="fr-FR" dirty="0"/>
                        <a:t>(,)</a:t>
                      </a:r>
                    </a:p>
                  </a:txBody>
                  <a:tcPr/>
                </a:tc>
                <a:tc>
                  <a:txBody>
                    <a:bodyPr/>
                    <a:lstStyle/>
                    <a:p>
                      <a:r>
                        <a:rPr lang="fr-FR" dirty="0"/>
                        <a:t>0</a:t>
                      </a:r>
                    </a:p>
                  </a:txBody>
                  <a:tcPr/>
                </a:tc>
                <a:extLst>
                  <a:ext uri="{0D108BD9-81ED-4DB2-BD59-A6C34878D82A}">
                    <a16:rowId xmlns:a16="http://schemas.microsoft.com/office/drawing/2014/main" val="419272916"/>
                  </a:ext>
                </a:extLst>
              </a:tr>
              <a:tr h="370840">
                <a:tc>
                  <a:txBody>
                    <a:bodyPr/>
                    <a:lstStyle/>
                    <a:p>
                      <a:r>
                        <a:rPr lang="fr-FR" dirty="0"/>
                        <a:t>+,- unaires</a:t>
                      </a:r>
                    </a:p>
                  </a:txBody>
                  <a:tcPr/>
                </a:tc>
                <a:tc>
                  <a:txBody>
                    <a:bodyPr/>
                    <a:lstStyle/>
                    <a:p>
                      <a:r>
                        <a:rPr lang="fr-FR" dirty="0"/>
                        <a:t>1</a:t>
                      </a:r>
                    </a:p>
                  </a:txBody>
                  <a:tcPr/>
                </a:tc>
                <a:extLst>
                  <a:ext uri="{0D108BD9-81ED-4DB2-BD59-A6C34878D82A}">
                    <a16:rowId xmlns:a16="http://schemas.microsoft.com/office/drawing/2014/main" val="291810122"/>
                  </a:ext>
                </a:extLst>
              </a:tr>
              <a:tr h="370840">
                <a:tc>
                  <a:txBody>
                    <a:bodyPr/>
                    <a:lstStyle/>
                    <a:p>
                      <a:r>
                        <a:rPr lang="fr-FR" dirty="0"/>
                        <a:t>*,/,%</a:t>
                      </a:r>
                    </a:p>
                  </a:txBody>
                  <a:tcPr/>
                </a:tc>
                <a:tc>
                  <a:txBody>
                    <a:bodyPr/>
                    <a:lstStyle/>
                    <a:p>
                      <a:r>
                        <a:rPr lang="fr-FR" dirty="0"/>
                        <a:t>2</a:t>
                      </a:r>
                    </a:p>
                  </a:txBody>
                  <a:tcPr/>
                </a:tc>
                <a:extLst>
                  <a:ext uri="{0D108BD9-81ED-4DB2-BD59-A6C34878D82A}">
                    <a16:rowId xmlns:a16="http://schemas.microsoft.com/office/drawing/2014/main" val="2014273644"/>
                  </a:ext>
                </a:extLst>
              </a:tr>
              <a:tr h="370840">
                <a:tc>
                  <a:txBody>
                    <a:bodyPr/>
                    <a:lstStyle/>
                    <a:p>
                      <a:r>
                        <a:rPr lang="fr-FR" dirty="0"/>
                        <a:t>+, - binaires</a:t>
                      </a:r>
                    </a:p>
                  </a:txBody>
                  <a:tcPr/>
                </a:tc>
                <a:tc>
                  <a:txBody>
                    <a:bodyPr/>
                    <a:lstStyle/>
                    <a:p>
                      <a:r>
                        <a:rPr lang="fr-FR" dirty="0"/>
                        <a:t>3</a:t>
                      </a:r>
                    </a:p>
                  </a:txBody>
                  <a:tcPr/>
                </a:tc>
                <a:extLst>
                  <a:ext uri="{0D108BD9-81ED-4DB2-BD59-A6C34878D82A}">
                    <a16:rowId xmlns:a16="http://schemas.microsoft.com/office/drawing/2014/main" val="2119367280"/>
                  </a:ext>
                </a:extLst>
              </a:tr>
            </a:tbl>
          </a:graphicData>
        </a:graphic>
      </p:graphicFrame>
    </p:spTree>
    <p:extLst>
      <p:ext uri="{BB962C8B-B14F-4D97-AF65-F5344CB8AC3E}">
        <p14:creationId xmlns:p14="http://schemas.microsoft.com/office/powerpoint/2010/main" val="2590179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CC0954-794F-1085-6A42-3436B3DEA6D9}"/>
              </a:ext>
            </a:extLst>
          </p:cNvPr>
          <p:cNvSpPr>
            <a:spLocks noGrp="1"/>
          </p:cNvSpPr>
          <p:nvPr>
            <p:ph type="title"/>
          </p:nvPr>
        </p:nvSpPr>
        <p:spPr/>
        <p:txBody>
          <a:bodyPr/>
          <a:lstStyle/>
          <a:p>
            <a:r>
              <a:rPr lang="fr-FR" dirty="0"/>
              <a:t>Promotions valides pour les types numériques</a:t>
            </a:r>
          </a:p>
        </p:txBody>
      </p:sp>
      <p:sp>
        <p:nvSpPr>
          <p:cNvPr id="3" name="Espace réservé du contenu 2">
            <a:extLst>
              <a:ext uri="{FF2B5EF4-FFF2-40B4-BE49-F238E27FC236}">
                <a16:creationId xmlns:a16="http://schemas.microsoft.com/office/drawing/2014/main" id="{C8F74ECA-4373-88A6-C05E-17D30EFC2F1E}"/>
              </a:ext>
            </a:extLst>
          </p:cNvPr>
          <p:cNvSpPr>
            <a:spLocks noGrp="1"/>
          </p:cNvSpPr>
          <p:nvPr>
            <p:ph idx="1"/>
          </p:nvPr>
        </p:nvSpPr>
        <p:spPr/>
        <p:txBody>
          <a:bodyPr/>
          <a:lstStyle/>
          <a:p>
            <a:pPr marL="0" indent="0">
              <a:buNone/>
            </a:pPr>
            <a:r>
              <a:rPr lang="fr-FR" dirty="0"/>
              <a:t>Les conversions sont appliquées non seulement à l’évaluation d’expressions mais aussi lors de l’affectation du résultat de l’expression à une variable et lors du passage d’un paramètre</a:t>
            </a:r>
          </a:p>
        </p:txBody>
      </p:sp>
      <p:graphicFrame>
        <p:nvGraphicFramePr>
          <p:cNvPr id="4" name="Tableau 3">
            <a:extLst>
              <a:ext uri="{FF2B5EF4-FFF2-40B4-BE49-F238E27FC236}">
                <a16:creationId xmlns:a16="http://schemas.microsoft.com/office/drawing/2014/main" id="{ABC2EFB4-B4A0-9071-A5AD-A42F394F5949}"/>
              </a:ext>
            </a:extLst>
          </p:cNvPr>
          <p:cNvGraphicFramePr>
            <a:graphicFrameLocks noGrp="1"/>
          </p:cNvGraphicFramePr>
          <p:nvPr>
            <p:extLst>
              <p:ext uri="{D42A27DB-BD31-4B8C-83A1-F6EECF244321}">
                <p14:modId xmlns:p14="http://schemas.microsoft.com/office/powerpoint/2010/main" val="877872056"/>
              </p:ext>
            </p:extLst>
          </p:nvPr>
        </p:nvGraphicFramePr>
        <p:xfrm>
          <a:off x="838200" y="3429000"/>
          <a:ext cx="8128000" cy="2595880"/>
        </p:xfrm>
        <a:graphic>
          <a:graphicData uri="http://schemas.openxmlformats.org/drawingml/2006/table">
            <a:tbl>
              <a:tblPr firstRow="1" bandRow="1">
                <a:tableStyleId>{7DF18680-E054-41AD-8BC1-D1AEF772440D}</a:tableStyleId>
              </a:tblPr>
              <a:tblGrid>
                <a:gridCol w="4064000">
                  <a:extLst>
                    <a:ext uri="{9D8B030D-6E8A-4147-A177-3AD203B41FA5}">
                      <a16:colId xmlns:a16="http://schemas.microsoft.com/office/drawing/2014/main" val="1937276990"/>
                    </a:ext>
                  </a:extLst>
                </a:gridCol>
                <a:gridCol w="4064000">
                  <a:extLst>
                    <a:ext uri="{9D8B030D-6E8A-4147-A177-3AD203B41FA5}">
                      <a16:colId xmlns:a16="http://schemas.microsoft.com/office/drawing/2014/main" val="507485086"/>
                    </a:ext>
                  </a:extLst>
                </a:gridCol>
              </a:tblGrid>
              <a:tr h="370840">
                <a:tc>
                  <a:txBody>
                    <a:bodyPr/>
                    <a:lstStyle/>
                    <a:p>
                      <a:r>
                        <a:rPr lang="fr-FR" dirty="0"/>
                        <a:t>Type</a:t>
                      </a:r>
                    </a:p>
                  </a:txBody>
                  <a:tcPr/>
                </a:tc>
                <a:tc>
                  <a:txBody>
                    <a:bodyPr/>
                    <a:lstStyle/>
                    <a:p>
                      <a:r>
                        <a:rPr lang="fr-FR" dirty="0"/>
                        <a:t>Promotions</a:t>
                      </a:r>
                    </a:p>
                  </a:txBody>
                  <a:tcPr/>
                </a:tc>
                <a:extLst>
                  <a:ext uri="{0D108BD9-81ED-4DB2-BD59-A6C34878D82A}">
                    <a16:rowId xmlns:a16="http://schemas.microsoft.com/office/drawing/2014/main" val="1455535019"/>
                  </a:ext>
                </a:extLst>
              </a:tr>
              <a:tr h="370840">
                <a:tc>
                  <a:txBody>
                    <a:bodyPr/>
                    <a:lstStyle/>
                    <a:p>
                      <a:r>
                        <a:rPr lang="fr-FR" dirty="0"/>
                        <a:t>Double</a:t>
                      </a:r>
                    </a:p>
                  </a:txBody>
                  <a:tcPr/>
                </a:tc>
                <a:tc>
                  <a:txBody>
                    <a:bodyPr/>
                    <a:lstStyle/>
                    <a:p>
                      <a:r>
                        <a:rPr lang="fr-FR" dirty="0"/>
                        <a:t>Aucune</a:t>
                      </a:r>
                    </a:p>
                  </a:txBody>
                  <a:tcPr/>
                </a:tc>
                <a:extLst>
                  <a:ext uri="{0D108BD9-81ED-4DB2-BD59-A6C34878D82A}">
                    <a16:rowId xmlns:a16="http://schemas.microsoft.com/office/drawing/2014/main" val="1841822562"/>
                  </a:ext>
                </a:extLst>
              </a:tr>
              <a:tr h="370840">
                <a:tc>
                  <a:txBody>
                    <a:bodyPr/>
                    <a:lstStyle/>
                    <a:p>
                      <a:r>
                        <a:rPr lang="fr-FR" dirty="0" err="1"/>
                        <a:t>Float</a:t>
                      </a:r>
                      <a:endParaRPr lang="fr-FR" dirty="0"/>
                    </a:p>
                  </a:txBody>
                  <a:tcPr/>
                </a:tc>
                <a:tc>
                  <a:txBody>
                    <a:bodyPr/>
                    <a:lstStyle/>
                    <a:p>
                      <a:r>
                        <a:rPr lang="fr-FR" dirty="0"/>
                        <a:t>Double</a:t>
                      </a:r>
                    </a:p>
                  </a:txBody>
                  <a:tcPr/>
                </a:tc>
                <a:extLst>
                  <a:ext uri="{0D108BD9-81ED-4DB2-BD59-A6C34878D82A}">
                    <a16:rowId xmlns:a16="http://schemas.microsoft.com/office/drawing/2014/main" val="2397837051"/>
                  </a:ext>
                </a:extLst>
              </a:tr>
              <a:tr h="370840">
                <a:tc>
                  <a:txBody>
                    <a:bodyPr/>
                    <a:lstStyle/>
                    <a:p>
                      <a:r>
                        <a:rPr lang="fr-FR" dirty="0"/>
                        <a:t>Long</a:t>
                      </a:r>
                    </a:p>
                  </a:txBody>
                  <a:tcPr/>
                </a:tc>
                <a:tc>
                  <a:txBody>
                    <a:bodyPr/>
                    <a:lstStyle/>
                    <a:p>
                      <a:r>
                        <a:rPr lang="fr-FR" dirty="0" err="1"/>
                        <a:t>Float</a:t>
                      </a:r>
                      <a:r>
                        <a:rPr lang="fr-FR" dirty="0"/>
                        <a:t> ou double</a:t>
                      </a:r>
                    </a:p>
                  </a:txBody>
                  <a:tcPr/>
                </a:tc>
                <a:extLst>
                  <a:ext uri="{0D108BD9-81ED-4DB2-BD59-A6C34878D82A}">
                    <a16:rowId xmlns:a16="http://schemas.microsoft.com/office/drawing/2014/main" val="2542001098"/>
                  </a:ext>
                </a:extLst>
              </a:tr>
              <a:tr h="370840">
                <a:tc>
                  <a:txBody>
                    <a:bodyPr/>
                    <a:lstStyle/>
                    <a:p>
                      <a:r>
                        <a:rPr lang="fr-FR" dirty="0"/>
                        <a:t>Int</a:t>
                      </a:r>
                    </a:p>
                  </a:txBody>
                  <a:tcPr/>
                </a:tc>
                <a:tc>
                  <a:txBody>
                    <a:bodyPr/>
                    <a:lstStyle/>
                    <a:p>
                      <a:r>
                        <a:rPr lang="fr-FR" dirty="0"/>
                        <a:t>Long, </a:t>
                      </a:r>
                      <a:r>
                        <a:rPr lang="fr-FR" dirty="0" err="1"/>
                        <a:t>float</a:t>
                      </a:r>
                      <a:r>
                        <a:rPr lang="fr-FR" dirty="0"/>
                        <a:t> ou double</a:t>
                      </a:r>
                    </a:p>
                  </a:txBody>
                  <a:tcPr/>
                </a:tc>
                <a:extLst>
                  <a:ext uri="{0D108BD9-81ED-4DB2-BD59-A6C34878D82A}">
                    <a16:rowId xmlns:a16="http://schemas.microsoft.com/office/drawing/2014/main" val="3792004318"/>
                  </a:ext>
                </a:extLst>
              </a:tr>
              <a:tr h="370840">
                <a:tc>
                  <a:txBody>
                    <a:bodyPr/>
                    <a:lstStyle/>
                    <a:p>
                      <a:r>
                        <a:rPr lang="fr-FR" dirty="0"/>
                        <a:t>Short</a:t>
                      </a:r>
                    </a:p>
                  </a:txBody>
                  <a:tcPr/>
                </a:tc>
                <a:tc>
                  <a:txBody>
                    <a:bodyPr/>
                    <a:lstStyle/>
                    <a:p>
                      <a:r>
                        <a:rPr lang="fr-FR" dirty="0"/>
                        <a:t>Int, long, </a:t>
                      </a:r>
                      <a:r>
                        <a:rPr lang="fr-FR" dirty="0" err="1"/>
                        <a:t>float</a:t>
                      </a:r>
                      <a:r>
                        <a:rPr lang="fr-FR" dirty="0"/>
                        <a:t> ou double</a:t>
                      </a:r>
                    </a:p>
                  </a:txBody>
                  <a:tcPr/>
                </a:tc>
                <a:extLst>
                  <a:ext uri="{0D108BD9-81ED-4DB2-BD59-A6C34878D82A}">
                    <a16:rowId xmlns:a16="http://schemas.microsoft.com/office/drawing/2014/main" val="2310907313"/>
                  </a:ext>
                </a:extLst>
              </a:tr>
              <a:tr h="370840">
                <a:tc>
                  <a:txBody>
                    <a:bodyPr/>
                    <a:lstStyle/>
                    <a:p>
                      <a:r>
                        <a:rPr lang="fr-FR" dirty="0"/>
                        <a:t>Byte</a:t>
                      </a:r>
                    </a:p>
                  </a:txBody>
                  <a:tcPr/>
                </a:tc>
                <a:tc>
                  <a:txBody>
                    <a:bodyPr/>
                    <a:lstStyle/>
                    <a:p>
                      <a:r>
                        <a:rPr lang="fr-FR" dirty="0"/>
                        <a:t>Short, </a:t>
                      </a:r>
                      <a:r>
                        <a:rPr lang="fr-FR" dirty="0" err="1"/>
                        <a:t>int</a:t>
                      </a:r>
                      <a:r>
                        <a:rPr lang="fr-FR" dirty="0"/>
                        <a:t>, long, </a:t>
                      </a:r>
                      <a:r>
                        <a:rPr lang="fr-FR" dirty="0" err="1"/>
                        <a:t>float</a:t>
                      </a:r>
                      <a:r>
                        <a:rPr lang="fr-FR" dirty="0"/>
                        <a:t> ou double</a:t>
                      </a:r>
                    </a:p>
                  </a:txBody>
                  <a:tcPr/>
                </a:tc>
                <a:extLst>
                  <a:ext uri="{0D108BD9-81ED-4DB2-BD59-A6C34878D82A}">
                    <a16:rowId xmlns:a16="http://schemas.microsoft.com/office/drawing/2014/main" val="3173299172"/>
                  </a:ext>
                </a:extLst>
              </a:tr>
            </a:tbl>
          </a:graphicData>
        </a:graphic>
      </p:graphicFrame>
    </p:spTree>
    <p:extLst>
      <p:ext uri="{BB962C8B-B14F-4D97-AF65-F5344CB8AC3E}">
        <p14:creationId xmlns:p14="http://schemas.microsoft.com/office/powerpoint/2010/main" val="2782633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39E073-252E-B04B-5EF3-5C47DE568DFC}"/>
              </a:ext>
            </a:extLst>
          </p:cNvPr>
          <p:cNvSpPr>
            <a:spLocks noGrp="1"/>
          </p:cNvSpPr>
          <p:nvPr>
            <p:ph type="title"/>
          </p:nvPr>
        </p:nvSpPr>
        <p:spPr/>
        <p:txBody>
          <a:bodyPr/>
          <a:lstStyle/>
          <a:p>
            <a:r>
              <a:rPr lang="fr-FR" dirty="0"/>
              <a:t>Expressions booléennes</a:t>
            </a:r>
          </a:p>
        </p:txBody>
      </p:sp>
      <p:sp>
        <p:nvSpPr>
          <p:cNvPr id="3" name="Espace réservé du contenu 2">
            <a:extLst>
              <a:ext uri="{FF2B5EF4-FFF2-40B4-BE49-F238E27FC236}">
                <a16:creationId xmlns:a16="http://schemas.microsoft.com/office/drawing/2014/main" id="{1597B0A9-2E61-2E2D-1797-449FCA31A8D9}"/>
              </a:ext>
            </a:extLst>
          </p:cNvPr>
          <p:cNvSpPr>
            <a:spLocks noGrp="1"/>
          </p:cNvSpPr>
          <p:nvPr>
            <p:ph idx="1"/>
          </p:nvPr>
        </p:nvSpPr>
        <p:spPr/>
        <p:txBody>
          <a:bodyPr/>
          <a:lstStyle/>
          <a:p>
            <a:r>
              <a:rPr lang="fr-FR" dirty="0"/>
              <a:t>Le type </a:t>
            </a:r>
            <a:r>
              <a:rPr lang="fr-FR" dirty="0" err="1"/>
              <a:t>boolean</a:t>
            </a:r>
            <a:r>
              <a:rPr lang="fr-FR" dirty="0"/>
              <a:t> comprend 2 littéraux, </a:t>
            </a:r>
            <a:r>
              <a:rPr lang="fr-FR" dirty="0" err="1"/>
              <a:t>true</a:t>
            </a:r>
            <a:r>
              <a:rPr lang="fr-FR" dirty="0"/>
              <a:t> et false. Ce type est souvent utilisé dans les conditions des énoncés if et des énoncés de boucles (</a:t>
            </a:r>
            <a:r>
              <a:rPr lang="fr-FR" dirty="0" err="1"/>
              <a:t>while</a:t>
            </a:r>
            <a:r>
              <a:rPr lang="fr-FR" dirty="0"/>
              <a:t>, for, do). </a:t>
            </a:r>
          </a:p>
          <a:p>
            <a:r>
              <a:rPr lang="fr-FR" dirty="0"/>
              <a:t>Il est aussi possible de formuler des expressions booléennes complexes avec les opérateurs logique </a:t>
            </a:r>
          </a:p>
        </p:txBody>
      </p:sp>
      <p:graphicFrame>
        <p:nvGraphicFramePr>
          <p:cNvPr id="4" name="Tableau 3">
            <a:extLst>
              <a:ext uri="{FF2B5EF4-FFF2-40B4-BE49-F238E27FC236}">
                <a16:creationId xmlns:a16="http://schemas.microsoft.com/office/drawing/2014/main" id="{3E6538A7-FFE5-D906-2610-3936DECF8847}"/>
              </a:ext>
            </a:extLst>
          </p:cNvPr>
          <p:cNvGraphicFramePr>
            <a:graphicFrameLocks noGrp="1"/>
          </p:cNvGraphicFramePr>
          <p:nvPr>
            <p:extLst>
              <p:ext uri="{D42A27DB-BD31-4B8C-83A1-F6EECF244321}">
                <p14:modId xmlns:p14="http://schemas.microsoft.com/office/powerpoint/2010/main" val="4181932583"/>
              </p:ext>
            </p:extLst>
          </p:nvPr>
        </p:nvGraphicFramePr>
        <p:xfrm>
          <a:off x="2032000" y="4148666"/>
          <a:ext cx="8128000" cy="148336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2970211428"/>
                    </a:ext>
                  </a:extLst>
                </a:gridCol>
                <a:gridCol w="4064000">
                  <a:extLst>
                    <a:ext uri="{9D8B030D-6E8A-4147-A177-3AD203B41FA5}">
                      <a16:colId xmlns:a16="http://schemas.microsoft.com/office/drawing/2014/main" val="3956793482"/>
                    </a:ext>
                  </a:extLst>
                </a:gridCol>
              </a:tblGrid>
              <a:tr h="370840">
                <a:tc>
                  <a:txBody>
                    <a:bodyPr/>
                    <a:lstStyle/>
                    <a:p>
                      <a:r>
                        <a:rPr lang="fr-FR" dirty="0"/>
                        <a:t>Opérateur logique</a:t>
                      </a:r>
                    </a:p>
                  </a:txBody>
                  <a:tcPr/>
                </a:tc>
                <a:tc>
                  <a:txBody>
                    <a:bodyPr/>
                    <a:lstStyle/>
                    <a:p>
                      <a:r>
                        <a:rPr lang="fr-FR" dirty="0"/>
                        <a:t>Signification</a:t>
                      </a:r>
                    </a:p>
                  </a:txBody>
                  <a:tcPr/>
                </a:tc>
                <a:extLst>
                  <a:ext uri="{0D108BD9-81ED-4DB2-BD59-A6C34878D82A}">
                    <a16:rowId xmlns:a16="http://schemas.microsoft.com/office/drawing/2014/main" val="219220985"/>
                  </a:ext>
                </a:extLst>
              </a:tr>
              <a:tr h="370840">
                <a:tc>
                  <a:txBody>
                    <a:bodyPr/>
                    <a:lstStyle/>
                    <a:p>
                      <a:r>
                        <a:rPr lang="fr-FR" dirty="0"/>
                        <a:t>&amp;</a:t>
                      </a:r>
                    </a:p>
                  </a:txBody>
                  <a:tcPr/>
                </a:tc>
                <a:tc>
                  <a:txBody>
                    <a:bodyPr/>
                    <a:lstStyle/>
                    <a:p>
                      <a:r>
                        <a:rPr lang="fr-FR" dirty="0"/>
                        <a:t>Et</a:t>
                      </a:r>
                    </a:p>
                  </a:txBody>
                  <a:tcPr/>
                </a:tc>
                <a:extLst>
                  <a:ext uri="{0D108BD9-81ED-4DB2-BD59-A6C34878D82A}">
                    <a16:rowId xmlns:a16="http://schemas.microsoft.com/office/drawing/2014/main" val="933725479"/>
                  </a:ext>
                </a:extLst>
              </a:tr>
              <a:tr h="370840">
                <a:tc>
                  <a:txBody>
                    <a:bodyPr/>
                    <a:lstStyle/>
                    <a:p>
                      <a:r>
                        <a:rPr lang="fr-FR" dirty="0"/>
                        <a:t>|</a:t>
                      </a:r>
                    </a:p>
                  </a:txBody>
                  <a:tcPr/>
                </a:tc>
                <a:tc>
                  <a:txBody>
                    <a:bodyPr/>
                    <a:lstStyle/>
                    <a:p>
                      <a:r>
                        <a:rPr lang="fr-FR" dirty="0"/>
                        <a:t>Ou</a:t>
                      </a:r>
                    </a:p>
                  </a:txBody>
                  <a:tcPr/>
                </a:tc>
                <a:extLst>
                  <a:ext uri="{0D108BD9-81ED-4DB2-BD59-A6C34878D82A}">
                    <a16:rowId xmlns:a16="http://schemas.microsoft.com/office/drawing/2014/main" val="4049801536"/>
                  </a:ext>
                </a:extLst>
              </a:tr>
              <a:tr h="370840">
                <a:tc>
                  <a:txBody>
                    <a:bodyPr/>
                    <a:lstStyle/>
                    <a:p>
                      <a:r>
                        <a:rPr lang="fr-FR" dirty="0"/>
                        <a:t>!</a:t>
                      </a:r>
                    </a:p>
                  </a:txBody>
                  <a:tcPr/>
                </a:tc>
                <a:tc>
                  <a:txBody>
                    <a:bodyPr/>
                    <a:lstStyle/>
                    <a:p>
                      <a:r>
                        <a:rPr lang="fr-FR" dirty="0"/>
                        <a:t>Négation </a:t>
                      </a:r>
                    </a:p>
                  </a:txBody>
                  <a:tcPr/>
                </a:tc>
                <a:extLst>
                  <a:ext uri="{0D108BD9-81ED-4DB2-BD59-A6C34878D82A}">
                    <a16:rowId xmlns:a16="http://schemas.microsoft.com/office/drawing/2014/main" val="3609116073"/>
                  </a:ext>
                </a:extLst>
              </a:tr>
            </a:tbl>
          </a:graphicData>
        </a:graphic>
      </p:graphicFrame>
    </p:spTree>
    <p:extLst>
      <p:ext uri="{BB962C8B-B14F-4D97-AF65-F5344CB8AC3E}">
        <p14:creationId xmlns:p14="http://schemas.microsoft.com/office/powerpoint/2010/main" val="637367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ful paper stripes">
            <a:extLst>
              <a:ext uri="{FF2B5EF4-FFF2-40B4-BE49-F238E27FC236}">
                <a16:creationId xmlns:a16="http://schemas.microsoft.com/office/drawing/2014/main" id="{EE7D3B41-D71D-B181-0779-BCAF57A2A4B4}"/>
              </a:ext>
            </a:extLst>
          </p:cNvPr>
          <p:cNvPicPr>
            <a:picLocks noChangeAspect="1"/>
          </p:cNvPicPr>
          <p:nvPr/>
        </p:nvPicPr>
        <p:blipFill>
          <a:blip r:embed="rId2"/>
          <a:srcRect l="10606" r="30128" b="-1"/>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CCC4237-1CE2-7F62-EFFC-3D4911FE45F6}"/>
              </a:ext>
            </a:extLst>
          </p:cNvPr>
          <p:cNvSpPr>
            <a:spLocks noGrp="1"/>
          </p:cNvSpPr>
          <p:nvPr>
            <p:ph type="title"/>
          </p:nvPr>
        </p:nvSpPr>
        <p:spPr>
          <a:xfrm>
            <a:off x="761801" y="328512"/>
            <a:ext cx="4778387" cy="1628970"/>
          </a:xfrm>
        </p:spPr>
        <p:txBody>
          <a:bodyPr anchor="ctr">
            <a:normAutofit/>
          </a:bodyPr>
          <a:lstStyle/>
          <a:p>
            <a:r>
              <a:rPr lang="fr-FR" sz="4000"/>
              <a:t>Documentation des classes et méthodes</a:t>
            </a:r>
          </a:p>
        </p:txBody>
      </p:sp>
      <p:sp>
        <p:nvSpPr>
          <p:cNvPr id="3" name="Espace réservé du contenu 2">
            <a:extLst>
              <a:ext uri="{FF2B5EF4-FFF2-40B4-BE49-F238E27FC236}">
                <a16:creationId xmlns:a16="http://schemas.microsoft.com/office/drawing/2014/main" id="{366323B5-4F1C-B37E-A5E5-59BD03FC897E}"/>
              </a:ext>
            </a:extLst>
          </p:cNvPr>
          <p:cNvSpPr>
            <a:spLocks noGrp="1"/>
          </p:cNvSpPr>
          <p:nvPr>
            <p:ph idx="1"/>
          </p:nvPr>
        </p:nvSpPr>
        <p:spPr>
          <a:xfrm>
            <a:off x="330200" y="2884929"/>
            <a:ext cx="5486399" cy="3374137"/>
          </a:xfrm>
        </p:spPr>
        <p:txBody>
          <a:bodyPr anchor="ctr">
            <a:normAutofit/>
          </a:bodyPr>
          <a:lstStyle/>
          <a:p>
            <a:pPr marL="0" indent="0">
              <a:buNone/>
            </a:pPr>
            <a:r>
              <a:rPr lang="fr-FR" sz="2000"/>
              <a:t>Un aspect important de la programmation Java est le fait qu’un grand nombre de classes et de méthodes sont déjà définies et mises à la disposition du programmeur. </a:t>
            </a:r>
          </a:p>
          <a:p>
            <a:pPr marL="0" indent="0">
              <a:buNone/>
            </a:pPr>
            <a:endParaRPr lang="fr-FR" sz="2000"/>
          </a:p>
          <a:p>
            <a:pPr marL="0" indent="0">
              <a:buNone/>
            </a:pPr>
            <a:r>
              <a:rPr lang="fr-FR" sz="2000">
                <a:hlinkClick r:id="rId3"/>
              </a:rPr>
              <a:t>https://docs.oracle.com/javase/8/docs/api/</a:t>
            </a:r>
            <a:r>
              <a:rPr lang="fr-FR" sz="2000"/>
              <a:t> </a:t>
            </a:r>
          </a:p>
        </p:txBody>
      </p:sp>
    </p:spTree>
    <p:extLst>
      <p:ext uri="{BB962C8B-B14F-4D97-AF65-F5344CB8AC3E}">
        <p14:creationId xmlns:p14="http://schemas.microsoft.com/office/powerpoint/2010/main" val="10207360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E609D0-A35F-85FF-95E6-9EE6BB1B70B8}"/>
              </a:ext>
            </a:extLst>
          </p:cNvPr>
          <p:cNvSpPr>
            <a:spLocks noGrp="1"/>
          </p:cNvSpPr>
          <p:nvPr>
            <p:ph type="title"/>
          </p:nvPr>
        </p:nvSpPr>
        <p:spPr>
          <a:xfrm>
            <a:off x="79131" y="0"/>
            <a:ext cx="10515600" cy="373429"/>
          </a:xfrm>
        </p:spPr>
        <p:txBody>
          <a:bodyPr>
            <a:normAutofit fontScale="90000"/>
          </a:bodyPr>
          <a:lstStyle/>
          <a:p>
            <a:r>
              <a:rPr lang="fr-FR" dirty="0"/>
              <a:t>Sommaire des opérations et priorité </a:t>
            </a:r>
          </a:p>
        </p:txBody>
      </p:sp>
      <p:graphicFrame>
        <p:nvGraphicFramePr>
          <p:cNvPr id="4" name="Tableau 3">
            <a:extLst>
              <a:ext uri="{FF2B5EF4-FFF2-40B4-BE49-F238E27FC236}">
                <a16:creationId xmlns:a16="http://schemas.microsoft.com/office/drawing/2014/main" id="{57A50408-5EC1-C865-0115-AE3D8CFFDEC1}"/>
              </a:ext>
            </a:extLst>
          </p:cNvPr>
          <p:cNvGraphicFramePr>
            <a:graphicFrameLocks noGrp="1"/>
          </p:cNvGraphicFramePr>
          <p:nvPr>
            <p:extLst>
              <p:ext uri="{D42A27DB-BD31-4B8C-83A1-F6EECF244321}">
                <p14:modId xmlns:p14="http://schemas.microsoft.com/office/powerpoint/2010/main" val="673637350"/>
              </p:ext>
            </p:extLst>
          </p:nvPr>
        </p:nvGraphicFramePr>
        <p:xfrm>
          <a:off x="79131" y="382873"/>
          <a:ext cx="5133731" cy="7045960"/>
        </p:xfrm>
        <a:graphic>
          <a:graphicData uri="http://schemas.openxmlformats.org/drawingml/2006/table">
            <a:tbl>
              <a:tblPr firstRow="1" bandRow="1">
                <a:tableStyleId>{5C22544A-7EE6-4342-B048-85BDC9FD1C3A}</a:tableStyleId>
              </a:tblPr>
              <a:tblGrid>
                <a:gridCol w="1511300">
                  <a:extLst>
                    <a:ext uri="{9D8B030D-6E8A-4147-A177-3AD203B41FA5}">
                      <a16:colId xmlns:a16="http://schemas.microsoft.com/office/drawing/2014/main" val="2152443218"/>
                    </a:ext>
                  </a:extLst>
                </a:gridCol>
                <a:gridCol w="3622431">
                  <a:extLst>
                    <a:ext uri="{9D8B030D-6E8A-4147-A177-3AD203B41FA5}">
                      <a16:colId xmlns:a16="http://schemas.microsoft.com/office/drawing/2014/main" val="915938547"/>
                    </a:ext>
                  </a:extLst>
                </a:gridCol>
              </a:tblGrid>
              <a:tr h="370840">
                <a:tc>
                  <a:txBody>
                    <a:bodyPr/>
                    <a:lstStyle/>
                    <a:p>
                      <a:r>
                        <a:rPr lang="fr-FR" dirty="0"/>
                        <a:t>Opérateur</a:t>
                      </a:r>
                    </a:p>
                  </a:txBody>
                  <a:tcPr/>
                </a:tc>
                <a:tc>
                  <a:txBody>
                    <a:bodyPr/>
                    <a:lstStyle/>
                    <a:p>
                      <a:endParaRPr lang="fr-FR" dirty="0"/>
                    </a:p>
                  </a:txBody>
                  <a:tcPr/>
                </a:tc>
                <a:extLst>
                  <a:ext uri="{0D108BD9-81ED-4DB2-BD59-A6C34878D82A}">
                    <a16:rowId xmlns:a16="http://schemas.microsoft.com/office/drawing/2014/main" val="1699766847"/>
                  </a:ext>
                </a:extLst>
              </a:tr>
              <a:tr h="370840">
                <a:tc>
                  <a:txBody>
                    <a:bodyPr/>
                    <a:lstStyle/>
                    <a:p>
                      <a:r>
                        <a:rPr lang="fr-FR" dirty="0"/>
                        <a:t>++</a:t>
                      </a:r>
                    </a:p>
                  </a:txBody>
                  <a:tcPr/>
                </a:tc>
                <a:tc>
                  <a:txBody>
                    <a:bodyPr/>
                    <a:lstStyle/>
                    <a:p>
                      <a:r>
                        <a:rPr lang="fr-FR" dirty="0"/>
                        <a:t>Post incrémentation</a:t>
                      </a:r>
                    </a:p>
                  </a:txBody>
                  <a:tcPr/>
                </a:tc>
                <a:extLst>
                  <a:ext uri="{0D108BD9-81ED-4DB2-BD59-A6C34878D82A}">
                    <a16:rowId xmlns:a16="http://schemas.microsoft.com/office/drawing/2014/main" val="1366451976"/>
                  </a:ext>
                </a:extLst>
              </a:tr>
              <a:tr h="370840">
                <a:tc>
                  <a:txBody>
                    <a:bodyPr/>
                    <a:lstStyle/>
                    <a:p>
                      <a:r>
                        <a:rPr lang="fr-FR" dirty="0"/>
                        <a:t>--</a:t>
                      </a:r>
                    </a:p>
                  </a:txBody>
                  <a:tcPr/>
                </a:tc>
                <a:tc>
                  <a:txBody>
                    <a:bodyPr/>
                    <a:lstStyle/>
                    <a:p>
                      <a:r>
                        <a:rPr lang="fr-FR" dirty="0"/>
                        <a:t>Post-décrémentation</a:t>
                      </a:r>
                    </a:p>
                  </a:txBody>
                  <a:tcPr/>
                </a:tc>
                <a:extLst>
                  <a:ext uri="{0D108BD9-81ED-4DB2-BD59-A6C34878D82A}">
                    <a16:rowId xmlns:a16="http://schemas.microsoft.com/office/drawing/2014/main" val="2474273215"/>
                  </a:ext>
                </a:extLst>
              </a:tr>
              <a:tr h="370840">
                <a:tc>
                  <a:txBody>
                    <a:bodyPr/>
                    <a:lstStyle/>
                    <a:p>
                      <a:r>
                        <a:rPr lang="fr-FR" dirty="0"/>
                        <a:t>++</a:t>
                      </a:r>
                    </a:p>
                  </a:txBody>
                  <a:tcPr/>
                </a:tc>
                <a:tc>
                  <a:txBody>
                    <a:bodyPr/>
                    <a:lstStyle/>
                    <a:p>
                      <a:r>
                        <a:rPr lang="fr-FR" dirty="0"/>
                        <a:t>Pré-incrémentation</a:t>
                      </a:r>
                    </a:p>
                  </a:txBody>
                  <a:tcPr/>
                </a:tc>
                <a:extLst>
                  <a:ext uri="{0D108BD9-81ED-4DB2-BD59-A6C34878D82A}">
                    <a16:rowId xmlns:a16="http://schemas.microsoft.com/office/drawing/2014/main" val="3062928519"/>
                  </a:ext>
                </a:extLst>
              </a:tr>
              <a:tr h="370840">
                <a:tc>
                  <a:txBody>
                    <a:bodyPr/>
                    <a:lstStyle/>
                    <a:p>
                      <a:r>
                        <a:rPr lang="fr-FR" dirty="0"/>
                        <a:t>--</a:t>
                      </a:r>
                    </a:p>
                  </a:txBody>
                  <a:tcPr/>
                </a:tc>
                <a:tc>
                  <a:txBody>
                    <a:bodyPr/>
                    <a:lstStyle/>
                    <a:p>
                      <a:r>
                        <a:rPr lang="fr-FR" dirty="0"/>
                        <a:t>Pré-décrémentation</a:t>
                      </a:r>
                    </a:p>
                  </a:txBody>
                  <a:tcPr/>
                </a:tc>
                <a:extLst>
                  <a:ext uri="{0D108BD9-81ED-4DB2-BD59-A6C34878D82A}">
                    <a16:rowId xmlns:a16="http://schemas.microsoft.com/office/drawing/2014/main" val="1180348059"/>
                  </a:ext>
                </a:extLst>
              </a:tr>
              <a:tr h="370840">
                <a:tc>
                  <a:txBody>
                    <a:bodyPr/>
                    <a:lstStyle/>
                    <a:p>
                      <a:r>
                        <a:rPr lang="fr-FR" dirty="0"/>
                        <a:t>+</a:t>
                      </a:r>
                    </a:p>
                  </a:txBody>
                  <a:tcPr/>
                </a:tc>
                <a:tc>
                  <a:txBody>
                    <a:bodyPr/>
                    <a:lstStyle/>
                    <a:p>
                      <a:r>
                        <a:rPr lang="fr-FR" dirty="0"/>
                        <a:t>+ unaire</a:t>
                      </a:r>
                    </a:p>
                  </a:txBody>
                  <a:tcPr/>
                </a:tc>
                <a:extLst>
                  <a:ext uri="{0D108BD9-81ED-4DB2-BD59-A6C34878D82A}">
                    <a16:rowId xmlns:a16="http://schemas.microsoft.com/office/drawing/2014/main" val="2130093738"/>
                  </a:ext>
                </a:extLst>
              </a:tr>
              <a:tr h="370840">
                <a:tc>
                  <a:txBody>
                    <a:bodyPr/>
                    <a:lstStyle/>
                    <a:p>
                      <a:r>
                        <a:rPr lang="fr-FR" dirty="0"/>
                        <a:t>-</a:t>
                      </a:r>
                    </a:p>
                  </a:txBody>
                  <a:tcPr/>
                </a:tc>
                <a:tc>
                  <a:txBody>
                    <a:bodyPr/>
                    <a:lstStyle/>
                    <a:p>
                      <a:pPr marL="0" indent="0">
                        <a:buFontTx/>
                        <a:buNone/>
                      </a:pPr>
                      <a:r>
                        <a:rPr lang="fr-FR" dirty="0"/>
                        <a:t>-unaire</a:t>
                      </a:r>
                    </a:p>
                  </a:txBody>
                  <a:tcPr/>
                </a:tc>
                <a:extLst>
                  <a:ext uri="{0D108BD9-81ED-4DB2-BD59-A6C34878D82A}">
                    <a16:rowId xmlns:a16="http://schemas.microsoft.com/office/drawing/2014/main" val="3823997125"/>
                  </a:ext>
                </a:extLst>
              </a:tr>
              <a:tr h="370840">
                <a:tc>
                  <a:txBody>
                    <a:bodyPr/>
                    <a:lstStyle/>
                    <a:p>
                      <a:r>
                        <a:rPr lang="fr-FR" dirty="0"/>
                        <a:t>!</a:t>
                      </a:r>
                    </a:p>
                  </a:txBody>
                  <a:tcPr/>
                </a:tc>
                <a:tc>
                  <a:txBody>
                    <a:bodyPr/>
                    <a:lstStyle/>
                    <a:p>
                      <a:r>
                        <a:rPr lang="fr-FR" dirty="0"/>
                        <a:t>Négation logique</a:t>
                      </a:r>
                    </a:p>
                  </a:txBody>
                  <a:tcPr/>
                </a:tc>
                <a:extLst>
                  <a:ext uri="{0D108BD9-81ED-4DB2-BD59-A6C34878D82A}">
                    <a16:rowId xmlns:a16="http://schemas.microsoft.com/office/drawing/2014/main" val="4214182843"/>
                  </a:ext>
                </a:extLst>
              </a:tr>
              <a:tr h="370840">
                <a:tc>
                  <a:txBody>
                    <a:bodyPr/>
                    <a:lstStyle/>
                    <a:p>
                      <a:r>
                        <a:rPr lang="fr-FR" dirty="0"/>
                        <a:t>~</a:t>
                      </a:r>
                    </a:p>
                  </a:txBody>
                  <a:tcPr/>
                </a:tc>
                <a:tc>
                  <a:txBody>
                    <a:bodyPr/>
                    <a:lstStyle/>
                    <a:p>
                      <a:r>
                        <a:rPr lang="fr-FR" dirty="0"/>
                        <a:t>Complément (niveau bit)</a:t>
                      </a:r>
                    </a:p>
                  </a:txBody>
                  <a:tcPr/>
                </a:tc>
                <a:extLst>
                  <a:ext uri="{0D108BD9-81ED-4DB2-BD59-A6C34878D82A}">
                    <a16:rowId xmlns:a16="http://schemas.microsoft.com/office/drawing/2014/main" val="3401145300"/>
                  </a:ext>
                </a:extLst>
              </a:tr>
              <a:tr h="370840">
                <a:tc>
                  <a:txBody>
                    <a:bodyPr/>
                    <a:lstStyle/>
                    <a:p>
                      <a:r>
                        <a:rPr lang="fr-FR" dirty="0"/>
                        <a:t>(type)</a:t>
                      </a:r>
                    </a:p>
                  </a:txBody>
                  <a:tcPr/>
                </a:tc>
                <a:tc>
                  <a:txBody>
                    <a:bodyPr/>
                    <a:lstStyle/>
                    <a:p>
                      <a:r>
                        <a:rPr lang="fr-FR" dirty="0"/>
                        <a:t>Conversion de type</a:t>
                      </a:r>
                    </a:p>
                  </a:txBody>
                  <a:tcPr/>
                </a:tc>
                <a:extLst>
                  <a:ext uri="{0D108BD9-81ED-4DB2-BD59-A6C34878D82A}">
                    <a16:rowId xmlns:a16="http://schemas.microsoft.com/office/drawing/2014/main" val="2092500324"/>
                  </a:ext>
                </a:extLst>
              </a:tr>
              <a:tr h="370840">
                <a:tc>
                  <a:txBody>
                    <a:bodyPr/>
                    <a:lstStyle/>
                    <a:p>
                      <a:r>
                        <a:rPr lang="fr-FR" dirty="0"/>
                        <a:t>*</a:t>
                      </a:r>
                    </a:p>
                  </a:txBody>
                  <a:tcPr/>
                </a:tc>
                <a:tc>
                  <a:txBody>
                    <a:bodyPr/>
                    <a:lstStyle/>
                    <a:p>
                      <a:r>
                        <a:rPr lang="fr-FR" dirty="0"/>
                        <a:t>Multiplication binaire</a:t>
                      </a:r>
                    </a:p>
                  </a:txBody>
                  <a:tcPr/>
                </a:tc>
                <a:extLst>
                  <a:ext uri="{0D108BD9-81ED-4DB2-BD59-A6C34878D82A}">
                    <a16:rowId xmlns:a16="http://schemas.microsoft.com/office/drawing/2014/main" val="1694888704"/>
                  </a:ext>
                </a:extLst>
              </a:tr>
              <a:tr h="370840">
                <a:tc>
                  <a:txBody>
                    <a:bodyPr/>
                    <a:lstStyle/>
                    <a:p>
                      <a:r>
                        <a:rPr lang="fr-FR" dirty="0"/>
                        <a:t>/</a:t>
                      </a:r>
                    </a:p>
                  </a:txBody>
                  <a:tcPr/>
                </a:tc>
                <a:tc>
                  <a:txBody>
                    <a:bodyPr/>
                    <a:lstStyle/>
                    <a:p>
                      <a:r>
                        <a:rPr lang="fr-FR" dirty="0"/>
                        <a:t>Division</a:t>
                      </a:r>
                    </a:p>
                  </a:txBody>
                  <a:tcPr/>
                </a:tc>
                <a:extLst>
                  <a:ext uri="{0D108BD9-81ED-4DB2-BD59-A6C34878D82A}">
                    <a16:rowId xmlns:a16="http://schemas.microsoft.com/office/drawing/2014/main" val="1712818788"/>
                  </a:ext>
                </a:extLst>
              </a:tr>
              <a:tr h="370840">
                <a:tc>
                  <a:txBody>
                    <a:bodyPr/>
                    <a:lstStyle/>
                    <a:p>
                      <a:r>
                        <a:rPr lang="fr-FR" dirty="0"/>
                        <a:t>%</a:t>
                      </a:r>
                    </a:p>
                  </a:txBody>
                  <a:tcPr/>
                </a:tc>
                <a:tc>
                  <a:txBody>
                    <a:bodyPr/>
                    <a:lstStyle/>
                    <a:p>
                      <a:r>
                        <a:rPr lang="fr-FR" dirty="0"/>
                        <a:t>Reste après la division</a:t>
                      </a:r>
                    </a:p>
                  </a:txBody>
                  <a:tcPr/>
                </a:tc>
                <a:extLst>
                  <a:ext uri="{0D108BD9-81ED-4DB2-BD59-A6C34878D82A}">
                    <a16:rowId xmlns:a16="http://schemas.microsoft.com/office/drawing/2014/main" val="3048563615"/>
                  </a:ext>
                </a:extLst>
              </a:tr>
              <a:tr h="370840">
                <a:tc>
                  <a:txBody>
                    <a:bodyPr/>
                    <a:lstStyle/>
                    <a:p>
                      <a:r>
                        <a:rPr lang="fr-FR" dirty="0"/>
                        <a:t>= </a:t>
                      </a:r>
                    </a:p>
                  </a:txBody>
                  <a:tcPr/>
                </a:tc>
                <a:tc>
                  <a:txBody>
                    <a:bodyPr/>
                    <a:lstStyle/>
                    <a:p>
                      <a:r>
                        <a:rPr lang="fr-FR" dirty="0"/>
                        <a:t>Affectation</a:t>
                      </a:r>
                    </a:p>
                  </a:txBody>
                  <a:tcPr/>
                </a:tc>
                <a:extLst>
                  <a:ext uri="{0D108BD9-81ED-4DB2-BD59-A6C34878D82A}">
                    <a16:rowId xmlns:a16="http://schemas.microsoft.com/office/drawing/2014/main" val="2800127163"/>
                  </a:ext>
                </a:extLst>
              </a:tr>
              <a:tr h="370840">
                <a:tc>
                  <a:txBody>
                    <a:bodyPr/>
                    <a:lstStyle/>
                    <a:p>
                      <a:r>
                        <a:rPr lang="fr-FR" dirty="0"/>
                        <a:t>+=</a:t>
                      </a:r>
                    </a:p>
                  </a:txBody>
                  <a:tcPr/>
                </a:tc>
                <a:tc>
                  <a:txBody>
                    <a:bodyPr/>
                    <a:lstStyle/>
                    <a:p>
                      <a:r>
                        <a:rPr lang="fr-FR" dirty="0" err="1"/>
                        <a:t>Auto-addition</a:t>
                      </a:r>
                      <a:endParaRPr lang="fr-FR" dirty="0"/>
                    </a:p>
                  </a:txBody>
                  <a:tcPr/>
                </a:tc>
                <a:extLst>
                  <a:ext uri="{0D108BD9-81ED-4DB2-BD59-A6C34878D82A}">
                    <a16:rowId xmlns:a16="http://schemas.microsoft.com/office/drawing/2014/main" val="3290760375"/>
                  </a:ext>
                </a:extLst>
              </a:tr>
              <a:tr h="370840">
                <a:tc>
                  <a:txBody>
                    <a:bodyPr/>
                    <a:lstStyle/>
                    <a:p>
                      <a:r>
                        <a:rPr lang="fr-FR" dirty="0"/>
                        <a:t>-=</a:t>
                      </a:r>
                    </a:p>
                  </a:txBody>
                  <a:tcPr/>
                </a:tc>
                <a:tc>
                  <a:txBody>
                    <a:bodyPr/>
                    <a:lstStyle/>
                    <a:p>
                      <a:r>
                        <a:rPr lang="fr-FR" dirty="0"/>
                        <a:t>Auto-soustraction</a:t>
                      </a:r>
                    </a:p>
                  </a:txBody>
                  <a:tcPr/>
                </a:tc>
                <a:extLst>
                  <a:ext uri="{0D108BD9-81ED-4DB2-BD59-A6C34878D82A}">
                    <a16:rowId xmlns:a16="http://schemas.microsoft.com/office/drawing/2014/main" val="2396976828"/>
                  </a:ext>
                </a:extLst>
              </a:tr>
              <a:tr h="370840">
                <a:tc>
                  <a:txBody>
                    <a:bodyPr/>
                    <a:lstStyle/>
                    <a:p>
                      <a:r>
                        <a:rPr lang="fr-FR" dirty="0"/>
                        <a:t>/=</a:t>
                      </a:r>
                    </a:p>
                  </a:txBody>
                  <a:tcPr/>
                </a:tc>
                <a:tc>
                  <a:txBody>
                    <a:bodyPr/>
                    <a:lstStyle/>
                    <a:p>
                      <a:r>
                        <a:rPr lang="fr-FR" dirty="0" err="1"/>
                        <a:t>Auto-Division</a:t>
                      </a:r>
                      <a:endParaRPr lang="fr-FR" dirty="0"/>
                    </a:p>
                  </a:txBody>
                  <a:tcPr/>
                </a:tc>
                <a:extLst>
                  <a:ext uri="{0D108BD9-81ED-4DB2-BD59-A6C34878D82A}">
                    <a16:rowId xmlns:a16="http://schemas.microsoft.com/office/drawing/2014/main" val="1551626197"/>
                  </a:ext>
                </a:extLst>
              </a:tr>
              <a:tr h="370840">
                <a:tc>
                  <a:txBody>
                    <a:bodyPr/>
                    <a:lstStyle/>
                    <a:p>
                      <a:r>
                        <a:rPr lang="fr-FR" dirty="0"/>
                        <a:t>&lt;&lt;=</a:t>
                      </a:r>
                    </a:p>
                  </a:txBody>
                  <a:tcPr/>
                </a:tc>
                <a:tc>
                  <a:txBody>
                    <a:bodyPr/>
                    <a:lstStyle/>
                    <a:p>
                      <a:r>
                        <a:rPr lang="fr-FR" dirty="0"/>
                        <a:t>Auto-décalage à gauche niveau bit</a:t>
                      </a:r>
                    </a:p>
                  </a:txBody>
                  <a:tcPr/>
                </a:tc>
                <a:extLst>
                  <a:ext uri="{0D108BD9-81ED-4DB2-BD59-A6C34878D82A}">
                    <a16:rowId xmlns:a16="http://schemas.microsoft.com/office/drawing/2014/main" val="2345438201"/>
                  </a:ext>
                </a:extLst>
              </a:tr>
              <a:tr h="370840">
                <a:tc>
                  <a:txBody>
                    <a:bodyPr/>
                    <a:lstStyle/>
                    <a:p>
                      <a:r>
                        <a:rPr lang="fr-FR" dirty="0"/>
                        <a:t>&gt;&gt;=</a:t>
                      </a:r>
                    </a:p>
                  </a:txBody>
                  <a:tcPr/>
                </a:tc>
                <a:tc>
                  <a:txBody>
                    <a:bodyPr/>
                    <a:lstStyle/>
                    <a:p>
                      <a:r>
                        <a:rPr lang="fr-FR" dirty="0"/>
                        <a:t>Auto-décalage à droite (niveau bit)</a:t>
                      </a:r>
                    </a:p>
                  </a:txBody>
                  <a:tcPr/>
                </a:tc>
                <a:extLst>
                  <a:ext uri="{0D108BD9-81ED-4DB2-BD59-A6C34878D82A}">
                    <a16:rowId xmlns:a16="http://schemas.microsoft.com/office/drawing/2014/main" val="3996264551"/>
                  </a:ext>
                </a:extLst>
              </a:tr>
            </a:tbl>
          </a:graphicData>
        </a:graphic>
      </p:graphicFrame>
      <p:graphicFrame>
        <p:nvGraphicFramePr>
          <p:cNvPr id="5" name="Tableau 4">
            <a:extLst>
              <a:ext uri="{FF2B5EF4-FFF2-40B4-BE49-F238E27FC236}">
                <a16:creationId xmlns:a16="http://schemas.microsoft.com/office/drawing/2014/main" id="{1D52E8B6-AC33-1309-B84B-771DB77D8189}"/>
              </a:ext>
            </a:extLst>
          </p:cNvPr>
          <p:cNvGraphicFramePr>
            <a:graphicFrameLocks noGrp="1"/>
          </p:cNvGraphicFramePr>
          <p:nvPr>
            <p:extLst>
              <p:ext uri="{D42A27DB-BD31-4B8C-83A1-F6EECF244321}">
                <p14:modId xmlns:p14="http://schemas.microsoft.com/office/powerpoint/2010/main" val="3514732554"/>
              </p:ext>
            </p:extLst>
          </p:nvPr>
        </p:nvGraphicFramePr>
        <p:xfrm>
          <a:off x="5336931" y="373429"/>
          <a:ext cx="5892800" cy="6976800"/>
        </p:xfrm>
        <a:graphic>
          <a:graphicData uri="http://schemas.openxmlformats.org/drawingml/2006/table">
            <a:tbl>
              <a:tblPr firstRow="1" bandRow="1">
                <a:tableStyleId>{5C22544A-7EE6-4342-B048-85BDC9FD1C3A}</a:tableStyleId>
              </a:tblPr>
              <a:tblGrid>
                <a:gridCol w="1444869">
                  <a:extLst>
                    <a:ext uri="{9D8B030D-6E8A-4147-A177-3AD203B41FA5}">
                      <a16:colId xmlns:a16="http://schemas.microsoft.com/office/drawing/2014/main" val="697350425"/>
                    </a:ext>
                  </a:extLst>
                </a:gridCol>
                <a:gridCol w="4447931">
                  <a:extLst>
                    <a:ext uri="{9D8B030D-6E8A-4147-A177-3AD203B41FA5}">
                      <a16:colId xmlns:a16="http://schemas.microsoft.com/office/drawing/2014/main" val="415287182"/>
                    </a:ext>
                  </a:extLst>
                </a:gridCol>
              </a:tblGrid>
              <a:tr h="367200">
                <a:tc>
                  <a:txBody>
                    <a:bodyPr/>
                    <a:lstStyle/>
                    <a:p>
                      <a:r>
                        <a:rPr lang="fr-FR" dirty="0"/>
                        <a:t>Opérateur</a:t>
                      </a:r>
                    </a:p>
                  </a:txBody>
                  <a:tcPr/>
                </a:tc>
                <a:tc>
                  <a:txBody>
                    <a:bodyPr/>
                    <a:lstStyle/>
                    <a:p>
                      <a:endParaRPr lang="fr-FR" dirty="0"/>
                    </a:p>
                  </a:txBody>
                  <a:tcPr/>
                </a:tc>
                <a:extLst>
                  <a:ext uri="{0D108BD9-81ED-4DB2-BD59-A6C34878D82A}">
                    <a16:rowId xmlns:a16="http://schemas.microsoft.com/office/drawing/2014/main" val="3277659629"/>
                  </a:ext>
                </a:extLst>
              </a:tr>
              <a:tr h="367200">
                <a:tc>
                  <a:txBody>
                    <a:bodyPr/>
                    <a:lstStyle/>
                    <a:p>
                      <a:r>
                        <a:rPr lang="fr-FR" dirty="0"/>
                        <a:t>&gt;&gt;&gt;</a:t>
                      </a:r>
                    </a:p>
                  </a:txBody>
                  <a:tcPr/>
                </a:tc>
                <a:tc>
                  <a:txBody>
                    <a:bodyPr/>
                    <a:lstStyle/>
                    <a:p>
                      <a:r>
                        <a:rPr lang="fr-FR" dirty="0"/>
                        <a:t>Décalage à droite sans signe (niveau bit)</a:t>
                      </a:r>
                    </a:p>
                  </a:txBody>
                  <a:tcPr/>
                </a:tc>
                <a:extLst>
                  <a:ext uri="{0D108BD9-81ED-4DB2-BD59-A6C34878D82A}">
                    <a16:rowId xmlns:a16="http://schemas.microsoft.com/office/drawing/2014/main" val="4100585506"/>
                  </a:ext>
                </a:extLst>
              </a:tr>
              <a:tr h="367200">
                <a:tc>
                  <a:txBody>
                    <a:bodyPr/>
                    <a:lstStyle/>
                    <a:p>
                      <a:r>
                        <a:rPr lang="fr-FR" dirty="0"/>
                        <a:t>&lt;</a:t>
                      </a:r>
                    </a:p>
                  </a:txBody>
                  <a:tcPr/>
                </a:tc>
                <a:tc>
                  <a:txBody>
                    <a:bodyPr/>
                    <a:lstStyle/>
                    <a:p>
                      <a:r>
                        <a:rPr lang="fr-FR" dirty="0"/>
                        <a:t>Plus petit que</a:t>
                      </a:r>
                    </a:p>
                  </a:txBody>
                  <a:tcPr/>
                </a:tc>
                <a:extLst>
                  <a:ext uri="{0D108BD9-81ED-4DB2-BD59-A6C34878D82A}">
                    <a16:rowId xmlns:a16="http://schemas.microsoft.com/office/drawing/2014/main" val="756332261"/>
                  </a:ext>
                </a:extLst>
              </a:tr>
              <a:tr h="367200">
                <a:tc>
                  <a:txBody>
                    <a:bodyPr/>
                    <a:lstStyle/>
                    <a:p>
                      <a:r>
                        <a:rPr lang="fr-FR" dirty="0"/>
                        <a:t>&gt;</a:t>
                      </a:r>
                    </a:p>
                  </a:txBody>
                  <a:tcPr/>
                </a:tc>
                <a:tc>
                  <a:txBody>
                    <a:bodyPr/>
                    <a:lstStyle/>
                    <a:p>
                      <a:r>
                        <a:rPr lang="fr-FR" dirty="0"/>
                        <a:t>Plus grand que</a:t>
                      </a:r>
                    </a:p>
                  </a:txBody>
                  <a:tcPr/>
                </a:tc>
                <a:extLst>
                  <a:ext uri="{0D108BD9-81ED-4DB2-BD59-A6C34878D82A}">
                    <a16:rowId xmlns:a16="http://schemas.microsoft.com/office/drawing/2014/main" val="1759228489"/>
                  </a:ext>
                </a:extLst>
              </a:tr>
              <a:tr h="367200">
                <a:tc>
                  <a:txBody>
                    <a:bodyPr/>
                    <a:lstStyle/>
                    <a:p>
                      <a:r>
                        <a:rPr lang="fr-FR" dirty="0"/>
                        <a:t>&lt;=</a:t>
                      </a:r>
                    </a:p>
                  </a:txBody>
                  <a:tcPr/>
                </a:tc>
                <a:tc>
                  <a:txBody>
                    <a:bodyPr/>
                    <a:lstStyle/>
                    <a:p>
                      <a:r>
                        <a:rPr lang="fr-FR" dirty="0"/>
                        <a:t>Plus petit ou égal à</a:t>
                      </a:r>
                    </a:p>
                  </a:txBody>
                  <a:tcPr/>
                </a:tc>
                <a:extLst>
                  <a:ext uri="{0D108BD9-81ED-4DB2-BD59-A6C34878D82A}">
                    <a16:rowId xmlns:a16="http://schemas.microsoft.com/office/drawing/2014/main" val="2664194046"/>
                  </a:ext>
                </a:extLst>
              </a:tr>
              <a:tr h="367200">
                <a:tc>
                  <a:txBody>
                    <a:bodyPr/>
                    <a:lstStyle/>
                    <a:p>
                      <a:r>
                        <a:rPr lang="fr-FR" dirty="0"/>
                        <a:t>&gt;=</a:t>
                      </a:r>
                    </a:p>
                  </a:txBody>
                  <a:tcPr/>
                </a:tc>
                <a:tc>
                  <a:txBody>
                    <a:bodyPr/>
                    <a:lstStyle/>
                    <a:p>
                      <a:r>
                        <a:rPr lang="fr-FR" dirty="0"/>
                        <a:t>Plus grand ou égal à</a:t>
                      </a:r>
                    </a:p>
                  </a:txBody>
                  <a:tcPr/>
                </a:tc>
                <a:extLst>
                  <a:ext uri="{0D108BD9-81ED-4DB2-BD59-A6C34878D82A}">
                    <a16:rowId xmlns:a16="http://schemas.microsoft.com/office/drawing/2014/main" val="203265672"/>
                  </a:ext>
                </a:extLst>
              </a:tr>
              <a:tr h="367200">
                <a:tc>
                  <a:txBody>
                    <a:bodyPr/>
                    <a:lstStyle/>
                    <a:p>
                      <a:r>
                        <a:rPr lang="fr-FR" dirty="0" err="1"/>
                        <a:t>Instanceof</a:t>
                      </a:r>
                      <a:endParaRPr lang="fr-FR" dirty="0"/>
                    </a:p>
                  </a:txBody>
                  <a:tcPr/>
                </a:tc>
                <a:tc>
                  <a:txBody>
                    <a:bodyPr/>
                    <a:lstStyle/>
                    <a:p>
                      <a:r>
                        <a:rPr lang="fr-FR" dirty="0"/>
                        <a:t>Est une instance de</a:t>
                      </a:r>
                    </a:p>
                  </a:txBody>
                  <a:tcPr/>
                </a:tc>
                <a:extLst>
                  <a:ext uri="{0D108BD9-81ED-4DB2-BD59-A6C34878D82A}">
                    <a16:rowId xmlns:a16="http://schemas.microsoft.com/office/drawing/2014/main" val="999473607"/>
                  </a:ext>
                </a:extLst>
              </a:tr>
              <a:tr h="367200">
                <a:tc>
                  <a:txBody>
                    <a:bodyPr/>
                    <a:lstStyle/>
                    <a:p>
                      <a:r>
                        <a:rPr lang="fr-FR" dirty="0"/>
                        <a:t>==</a:t>
                      </a:r>
                    </a:p>
                  </a:txBody>
                  <a:tcPr/>
                </a:tc>
                <a:tc>
                  <a:txBody>
                    <a:bodyPr/>
                    <a:lstStyle/>
                    <a:p>
                      <a:r>
                        <a:rPr lang="fr-FR" dirty="0"/>
                        <a:t>Est égal à</a:t>
                      </a:r>
                    </a:p>
                  </a:txBody>
                  <a:tcPr/>
                </a:tc>
                <a:extLst>
                  <a:ext uri="{0D108BD9-81ED-4DB2-BD59-A6C34878D82A}">
                    <a16:rowId xmlns:a16="http://schemas.microsoft.com/office/drawing/2014/main" val="2669231125"/>
                  </a:ext>
                </a:extLst>
              </a:tr>
              <a:tr h="367200">
                <a:tc>
                  <a:txBody>
                    <a:bodyPr/>
                    <a:lstStyle/>
                    <a:p>
                      <a:r>
                        <a:rPr lang="fr-FR" dirty="0"/>
                        <a:t>!=</a:t>
                      </a:r>
                    </a:p>
                  </a:txBody>
                  <a:tcPr/>
                </a:tc>
                <a:tc>
                  <a:txBody>
                    <a:bodyPr/>
                    <a:lstStyle/>
                    <a:p>
                      <a:r>
                        <a:rPr lang="fr-FR" dirty="0"/>
                        <a:t>Est différent de</a:t>
                      </a:r>
                    </a:p>
                  </a:txBody>
                  <a:tcPr/>
                </a:tc>
                <a:extLst>
                  <a:ext uri="{0D108BD9-81ED-4DB2-BD59-A6C34878D82A}">
                    <a16:rowId xmlns:a16="http://schemas.microsoft.com/office/drawing/2014/main" val="3583316080"/>
                  </a:ext>
                </a:extLst>
              </a:tr>
              <a:tr h="367200">
                <a:tc>
                  <a:txBody>
                    <a:bodyPr/>
                    <a:lstStyle/>
                    <a:p>
                      <a:r>
                        <a:rPr lang="fr-FR" dirty="0"/>
                        <a:t>&amp;</a:t>
                      </a:r>
                    </a:p>
                  </a:txBody>
                  <a:tcPr/>
                </a:tc>
                <a:tc>
                  <a:txBody>
                    <a:bodyPr/>
                    <a:lstStyle/>
                    <a:p>
                      <a:r>
                        <a:rPr lang="fr-FR" dirty="0"/>
                        <a:t>Et (Niveau bit/ logique)</a:t>
                      </a:r>
                    </a:p>
                  </a:txBody>
                  <a:tcPr/>
                </a:tc>
                <a:extLst>
                  <a:ext uri="{0D108BD9-81ED-4DB2-BD59-A6C34878D82A}">
                    <a16:rowId xmlns:a16="http://schemas.microsoft.com/office/drawing/2014/main" val="2226166496"/>
                  </a:ext>
                </a:extLst>
              </a:tr>
              <a:tr h="367200">
                <a:tc>
                  <a:txBody>
                    <a:bodyPr/>
                    <a:lstStyle/>
                    <a:p>
                      <a:r>
                        <a:rPr lang="fr-FR" dirty="0"/>
                        <a:t>^</a:t>
                      </a:r>
                    </a:p>
                  </a:txBody>
                  <a:tcPr/>
                </a:tc>
                <a:tc>
                  <a:txBody>
                    <a:bodyPr/>
                    <a:lstStyle/>
                    <a:p>
                      <a:r>
                        <a:rPr lang="fr-FR" dirty="0"/>
                        <a:t>Ou exclusif (niveau bit/logique)</a:t>
                      </a:r>
                    </a:p>
                  </a:txBody>
                  <a:tcPr/>
                </a:tc>
                <a:extLst>
                  <a:ext uri="{0D108BD9-81ED-4DB2-BD59-A6C34878D82A}">
                    <a16:rowId xmlns:a16="http://schemas.microsoft.com/office/drawing/2014/main" val="2509157982"/>
                  </a:ext>
                </a:extLst>
              </a:tr>
              <a:tr h="367200">
                <a:tc>
                  <a:txBody>
                    <a:bodyPr/>
                    <a:lstStyle/>
                    <a:p>
                      <a:r>
                        <a:rPr lang="fr-FR" dirty="0"/>
                        <a:t>|</a:t>
                      </a:r>
                    </a:p>
                  </a:txBody>
                  <a:tcPr/>
                </a:tc>
                <a:tc>
                  <a:txBody>
                    <a:bodyPr/>
                    <a:lstStyle/>
                    <a:p>
                      <a:r>
                        <a:rPr lang="fr-FR" dirty="0"/>
                        <a:t>Ou inclusif (niveau bit/logique)</a:t>
                      </a:r>
                    </a:p>
                  </a:txBody>
                  <a:tcPr/>
                </a:tc>
                <a:extLst>
                  <a:ext uri="{0D108BD9-81ED-4DB2-BD59-A6C34878D82A}">
                    <a16:rowId xmlns:a16="http://schemas.microsoft.com/office/drawing/2014/main" val="3886906200"/>
                  </a:ext>
                </a:extLst>
              </a:tr>
              <a:tr h="367200">
                <a:tc>
                  <a:txBody>
                    <a:bodyPr/>
                    <a:lstStyle/>
                    <a:p>
                      <a:r>
                        <a:rPr lang="fr-FR" dirty="0"/>
                        <a:t>&amp;&amp;</a:t>
                      </a:r>
                    </a:p>
                  </a:txBody>
                  <a:tcPr/>
                </a:tc>
                <a:tc>
                  <a:txBody>
                    <a:bodyPr/>
                    <a:lstStyle/>
                    <a:p>
                      <a:r>
                        <a:rPr lang="fr-FR" dirty="0"/>
                        <a:t>Et logique</a:t>
                      </a:r>
                    </a:p>
                  </a:txBody>
                  <a:tcPr/>
                </a:tc>
                <a:extLst>
                  <a:ext uri="{0D108BD9-81ED-4DB2-BD59-A6C34878D82A}">
                    <a16:rowId xmlns:a16="http://schemas.microsoft.com/office/drawing/2014/main" val="425817623"/>
                  </a:ext>
                </a:extLst>
              </a:tr>
              <a:tr h="367200">
                <a:tc>
                  <a:txBody>
                    <a:bodyPr/>
                    <a:lstStyle/>
                    <a:p>
                      <a:r>
                        <a:rPr lang="fr-FR" dirty="0"/>
                        <a:t>| | </a:t>
                      </a:r>
                    </a:p>
                  </a:txBody>
                  <a:tcPr/>
                </a:tc>
                <a:tc>
                  <a:txBody>
                    <a:bodyPr/>
                    <a:lstStyle/>
                    <a:p>
                      <a:r>
                        <a:rPr lang="fr-FR" dirty="0"/>
                        <a:t>Ou logique</a:t>
                      </a:r>
                    </a:p>
                  </a:txBody>
                  <a:tcPr/>
                </a:tc>
                <a:extLst>
                  <a:ext uri="{0D108BD9-81ED-4DB2-BD59-A6C34878D82A}">
                    <a16:rowId xmlns:a16="http://schemas.microsoft.com/office/drawing/2014/main" val="81889083"/>
                  </a:ext>
                </a:extLst>
              </a:tr>
              <a:tr h="367200">
                <a:tc>
                  <a:txBody>
                    <a:bodyPr/>
                    <a:lstStyle/>
                    <a:p>
                      <a:r>
                        <a:rPr lang="fr-FR" dirty="0"/>
                        <a:t>?:</a:t>
                      </a:r>
                    </a:p>
                  </a:txBody>
                  <a:tcPr/>
                </a:tc>
                <a:tc>
                  <a:txBody>
                    <a:bodyPr/>
                    <a:lstStyle/>
                    <a:p>
                      <a:r>
                        <a:rPr lang="fr-FR" dirty="0"/>
                        <a:t>Expression conditionnelle</a:t>
                      </a:r>
                    </a:p>
                  </a:txBody>
                  <a:tcPr/>
                </a:tc>
                <a:extLst>
                  <a:ext uri="{0D108BD9-81ED-4DB2-BD59-A6C34878D82A}">
                    <a16:rowId xmlns:a16="http://schemas.microsoft.com/office/drawing/2014/main" val="2693093774"/>
                  </a:ext>
                </a:extLst>
              </a:tr>
              <a:tr h="367200">
                <a:tc>
                  <a:txBody>
                    <a:bodyPr/>
                    <a:lstStyle/>
                    <a:p>
                      <a:r>
                        <a:rPr lang="fr-FR" dirty="0"/>
                        <a:t>%=</a:t>
                      </a:r>
                    </a:p>
                  </a:txBody>
                  <a:tcPr/>
                </a:tc>
                <a:tc>
                  <a:txBody>
                    <a:bodyPr/>
                    <a:lstStyle/>
                    <a:p>
                      <a:r>
                        <a:rPr lang="fr-FR" dirty="0"/>
                        <a:t>Auto-Reste</a:t>
                      </a:r>
                    </a:p>
                  </a:txBody>
                  <a:tcPr/>
                </a:tc>
                <a:extLst>
                  <a:ext uri="{0D108BD9-81ED-4DB2-BD59-A6C34878D82A}">
                    <a16:rowId xmlns:a16="http://schemas.microsoft.com/office/drawing/2014/main" val="2583624662"/>
                  </a:ext>
                </a:extLst>
              </a:tr>
              <a:tr h="367200">
                <a:tc>
                  <a:txBody>
                    <a:bodyPr/>
                    <a:lstStyle/>
                    <a:p>
                      <a:r>
                        <a:rPr lang="fr-FR" dirty="0"/>
                        <a:t>^=</a:t>
                      </a:r>
                    </a:p>
                  </a:txBody>
                  <a:tcPr/>
                </a:tc>
                <a:tc>
                  <a:txBody>
                    <a:bodyPr/>
                    <a:lstStyle/>
                    <a:p>
                      <a:r>
                        <a:rPr lang="fr-FR" dirty="0"/>
                        <a:t>Auto-ou-exclusif (niveau bit)</a:t>
                      </a:r>
                    </a:p>
                  </a:txBody>
                  <a:tcPr/>
                </a:tc>
                <a:extLst>
                  <a:ext uri="{0D108BD9-81ED-4DB2-BD59-A6C34878D82A}">
                    <a16:rowId xmlns:a16="http://schemas.microsoft.com/office/drawing/2014/main" val="390443455"/>
                  </a:ext>
                </a:extLst>
              </a:tr>
              <a:tr h="367200">
                <a:tc>
                  <a:txBody>
                    <a:bodyPr/>
                    <a:lstStyle/>
                    <a:p>
                      <a:r>
                        <a:rPr lang="fr-FR" dirty="0"/>
                        <a:t>|= </a:t>
                      </a:r>
                    </a:p>
                  </a:txBody>
                  <a:tcPr/>
                </a:tc>
                <a:tc>
                  <a:txBody>
                    <a:bodyPr/>
                    <a:lstStyle/>
                    <a:p>
                      <a:r>
                        <a:rPr lang="fr-FR" dirty="0"/>
                        <a:t>Auto-ou (niveau bit)</a:t>
                      </a:r>
                    </a:p>
                  </a:txBody>
                  <a:tcPr/>
                </a:tc>
                <a:extLst>
                  <a:ext uri="{0D108BD9-81ED-4DB2-BD59-A6C34878D82A}">
                    <a16:rowId xmlns:a16="http://schemas.microsoft.com/office/drawing/2014/main" val="3596871229"/>
                  </a:ext>
                </a:extLst>
              </a:tr>
              <a:tr h="367200">
                <a:tc>
                  <a:txBody>
                    <a:bodyPr/>
                    <a:lstStyle/>
                    <a:p>
                      <a:r>
                        <a:rPr lang="fr-FR" dirty="0"/>
                        <a:t>&gt;&gt;&gt;&gt;=</a:t>
                      </a:r>
                    </a:p>
                  </a:txBody>
                  <a:tcPr/>
                </a:tc>
                <a:tc>
                  <a:txBody>
                    <a:bodyPr/>
                    <a:lstStyle/>
                    <a:p>
                      <a:r>
                        <a:rPr lang="fr-FR" dirty="0"/>
                        <a:t>Auto-décalage à droite sans signe</a:t>
                      </a:r>
                    </a:p>
                  </a:txBody>
                  <a:tcPr/>
                </a:tc>
                <a:extLst>
                  <a:ext uri="{0D108BD9-81ED-4DB2-BD59-A6C34878D82A}">
                    <a16:rowId xmlns:a16="http://schemas.microsoft.com/office/drawing/2014/main" val="3458505537"/>
                  </a:ext>
                </a:extLst>
              </a:tr>
            </a:tbl>
          </a:graphicData>
        </a:graphic>
      </p:graphicFrame>
    </p:spTree>
    <p:extLst>
      <p:ext uri="{BB962C8B-B14F-4D97-AF65-F5344CB8AC3E}">
        <p14:creationId xmlns:p14="http://schemas.microsoft.com/office/powerpoint/2010/main" val="3180334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DEB1D-3FB3-F16B-1B9B-E9EDD019220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678BE16-61E0-F20D-11D0-06E28053E18C}"/>
              </a:ext>
            </a:extLst>
          </p:cNvPr>
          <p:cNvSpPr>
            <a:spLocks noGrp="1"/>
          </p:cNvSpPr>
          <p:nvPr>
            <p:ph idx="1"/>
          </p:nvPr>
        </p:nvSpPr>
        <p:spPr>
          <a:xfrm>
            <a:off x="3048000" y="1880491"/>
            <a:ext cx="5851357" cy="1696899"/>
          </a:xfrm>
        </p:spPr>
        <p:txBody>
          <a:bodyPr>
            <a:noAutofit/>
          </a:bodyPr>
          <a:lstStyle/>
          <a:p>
            <a:pPr marL="0" indent="0" algn="ctr">
              <a:buNone/>
            </a:pPr>
            <a:r>
              <a:rPr lang="fr-FR" sz="4000" dirty="0"/>
              <a:t>Pas à pas avec Java</a:t>
            </a:r>
          </a:p>
          <a:p>
            <a:pPr marL="0" indent="0" algn="ctr">
              <a:buNone/>
            </a:pPr>
            <a:r>
              <a:rPr lang="fr-FR" sz="4000" dirty="0"/>
              <a:t>Chapitre 3</a:t>
            </a:r>
          </a:p>
          <a:p>
            <a:pPr marL="0" indent="0" algn="ctr">
              <a:buNone/>
            </a:pPr>
            <a:r>
              <a:rPr lang="fr-FR" sz="4000" dirty="0"/>
              <a:t>Structures de contrôle</a:t>
            </a:r>
          </a:p>
        </p:txBody>
      </p:sp>
      <p:pic>
        <p:nvPicPr>
          <p:cNvPr id="4" name="Image 3">
            <a:extLst>
              <a:ext uri="{FF2B5EF4-FFF2-40B4-BE49-F238E27FC236}">
                <a16:creationId xmlns:a16="http://schemas.microsoft.com/office/drawing/2014/main" id="{1899FCED-1F28-551C-A6C4-AD488A290070}"/>
              </a:ext>
            </a:extLst>
          </p:cNvPr>
          <p:cNvPicPr>
            <a:picLocks noChangeAspect="1"/>
          </p:cNvPicPr>
          <p:nvPr/>
        </p:nvPicPr>
        <p:blipFill>
          <a:blip r:embed="rId2"/>
          <a:stretch>
            <a:fillRect/>
          </a:stretch>
        </p:blipFill>
        <p:spPr>
          <a:xfrm>
            <a:off x="8496968" y="2925763"/>
            <a:ext cx="3251200" cy="3251200"/>
          </a:xfrm>
          <a:prstGeom prst="rect">
            <a:avLst/>
          </a:prstGeom>
        </p:spPr>
      </p:pic>
      <p:pic>
        <p:nvPicPr>
          <p:cNvPr id="1026" name="Picture 2" descr="Security ">
            <a:extLst>
              <a:ext uri="{FF2B5EF4-FFF2-40B4-BE49-F238E27FC236}">
                <a16:creationId xmlns:a16="http://schemas.microsoft.com/office/drawing/2014/main" id="{4CF20E6D-C3AF-3C0F-91ED-7EED25DC1BC6}"/>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63600" y="914400"/>
            <a:ext cx="2565400" cy="256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652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me 7">
            <a:extLst>
              <a:ext uri="{FF2B5EF4-FFF2-40B4-BE49-F238E27FC236}">
                <a16:creationId xmlns:a16="http://schemas.microsoft.com/office/drawing/2014/main" id="{BB27902F-7C07-E158-7937-32D848E40024}"/>
              </a:ext>
            </a:extLst>
          </p:cNvPr>
          <p:cNvGraphicFramePr/>
          <p:nvPr>
            <p:extLst>
              <p:ext uri="{D42A27DB-BD31-4B8C-83A1-F6EECF244321}">
                <p14:modId xmlns:p14="http://schemas.microsoft.com/office/powerpoint/2010/main" val="1170319792"/>
              </p:ext>
            </p:extLst>
          </p:nvPr>
        </p:nvGraphicFramePr>
        <p:xfrm>
          <a:off x="0" y="114300"/>
          <a:ext cx="12192000" cy="63034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descr="Process ">
            <a:extLst>
              <a:ext uri="{FF2B5EF4-FFF2-40B4-BE49-F238E27FC236}">
                <a16:creationId xmlns:a16="http://schemas.microsoft.com/office/drawing/2014/main" id="{B63F37F0-DCF2-EC58-FA3E-96D5D68D98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4929" y="762002"/>
            <a:ext cx="1230084" cy="123008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peat ">
            <a:extLst>
              <a:ext uri="{FF2B5EF4-FFF2-40B4-BE49-F238E27FC236}">
                <a16:creationId xmlns:a16="http://schemas.microsoft.com/office/drawing/2014/main" id="{F94EFC82-B256-01DA-00E6-23197CAABE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6685" y="2639788"/>
            <a:ext cx="1230084" cy="123008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ecision making ">
            <a:extLst>
              <a:ext uri="{FF2B5EF4-FFF2-40B4-BE49-F238E27FC236}">
                <a16:creationId xmlns:a16="http://schemas.microsoft.com/office/drawing/2014/main" id="{15A7310F-915D-352D-C80B-57FC46DB7FD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4928" y="4517573"/>
            <a:ext cx="1230083" cy="1230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6925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44258-4853-A8F1-497F-93E109EE2DE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8922D5-699D-D22F-BB7D-0ACB37B7CB97}"/>
              </a:ext>
            </a:extLst>
          </p:cNvPr>
          <p:cNvSpPr>
            <a:spLocks noGrp="1"/>
          </p:cNvSpPr>
          <p:nvPr>
            <p:ph idx="1"/>
          </p:nvPr>
        </p:nvSpPr>
        <p:spPr>
          <a:xfrm>
            <a:off x="3048000" y="1880491"/>
            <a:ext cx="5851357" cy="1696899"/>
          </a:xfrm>
        </p:spPr>
        <p:txBody>
          <a:bodyPr>
            <a:noAutofit/>
          </a:bodyPr>
          <a:lstStyle/>
          <a:p>
            <a:pPr marL="0" indent="0" algn="ctr">
              <a:buNone/>
            </a:pPr>
            <a:r>
              <a:rPr lang="fr-FR" sz="4000" dirty="0"/>
              <a:t>Pas à pas avec Java</a:t>
            </a:r>
          </a:p>
          <a:p>
            <a:pPr marL="0" indent="0" algn="ctr">
              <a:buNone/>
            </a:pPr>
            <a:r>
              <a:rPr lang="fr-FR" sz="4000" dirty="0"/>
              <a:t>Chapitre 9</a:t>
            </a:r>
          </a:p>
          <a:p>
            <a:pPr marL="0" indent="0" algn="ctr">
              <a:buNone/>
            </a:pPr>
            <a:r>
              <a:rPr lang="fr-FR" sz="4000" dirty="0"/>
              <a:t>Traitement de fichier</a:t>
            </a:r>
          </a:p>
        </p:txBody>
      </p:sp>
      <p:pic>
        <p:nvPicPr>
          <p:cNvPr id="4" name="Image 3">
            <a:extLst>
              <a:ext uri="{FF2B5EF4-FFF2-40B4-BE49-F238E27FC236}">
                <a16:creationId xmlns:a16="http://schemas.microsoft.com/office/drawing/2014/main" id="{E30F67D2-8B30-991C-C598-128AB2B792B5}"/>
              </a:ext>
            </a:extLst>
          </p:cNvPr>
          <p:cNvPicPr>
            <a:picLocks noChangeAspect="1"/>
          </p:cNvPicPr>
          <p:nvPr/>
        </p:nvPicPr>
        <p:blipFill>
          <a:blip r:embed="rId2"/>
          <a:stretch>
            <a:fillRect/>
          </a:stretch>
        </p:blipFill>
        <p:spPr>
          <a:xfrm>
            <a:off x="8496968" y="2925763"/>
            <a:ext cx="3251200" cy="3251200"/>
          </a:xfrm>
          <a:prstGeom prst="rect">
            <a:avLst/>
          </a:prstGeom>
        </p:spPr>
      </p:pic>
      <p:pic>
        <p:nvPicPr>
          <p:cNvPr id="2" name="Picture 2" descr="traitement de l'information ">
            <a:extLst>
              <a:ext uri="{FF2B5EF4-FFF2-40B4-BE49-F238E27FC236}">
                <a16:creationId xmlns:a16="http://schemas.microsoft.com/office/drawing/2014/main" id="{60C5060C-45CB-E770-50E1-435483374933}"/>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3070" y="583014"/>
            <a:ext cx="3001963" cy="3001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93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39C0A5-688B-E38B-50E6-456D5F3DF9D2}"/>
              </a:ext>
            </a:extLst>
          </p:cNvPr>
          <p:cNvSpPr>
            <a:spLocks noGrp="1"/>
          </p:cNvSpPr>
          <p:nvPr>
            <p:ph type="title"/>
          </p:nvPr>
        </p:nvSpPr>
        <p:spPr/>
        <p:txBody>
          <a:bodyPr/>
          <a:lstStyle/>
          <a:p>
            <a:r>
              <a:rPr lang="fr-FR" dirty="0"/>
              <a:t>Package </a:t>
            </a:r>
            <a:r>
              <a:rPr lang="fr-FR" dirty="0" err="1"/>
              <a:t>java.io</a:t>
            </a:r>
            <a:endParaRPr lang="fr-FR" dirty="0"/>
          </a:p>
        </p:txBody>
      </p:sp>
      <p:graphicFrame>
        <p:nvGraphicFramePr>
          <p:cNvPr id="5" name="Espace réservé du contenu 2">
            <a:extLst>
              <a:ext uri="{FF2B5EF4-FFF2-40B4-BE49-F238E27FC236}">
                <a16:creationId xmlns:a16="http://schemas.microsoft.com/office/drawing/2014/main" id="{F50C593A-8405-778D-3206-495AA8DB509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descr="produit marketing ">
            <a:extLst>
              <a:ext uri="{FF2B5EF4-FFF2-40B4-BE49-F238E27FC236}">
                <a16:creationId xmlns:a16="http://schemas.microsoft.com/office/drawing/2014/main" id="{17A30109-0811-D5FA-82B6-D5631CD437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42585" y="5105400"/>
            <a:ext cx="17526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6203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D8B3B3-344F-9712-E7B1-E465E7A1B0F1}"/>
              </a:ext>
            </a:extLst>
          </p:cNvPr>
          <p:cNvSpPr>
            <a:spLocks noGrp="1"/>
          </p:cNvSpPr>
          <p:nvPr>
            <p:ph type="title"/>
          </p:nvPr>
        </p:nvSpPr>
        <p:spPr>
          <a:xfrm>
            <a:off x="838200" y="365126"/>
            <a:ext cx="10515600" cy="760290"/>
          </a:xfrm>
        </p:spPr>
        <p:txBody>
          <a:bodyPr/>
          <a:lstStyle/>
          <a:p>
            <a:r>
              <a:rPr lang="fr-FR" dirty="0" err="1"/>
              <a:t>InputStream</a:t>
            </a:r>
            <a:r>
              <a:rPr lang="fr-FR" dirty="0"/>
              <a:t> / </a:t>
            </a:r>
            <a:r>
              <a:rPr lang="fr-FR" dirty="0" err="1"/>
              <a:t>OutputStream</a:t>
            </a:r>
            <a:endParaRPr lang="fr-FR" dirty="0"/>
          </a:p>
        </p:txBody>
      </p:sp>
      <p:graphicFrame>
        <p:nvGraphicFramePr>
          <p:cNvPr id="5" name="Espace réservé du contenu 4">
            <a:extLst>
              <a:ext uri="{FF2B5EF4-FFF2-40B4-BE49-F238E27FC236}">
                <a16:creationId xmlns:a16="http://schemas.microsoft.com/office/drawing/2014/main" id="{795E1652-2BD3-109B-E3E0-9913B3FD94AA}"/>
              </a:ext>
            </a:extLst>
          </p:cNvPr>
          <p:cNvGraphicFramePr>
            <a:graphicFrameLocks noGrp="1"/>
          </p:cNvGraphicFramePr>
          <p:nvPr>
            <p:ph idx="1"/>
            <p:extLst>
              <p:ext uri="{D42A27DB-BD31-4B8C-83A1-F6EECF244321}">
                <p14:modId xmlns:p14="http://schemas.microsoft.com/office/powerpoint/2010/main" val="2279764786"/>
              </p:ext>
            </p:extLst>
          </p:nvPr>
        </p:nvGraphicFramePr>
        <p:xfrm>
          <a:off x="838200" y="1125417"/>
          <a:ext cx="10515600" cy="2444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 3">
            <a:extLst>
              <a:ext uri="{FF2B5EF4-FFF2-40B4-BE49-F238E27FC236}">
                <a16:creationId xmlns:a16="http://schemas.microsoft.com/office/drawing/2014/main" id="{D8F8D67F-4A81-BF79-99A2-5A0BC7A00EDC}"/>
              </a:ext>
            </a:extLst>
          </p:cNvPr>
          <p:cNvPicPr>
            <a:picLocks noChangeAspect="1"/>
          </p:cNvPicPr>
          <p:nvPr/>
        </p:nvPicPr>
        <p:blipFill>
          <a:blip r:embed="rId7"/>
          <a:stretch>
            <a:fillRect/>
          </a:stretch>
        </p:blipFill>
        <p:spPr>
          <a:xfrm>
            <a:off x="1893277" y="3569676"/>
            <a:ext cx="7772400" cy="3107301"/>
          </a:xfrm>
          <a:prstGeom prst="rect">
            <a:avLst/>
          </a:prstGeom>
        </p:spPr>
      </p:pic>
    </p:spTree>
    <p:extLst>
      <p:ext uri="{BB962C8B-B14F-4D97-AF65-F5344CB8AC3E}">
        <p14:creationId xmlns:p14="http://schemas.microsoft.com/office/powerpoint/2010/main" val="2302733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11" name="Rectangle 10">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re 1">
            <a:extLst>
              <a:ext uri="{FF2B5EF4-FFF2-40B4-BE49-F238E27FC236}">
                <a16:creationId xmlns:a16="http://schemas.microsoft.com/office/drawing/2014/main" id="{94084593-A6C4-98DD-D8AE-0C3F05D882CB}"/>
              </a:ext>
            </a:extLst>
          </p:cNvPr>
          <p:cNvSpPr>
            <a:spLocks noGrp="1"/>
          </p:cNvSpPr>
          <p:nvPr>
            <p:ph type="title"/>
          </p:nvPr>
        </p:nvSpPr>
        <p:spPr>
          <a:xfrm>
            <a:off x="755484" y="739835"/>
            <a:ext cx="3702580" cy="1616203"/>
          </a:xfrm>
        </p:spPr>
        <p:txBody>
          <a:bodyPr anchor="b">
            <a:normAutofit/>
          </a:bodyPr>
          <a:lstStyle/>
          <a:p>
            <a:r>
              <a:rPr lang="fr-FR" sz="3200">
                <a:solidFill>
                  <a:srgbClr val="FFFFFF"/>
                </a:solidFill>
              </a:rPr>
              <a:t>DataInputStream et DataOutputStream</a:t>
            </a:r>
          </a:p>
        </p:txBody>
      </p:sp>
      <p:sp>
        <p:nvSpPr>
          <p:cNvPr id="3" name="Espace réservé du contenu 2">
            <a:extLst>
              <a:ext uri="{FF2B5EF4-FFF2-40B4-BE49-F238E27FC236}">
                <a16:creationId xmlns:a16="http://schemas.microsoft.com/office/drawing/2014/main" id="{90D988E3-F647-72D5-B456-2B1DE18572E5}"/>
              </a:ext>
            </a:extLst>
          </p:cNvPr>
          <p:cNvSpPr>
            <a:spLocks noGrp="1"/>
          </p:cNvSpPr>
          <p:nvPr>
            <p:ph idx="1"/>
          </p:nvPr>
        </p:nvSpPr>
        <p:spPr>
          <a:xfrm>
            <a:off x="755484" y="2459116"/>
            <a:ext cx="3702579" cy="3524823"/>
          </a:xfrm>
        </p:spPr>
        <p:txBody>
          <a:bodyPr>
            <a:normAutofit/>
          </a:bodyPr>
          <a:lstStyle/>
          <a:p>
            <a:pPr marL="0" indent="0">
              <a:buNone/>
            </a:pPr>
            <a:r>
              <a:rPr lang="fr-FR" sz="2000" dirty="0">
                <a:solidFill>
                  <a:srgbClr val="FFFFFF"/>
                </a:solidFill>
              </a:rPr>
              <a:t>Les classes </a:t>
            </a:r>
            <a:r>
              <a:rPr lang="fr-FR" sz="2000" dirty="0" err="1">
                <a:solidFill>
                  <a:srgbClr val="FFFFFF"/>
                </a:solidFill>
              </a:rPr>
              <a:t>DataInputStream</a:t>
            </a:r>
            <a:r>
              <a:rPr lang="fr-FR" sz="2000" dirty="0">
                <a:solidFill>
                  <a:srgbClr val="FFFFFF"/>
                </a:solidFill>
              </a:rPr>
              <a:t> et </a:t>
            </a:r>
            <a:r>
              <a:rPr lang="fr-FR" sz="2000" dirty="0" err="1">
                <a:solidFill>
                  <a:srgbClr val="FFFFFF"/>
                </a:solidFill>
              </a:rPr>
              <a:t>DataOutputStream</a:t>
            </a:r>
            <a:r>
              <a:rPr lang="fr-FR" sz="2000" dirty="0">
                <a:solidFill>
                  <a:srgbClr val="FFFFFF"/>
                </a:solidFill>
              </a:rPr>
              <a:t> permettent de lire et d’écrire les types de bases </a:t>
            </a:r>
          </a:p>
          <a:p>
            <a:pPr marL="0" indent="0">
              <a:buNone/>
            </a:pPr>
            <a:endParaRPr lang="fr-FR" sz="2000" dirty="0">
              <a:solidFill>
                <a:srgbClr val="FFFFFF"/>
              </a:solidFill>
            </a:endParaRPr>
          </a:p>
          <a:p>
            <a:pPr marL="0" indent="0">
              <a:buNone/>
            </a:pPr>
            <a:endParaRPr lang="fr-FR" sz="2000" dirty="0">
              <a:solidFill>
                <a:srgbClr val="FFFFFF"/>
              </a:solidFill>
            </a:endParaRPr>
          </a:p>
        </p:txBody>
      </p:sp>
      <p:pic>
        <p:nvPicPr>
          <p:cNvPr id="5" name="Image 4">
            <a:extLst>
              <a:ext uri="{FF2B5EF4-FFF2-40B4-BE49-F238E27FC236}">
                <a16:creationId xmlns:a16="http://schemas.microsoft.com/office/drawing/2014/main" id="{9EB8E4B0-C35B-EC21-8756-D017382AE48D}"/>
              </a:ext>
            </a:extLst>
          </p:cNvPr>
          <p:cNvPicPr>
            <a:picLocks noChangeAspect="1"/>
          </p:cNvPicPr>
          <p:nvPr/>
        </p:nvPicPr>
        <p:blipFill>
          <a:blip r:embed="rId2"/>
          <a:stretch>
            <a:fillRect/>
          </a:stretch>
        </p:blipFill>
        <p:spPr>
          <a:xfrm>
            <a:off x="5429250" y="1210713"/>
            <a:ext cx="6440256" cy="4468320"/>
          </a:xfrm>
          <a:prstGeom prst="rect">
            <a:avLst/>
          </a:prstGeom>
        </p:spPr>
      </p:pic>
    </p:spTree>
    <p:extLst>
      <p:ext uri="{BB962C8B-B14F-4D97-AF65-F5344CB8AC3E}">
        <p14:creationId xmlns:p14="http://schemas.microsoft.com/office/powerpoint/2010/main" val="419946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080A55-E3C2-1B2A-8E29-2052FA9D681A}"/>
              </a:ext>
            </a:extLst>
          </p:cNvPr>
          <p:cNvSpPr>
            <a:spLocks noGrp="1"/>
          </p:cNvSpPr>
          <p:nvPr>
            <p:ph type="title"/>
          </p:nvPr>
        </p:nvSpPr>
        <p:spPr/>
        <p:txBody>
          <a:bodyPr/>
          <a:lstStyle/>
          <a:p>
            <a:r>
              <a:rPr lang="fr-FR" dirty="0" err="1"/>
              <a:t>PrintStream</a:t>
            </a:r>
            <a:endParaRPr lang="fr-FR" dirty="0"/>
          </a:p>
        </p:txBody>
      </p:sp>
      <p:graphicFrame>
        <p:nvGraphicFramePr>
          <p:cNvPr id="4" name="Espace réservé du contenu 3">
            <a:extLst>
              <a:ext uri="{FF2B5EF4-FFF2-40B4-BE49-F238E27FC236}">
                <a16:creationId xmlns:a16="http://schemas.microsoft.com/office/drawing/2014/main" id="{49BB7F25-986C-0545-894D-9721595793F8}"/>
              </a:ext>
            </a:extLst>
          </p:cNvPr>
          <p:cNvGraphicFramePr>
            <a:graphicFrameLocks noGrp="1"/>
          </p:cNvGraphicFramePr>
          <p:nvPr>
            <p:ph idx="1"/>
            <p:extLst>
              <p:ext uri="{D42A27DB-BD31-4B8C-83A1-F6EECF244321}">
                <p14:modId xmlns:p14="http://schemas.microsoft.com/office/powerpoint/2010/main" val="317066188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57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7D9AB4F-2270-5B2B-3DA9-D5A7877DF484}"/>
              </a:ext>
            </a:extLst>
          </p:cNvPr>
          <p:cNvSpPr>
            <a:spLocks noGrp="1"/>
          </p:cNvSpPr>
          <p:nvPr>
            <p:ph type="title"/>
          </p:nvPr>
        </p:nvSpPr>
        <p:spPr>
          <a:xfrm>
            <a:off x="4596234" y="310896"/>
            <a:ext cx="6798541" cy="1675623"/>
          </a:xfrm>
        </p:spPr>
        <p:txBody>
          <a:bodyPr anchor="b">
            <a:normAutofit/>
          </a:bodyPr>
          <a:lstStyle/>
          <a:p>
            <a:r>
              <a:rPr lang="fr-FR" sz="4000" dirty="0"/>
              <a:t>Gestion de fichiers et répertoires avec </a:t>
            </a:r>
            <a:r>
              <a:rPr lang="fr-FR" sz="4000" dirty="0" err="1"/>
              <a:t>java.io.File</a:t>
            </a:r>
            <a:endParaRPr lang="fr-FR" sz="4000" dirty="0"/>
          </a:p>
        </p:txBody>
      </p:sp>
      <p:pic>
        <p:nvPicPr>
          <p:cNvPr id="18" name="Picture 5">
            <a:extLst>
              <a:ext uri="{FF2B5EF4-FFF2-40B4-BE49-F238E27FC236}">
                <a16:creationId xmlns:a16="http://schemas.microsoft.com/office/drawing/2014/main" id="{62184E6E-02A3-884D-73E8-92541D7247C9}"/>
              </a:ext>
            </a:extLst>
          </p:cNvPr>
          <p:cNvPicPr>
            <a:picLocks noChangeAspect="1"/>
          </p:cNvPicPr>
          <p:nvPr/>
        </p:nvPicPr>
        <p:blipFill>
          <a:blip r:embed="rId2"/>
          <a:srcRect l="50682" r="3424"/>
          <a:stretch>
            <a:fillRect/>
          </a:stretch>
        </p:blipFill>
        <p:spPr>
          <a:xfrm>
            <a:off x="1" y="10"/>
            <a:ext cx="4196496" cy="6857990"/>
          </a:xfrm>
          <a:prstGeom prst="rect">
            <a:avLst/>
          </a:prstGeom>
          <a:effectLst/>
        </p:spPr>
      </p:pic>
      <p:graphicFrame>
        <p:nvGraphicFramePr>
          <p:cNvPr id="5" name="Espace réservé du contenu 2">
            <a:extLst>
              <a:ext uri="{FF2B5EF4-FFF2-40B4-BE49-F238E27FC236}">
                <a16:creationId xmlns:a16="http://schemas.microsoft.com/office/drawing/2014/main" id="{F0D4BE8B-9D7A-16E3-5516-EA2CDCE8AE70}"/>
              </a:ext>
            </a:extLst>
          </p:cNvPr>
          <p:cNvGraphicFramePr>
            <a:graphicFrameLocks noGrp="1"/>
          </p:cNvGraphicFramePr>
          <p:nvPr>
            <p:ph idx="1"/>
            <p:extLst>
              <p:ext uri="{D42A27DB-BD31-4B8C-83A1-F6EECF244321}">
                <p14:modId xmlns:p14="http://schemas.microsoft.com/office/powerpoint/2010/main" val="478342023"/>
              </p:ext>
            </p:extLst>
          </p:nvPr>
        </p:nvGraphicFramePr>
        <p:xfrm>
          <a:off x="4196497" y="2121408"/>
          <a:ext cx="7763855" cy="4425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2667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257C8E2-9753-1655-8C6B-9D97BD8254CA}"/>
              </a:ext>
            </a:extLst>
          </p:cNvPr>
          <p:cNvSpPr>
            <a:spLocks noGrp="1"/>
          </p:cNvSpPr>
          <p:nvPr>
            <p:ph type="title"/>
          </p:nvPr>
        </p:nvSpPr>
        <p:spPr>
          <a:xfrm>
            <a:off x="841248" y="256032"/>
            <a:ext cx="10506456" cy="1014984"/>
          </a:xfrm>
        </p:spPr>
        <p:txBody>
          <a:bodyPr anchor="b">
            <a:normAutofit/>
          </a:bodyPr>
          <a:lstStyle/>
          <a:p>
            <a:r>
              <a:rPr lang="fr-FR" sz="3400"/>
              <a:t>Fichier à adressage relatif en Java avec RandomAccessFile</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FE4F47A2-2125-347F-D2EA-0D0EDE26EF74}"/>
              </a:ext>
            </a:extLst>
          </p:cNvPr>
          <p:cNvGraphicFramePr>
            <a:graphicFrameLocks noGrp="1"/>
          </p:cNvGraphicFramePr>
          <p:nvPr>
            <p:ph idx="1"/>
            <p:extLst>
              <p:ext uri="{D42A27DB-BD31-4B8C-83A1-F6EECF244321}">
                <p14:modId xmlns:p14="http://schemas.microsoft.com/office/powerpoint/2010/main" val="3375105452"/>
              </p:ext>
            </p:extLst>
          </p:nvPr>
        </p:nvGraphicFramePr>
        <p:xfrm>
          <a:off x="841248" y="1527048"/>
          <a:ext cx="10512552" cy="5074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Random ">
            <a:extLst>
              <a:ext uri="{FF2B5EF4-FFF2-40B4-BE49-F238E27FC236}">
                <a16:creationId xmlns:a16="http://schemas.microsoft.com/office/drawing/2014/main" id="{AA8AFEE6-5D47-5E40-5C36-21FE6ED00A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7801" y="1904022"/>
            <a:ext cx="425460" cy="4254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tton ">
            <a:extLst>
              <a:ext uri="{FF2B5EF4-FFF2-40B4-BE49-F238E27FC236}">
                <a16:creationId xmlns:a16="http://schemas.microsoft.com/office/drawing/2014/main" id="{BD61B3AE-3B7B-8EF4-EE6E-0B47F0C3C9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54571" y="2580714"/>
            <a:ext cx="494600" cy="494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pen book ">
            <a:extLst>
              <a:ext uri="{FF2B5EF4-FFF2-40B4-BE49-F238E27FC236}">
                <a16:creationId xmlns:a16="http://schemas.microsoft.com/office/drawing/2014/main" id="{203D7345-5AD0-F55E-D907-84E1285A8F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6847" y="4592019"/>
            <a:ext cx="244391" cy="24439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ecognition ">
            <a:extLst>
              <a:ext uri="{FF2B5EF4-FFF2-40B4-BE49-F238E27FC236}">
                <a16:creationId xmlns:a16="http://schemas.microsoft.com/office/drawing/2014/main" id="{69B4FD94-54BD-340F-7426-A0CE007ACF7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5467" y="4153764"/>
            <a:ext cx="627782" cy="6277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Open book ">
            <a:extLst>
              <a:ext uri="{FF2B5EF4-FFF2-40B4-BE49-F238E27FC236}">
                <a16:creationId xmlns:a16="http://schemas.microsoft.com/office/drawing/2014/main" id="{2C50DDD0-69E5-F53C-11B7-713E87831BE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9135" y="3357743"/>
            <a:ext cx="627782" cy="62778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New ">
            <a:extLst>
              <a:ext uri="{FF2B5EF4-FFF2-40B4-BE49-F238E27FC236}">
                <a16:creationId xmlns:a16="http://schemas.microsoft.com/office/drawing/2014/main" id="{43C36C83-3079-F9E2-88DC-6445A2BF40E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82743" y="5037578"/>
            <a:ext cx="438255" cy="43825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Link ">
            <a:extLst>
              <a:ext uri="{FF2B5EF4-FFF2-40B4-BE49-F238E27FC236}">
                <a16:creationId xmlns:a16="http://schemas.microsoft.com/office/drawing/2014/main" id="{93F1D8C5-EF86-21F5-09A4-E39A5A108E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6830" y="5802168"/>
            <a:ext cx="589280" cy="589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79681"/>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10028</TotalTime>
  <Words>1518</Words>
  <Application>Microsoft Macintosh PowerPoint</Application>
  <PresentationFormat>Grand écran</PresentationFormat>
  <Paragraphs>235</Paragraphs>
  <Slides>23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23</vt:i4>
      </vt:variant>
    </vt:vector>
  </HeadingPairs>
  <TitlesOfParts>
    <vt:vector size="28" baseType="lpstr">
      <vt:lpstr>Aptos</vt:lpstr>
      <vt:lpstr>Aptos Display</vt:lpstr>
      <vt:lpstr>Arial</vt:lpstr>
      <vt:lpstr>Calibri</vt:lpstr>
      <vt:lpstr>Thème Office</vt:lpstr>
      <vt:lpstr>Présentation PowerPoint</vt:lpstr>
      <vt:lpstr>Présentation PowerPoint</vt:lpstr>
      <vt:lpstr>Input / Output</vt:lpstr>
      <vt:lpstr>Présentation PowerPoint</vt:lpstr>
      <vt:lpstr>Packages</vt:lpstr>
      <vt:lpstr>Principaux package de java</vt:lpstr>
      <vt:lpstr>Type primitif de Java – Inclut dans java </vt:lpstr>
      <vt:lpstr>Print() vs println()</vt:lpstr>
      <vt:lpstr>Présentation PowerPoint</vt:lpstr>
      <vt:lpstr>Opérations numériques binaire de Java</vt:lpstr>
      <vt:lpstr>Promotions valides pour les types numériques</vt:lpstr>
      <vt:lpstr>Expressions booléennes</vt:lpstr>
      <vt:lpstr>Documentation des classes et méthodes</vt:lpstr>
      <vt:lpstr>Sommaire des opérations et priorité </vt:lpstr>
      <vt:lpstr>Présentation PowerPoint</vt:lpstr>
      <vt:lpstr>Présentation PowerPoint</vt:lpstr>
      <vt:lpstr>Présentation PowerPoint</vt:lpstr>
      <vt:lpstr>Package java.io</vt:lpstr>
      <vt:lpstr>InputStream / OutputStream</vt:lpstr>
      <vt:lpstr>DataInputStream et DataOutputStream</vt:lpstr>
      <vt:lpstr>PrintStream</vt:lpstr>
      <vt:lpstr>Gestion de fichiers et répertoires avec java.io.File</vt:lpstr>
      <vt:lpstr>Fichier à adressage relatif en Java avec RandomAccessFile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Lépine Alexandra</dc:creator>
  <cp:lastModifiedBy>Lépine Alexandra</cp:lastModifiedBy>
  <cp:revision>10</cp:revision>
  <dcterms:created xsi:type="dcterms:W3CDTF">2026-02-06T21:59:59Z</dcterms:created>
  <dcterms:modified xsi:type="dcterms:W3CDTF">2026-04-11T19:36:57Z</dcterms:modified>
</cp:coreProperties>
</file>